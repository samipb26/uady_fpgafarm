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68" r:id="rId4"/>
    <p:sldMasterId id="2147483769" r:id="rId5"/>
    <p:sldMasterId id="2147483770" r:id="rId6"/>
    <p:sldMasterId id="2147483771" r:id="rId7"/>
    <p:sldMasterId id="2147483772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</p:sldIdLst>
  <p:sldSz cy="5143500" cx="9144000"/>
  <p:notesSz cx="6858000" cy="9144000"/>
  <p:embeddedFontLst>
    <p:embeddedFont>
      <p:font typeface="Raleway"/>
      <p:regular r:id="rId32"/>
      <p:bold r:id="rId33"/>
      <p:italic r:id="rId34"/>
      <p:boldItalic r:id="rId35"/>
    </p:embeddedFont>
    <p:embeddedFont>
      <p:font typeface="Lato"/>
      <p:regular r:id="rId36"/>
      <p:bold r:id="rId37"/>
      <p:italic r:id="rId38"/>
      <p:boldItalic r:id="rId39"/>
    </p:embeddedFont>
    <p:embeddedFont>
      <p:font typeface="Urbanist"/>
      <p:regular r:id="rId40"/>
      <p:bold r:id="rId41"/>
      <p:italic r:id="rId42"/>
      <p:boldItalic r:id="rId43"/>
    </p:embeddedFont>
    <p:embeddedFont>
      <p:font typeface="Epilogue"/>
      <p:regular r:id="rId44"/>
      <p:bold r:id="rId45"/>
      <p:italic r:id="rId46"/>
      <p:boldItalic r:id="rId47"/>
    </p:embeddedFont>
    <p:embeddedFont>
      <p:font typeface="PT Sans"/>
      <p:regular r:id="rId48"/>
      <p:bold r:id="rId49"/>
      <p:italic r:id="rId50"/>
      <p:boldItalic r:id="rId51"/>
    </p:embeddedFont>
    <p:embeddedFont>
      <p:font typeface="Roboto Mono"/>
      <p:regular r:id="rId52"/>
      <p:bold r:id="rId53"/>
      <p:italic r:id="rId54"/>
      <p:boldItalic r:id="rId55"/>
    </p:embeddedFont>
    <p:embeddedFont>
      <p:font typeface="Open Sans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F540D4D-4D2D-4F71-BF40-ECBE00929A2F}">
  <a:tblStyle styleId="{CF540D4D-4D2D-4F71-BF40-ECBE00929A2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-regular.fntdata"/><Relationship Id="rId42" Type="http://schemas.openxmlformats.org/officeDocument/2006/relationships/font" Target="fonts/Urbanist-italic.fntdata"/><Relationship Id="rId41" Type="http://schemas.openxmlformats.org/officeDocument/2006/relationships/font" Target="fonts/Urbanist-bold.fntdata"/><Relationship Id="rId44" Type="http://schemas.openxmlformats.org/officeDocument/2006/relationships/font" Target="fonts/Epilogue-regular.fntdata"/><Relationship Id="rId43" Type="http://schemas.openxmlformats.org/officeDocument/2006/relationships/font" Target="fonts/Urbanist-boldItalic.fntdata"/><Relationship Id="rId46" Type="http://schemas.openxmlformats.org/officeDocument/2006/relationships/font" Target="fonts/Epilogue-italic.fntdata"/><Relationship Id="rId45" Type="http://schemas.openxmlformats.org/officeDocument/2006/relationships/font" Target="fonts/Epilogue-bold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48" Type="http://schemas.openxmlformats.org/officeDocument/2006/relationships/font" Target="fonts/PTSans-regular.fntdata"/><Relationship Id="rId47" Type="http://schemas.openxmlformats.org/officeDocument/2006/relationships/font" Target="fonts/Epilogue-boldItalic.fntdata"/><Relationship Id="rId49" Type="http://schemas.openxmlformats.org/officeDocument/2006/relationships/font" Target="fonts/PTSans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3" Type="http://schemas.openxmlformats.org/officeDocument/2006/relationships/font" Target="fonts/Raleway-bold.fntdata"/><Relationship Id="rId32" Type="http://schemas.openxmlformats.org/officeDocument/2006/relationships/font" Target="fonts/Raleway-regular.fntdata"/><Relationship Id="rId35" Type="http://schemas.openxmlformats.org/officeDocument/2006/relationships/font" Target="fonts/Raleway-boldItalic.fntdata"/><Relationship Id="rId34" Type="http://schemas.openxmlformats.org/officeDocument/2006/relationships/font" Target="fonts/Raleway-italic.fntdata"/><Relationship Id="rId37" Type="http://schemas.openxmlformats.org/officeDocument/2006/relationships/font" Target="fonts/Lato-bold.fntdata"/><Relationship Id="rId36" Type="http://schemas.openxmlformats.org/officeDocument/2006/relationships/font" Target="fonts/Lato-regular.fntdata"/><Relationship Id="rId39" Type="http://schemas.openxmlformats.org/officeDocument/2006/relationships/font" Target="fonts/Lato-boldItalic.fntdata"/><Relationship Id="rId38" Type="http://schemas.openxmlformats.org/officeDocument/2006/relationships/font" Target="fonts/Lato-italic.fntdata"/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9" Type="http://schemas.openxmlformats.org/officeDocument/2006/relationships/slide" Target="slides/slide20.xml"/><Relationship Id="rId51" Type="http://schemas.openxmlformats.org/officeDocument/2006/relationships/font" Target="fonts/PTSans-boldItalic.fntdata"/><Relationship Id="rId50" Type="http://schemas.openxmlformats.org/officeDocument/2006/relationships/font" Target="fonts/PTSans-italic.fntdata"/><Relationship Id="rId53" Type="http://schemas.openxmlformats.org/officeDocument/2006/relationships/font" Target="fonts/RobotoMono-bold.fntdata"/><Relationship Id="rId52" Type="http://schemas.openxmlformats.org/officeDocument/2006/relationships/font" Target="fonts/RobotoMono-regular.fntdata"/><Relationship Id="rId11" Type="http://schemas.openxmlformats.org/officeDocument/2006/relationships/slide" Target="slides/slide2.xml"/><Relationship Id="rId55" Type="http://schemas.openxmlformats.org/officeDocument/2006/relationships/font" Target="fonts/RobotoMono-boldItalic.fntdata"/><Relationship Id="rId10" Type="http://schemas.openxmlformats.org/officeDocument/2006/relationships/slide" Target="slides/slide1.xml"/><Relationship Id="rId54" Type="http://schemas.openxmlformats.org/officeDocument/2006/relationships/font" Target="fonts/RobotoMono-italic.fntdata"/><Relationship Id="rId13" Type="http://schemas.openxmlformats.org/officeDocument/2006/relationships/slide" Target="slides/slide4.xml"/><Relationship Id="rId57" Type="http://schemas.openxmlformats.org/officeDocument/2006/relationships/font" Target="fonts/OpenSans-bold.fntdata"/><Relationship Id="rId12" Type="http://schemas.openxmlformats.org/officeDocument/2006/relationships/slide" Target="slides/slide3.xml"/><Relationship Id="rId56" Type="http://schemas.openxmlformats.org/officeDocument/2006/relationships/font" Target="fonts/OpenSans-regular.fntdata"/><Relationship Id="rId15" Type="http://schemas.openxmlformats.org/officeDocument/2006/relationships/slide" Target="slides/slide6.xml"/><Relationship Id="rId59" Type="http://schemas.openxmlformats.org/officeDocument/2006/relationships/font" Target="fonts/OpenSans-boldItalic.fntdata"/><Relationship Id="rId14" Type="http://schemas.openxmlformats.org/officeDocument/2006/relationships/slide" Target="slides/slide5.xml"/><Relationship Id="rId58" Type="http://schemas.openxmlformats.org/officeDocument/2006/relationships/font" Target="fonts/OpenSans-italic.fntdata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5" name="Shape 3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" name="Google Shape;3706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7" name="Google Shape;3707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4" name="Shape 3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5" name="Google Shape;3715;g3f528cab022_0_20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6" name="Google Shape;3716;g3f528cab022_0_20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4" name="Shape 3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5" name="Google Shape;3725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6" name="Google Shape;3726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6" name="Shape 3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" name="Google Shape;3737;g3f528cab022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8" name="Google Shape;3738;g3f528cab022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4" name="Shape 3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5" name="Google Shape;3745;g3f0f6336c15_2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6" name="Google Shape;3746;g3f0f6336c15_2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2" name="Shape 3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3" name="Google Shape;3763;g3f0e91ba2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4" name="Google Shape;3764;g3f0e91ba2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3" name="Shape 3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4" name="Google Shape;3774;g3f0e91ba27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5" name="Google Shape;3775;g3f0e91ba27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0" name="Shape 3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1" name="Google Shape;3781;g3f3a814282a_12_2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2" name="Google Shape;3782;g3f3a814282a_12_2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2" name="Shape 3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3" name="Google Shape;3823;g3f3a814282a_12_38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4" name="Google Shape;3824;g3f3a814282a_12_3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8" name="Shape 3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9" name="Google Shape;3839;g3f528cab022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0" name="Google Shape;3840;g3f528cab022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4" name="Shape 3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5" name="Google Shape;3845;g3f3a86e2076_14_7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6" name="Google Shape;3846;g3f3a86e2076_14_7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8" name="Shape 3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9" name="Google Shape;3869;g3f3a86e2076_14_37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0" name="Google Shape;3870;g3f3a86e2076_14_3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2" name="Shape 3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3" name="Google Shape;3893;g3f3a86e2076_14_30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4" name="Google Shape;3894;g3f3a86e2076_14_30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9" name="Shape 3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0" name="Google Shape;3910;g3f8241526e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1" name="Google Shape;3911;g3f8241526e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5" name="Shape 3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6" name="Google Shape;3936;g3f8241526e8_3_27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7" name="Google Shape;3937;g3f8241526e8_3_2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8" name="Shape 3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9" name="Google Shape;3959;g3f0f6336c15_25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0" name="Google Shape;3960;g3f0f6336c15_25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1" name="Shape 3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2" name="Google Shape;3972;g3f0e858f504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3" name="Google Shape;3973;g3f0e858f504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9" name="Shape 3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0" name="Google Shape;3980;g3f81b920c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1" name="Google Shape;3981;g3f81b920c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9" name="Shape 3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0" name="Google Shape;3990;g3f0e858f504_3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1" name="Google Shape;3991;g3f0e858f504_3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6" name="Shape 3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7" name="Google Shape;3997;g3f0e91ba278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8" name="Google Shape;3998;g3f0e91ba278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9" name="Shape 4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0" name="Google Shape;4010;g3f0e91ba278_0_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1" name="Google Shape;4011;g3f0e91ba278_0_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4" name="Shape 4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5" name="Google Shape;4015;g3f0e91ba278_0_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6" name="Google Shape;4016;g3f0e91ba278_0_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10800000">
            <a:off x="-1604593" y="-845132"/>
            <a:ext cx="3281418" cy="2132806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flipH="1" rot="-9899992">
            <a:off x="-1515196" y="4121356"/>
            <a:ext cx="3953580" cy="192177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047175" y="2571975"/>
            <a:ext cx="4383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4047175" y="1321975"/>
            <a:ext cx="1235700" cy="841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/>
          <p:nvPr>
            <p:ph idx="3" type="pic"/>
          </p:nvPr>
        </p:nvSpPr>
        <p:spPr>
          <a:xfrm>
            <a:off x="48462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7" name="Google Shape;17;p3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 flipH="1" rot="-4592116">
            <a:off x="6189" y="113200"/>
            <a:ext cx="642877" cy="51982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3" name="Google Shape;23;p4"/>
          <p:cNvSpPr/>
          <p:nvPr/>
        </p:nvSpPr>
        <p:spPr>
          <a:xfrm flipH="1" rot="-4014673">
            <a:off x="-1798429" y="-1029372"/>
            <a:ext cx="3158476" cy="250963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 flipH="1">
            <a:off x="8355841" y="2667287"/>
            <a:ext cx="734045" cy="45268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" name="Google Shape;25;p4"/>
          <p:cNvGrpSpPr/>
          <p:nvPr/>
        </p:nvGrpSpPr>
        <p:grpSpPr>
          <a:xfrm flipH="1">
            <a:off x="8380540" y="1729933"/>
            <a:ext cx="668783" cy="959747"/>
            <a:chOff x="10519314" y="4728596"/>
            <a:chExt cx="751780" cy="1078731"/>
          </a:xfrm>
        </p:grpSpPr>
        <p:grpSp>
          <p:nvGrpSpPr>
            <p:cNvPr id="26" name="Google Shape;26;p4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27" name="Google Shape;27;p4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28" name="Google Shape;28;p4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" name="Google Shape;29;p4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" name="Google Shape;30;p4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1" name="Google Shape;31;p4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32" name="Google Shape;32;p4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" name="Google Shape;33;p4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" name="Google Shape;34;p4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" name="Google Shape;35;p4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6" name="Google Shape;36;p4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37" name="Google Shape;37;p4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8" name="Google Shape;38;p4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9" name="Google Shape;39;p4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40" name="Google Shape;40;p4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" name="Google Shape;41;p4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" name="Google Shape;42;p4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43" name="Google Shape;43;p4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4" name="Google Shape;44;p4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5" name="Google Shape;45;p4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46" name="Google Shape;46;p4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" name="Google Shape;47;p4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8" name="Google Shape;48;p4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49" name="Google Shape;49;p4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0" name="Google Shape;50;p4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1" name="Google Shape;51;p4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52" name="Google Shape;52;p4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" name="Google Shape;53;p4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54" name="Google Shape;54;p4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55" name="Google Shape;55;p4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7" name="Google Shape;57;p4"/>
          <p:cNvGrpSpPr/>
          <p:nvPr/>
        </p:nvGrpSpPr>
        <p:grpSpPr>
          <a:xfrm flipH="1">
            <a:off x="8485925" y="662239"/>
            <a:ext cx="516117" cy="779220"/>
            <a:chOff x="10572463" y="3528536"/>
            <a:chExt cx="580168" cy="875823"/>
          </a:xfrm>
        </p:grpSpPr>
        <p:grpSp>
          <p:nvGrpSpPr>
            <p:cNvPr id="58" name="Google Shape;58;p4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59" name="Google Shape;59;p4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" name="Google Shape;60;p4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61" name="Google Shape;61;p4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" name="Google Shape;62;p4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" name="Google Shape;63;p4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" name="Google Shape;64;p4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5" name="Google Shape;65;p4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" name="Google Shape;66;p4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7" name="Google Shape;67;p4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68" name="Google Shape;68;p4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" name="Google Shape;69;p4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" name="Google Shape;70;p4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" name="Google Shape;71;p4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2" name="Google Shape;72;p4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" name="Google Shape;73;p4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74" name="Google Shape;74;p4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5" name="Google Shape;75;p4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76" name="Google Shape;76;p4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" name="Google Shape;77;p4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" name="Google Shape;78;p4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" name="Google Shape;82;p4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83" name="Google Shape;83;p4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" name="Google Shape;84;p4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7" name="Google Shape;87;p4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8" name="Google Shape;88;p4"/>
          <p:cNvGrpSpPr/>
          <p:nvPr/>
        </p:nvGrpSpPr>
        <p:grpSpPr>
          <a:xfrm flipH="1">
            <a:off x="8768853" y="1439765"/>
            <a:ext cx="22030" cy="294484"/>
            <a:chOff x="10809827" y="4402455"/>
            <a:chExt cx="24764" cy="330993"/>
          </a:xfrm>
        </p:grpSpPr>
        <p:sp>
          <p:nvSpPr>
            <p:cNvPr id="89" name="Google Shape;89;p4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4"/>
          <p:cNvSpPr/>
          <p:nvPr/>
        </p:nvSpPr>
        <p:spPr>
          <a:xfrm flipH="1" rot="8662747">
            <a:off x="7370974" y="4168319"/>
            <a:ext cx="2746019" cy="192168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3" name="Google Shape;93;p4"/>
          <p:cNvGrpSpPr/>
          <p:nvPr/>
        </p:nvGrpSpPr>
        <p:grpSpPr>
          <a:xfrm flipH="1">
            <a:off x="122956" y="4228558"/>
            <a:ext cx="829992" cy="750888"/>
            <a:chOff x="8114596" y="445039"/>
            <a:chExt cx="633002" cy="572716"/>
          </a:xfrm>
        </p:grpSpPr>
        <p:grpSp>
          <p:nvGrpSpPr>
            <p:cNvPr id="94" name="Google Shape;94;p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95" name="Google Shape;95;p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6" name="Google Shape;96;p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97" name="Google Shape;97;p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0" name="Google Shape;100;p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101" name="Google Shape;101;p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2" name="Google Shape;102;p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103" name="Google Shape;103;p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104" name="Google Shape;104;p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5" name="Google Shape;105;p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6" name="Google Shape;106;p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107" name="Google Shape;107;p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" name="Google Shape;108;p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9" name="Google Shape;109;p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110" name="Google Shape;110;p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" name="Google Shape;111;p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4" name="Google Shape;114;p5"/>
          <p:cNvSpPr txBox="1"/>
          <p:nvPr>
            <p:ph idx="1" type="subTitle"/>
          </p:nvPr>
        </p:nvSpPr>
        <p:spPr>
          <a:xfrm>
            <a:off x="4679150" y="2453574"/>
            <a:ext cx="3384300" cy="11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5" name="Google Shape;115;p5"/>
          <p:cNvSpPr txBox="1"/>
          <p:nvPr>
            <p:ph idx="2" type="subTitle"/>
          </p:nvPr>
        </p:nvSpPr>
        <p:spPr>
          <a:xfrm>
            <a:off x="1080525" y="2453574"/>
            <a:ext cx="3384300" cy="11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6" name="Google Shape;116;p5"/>
          <p:cNvSpPr txBox="1"/>
          <p:nvPr>
            <p:ph idx="3" type="subTitle"/>
          </p:nvPr>
        </p:nvSpPr>
        <p:spPr>
          <a:xfrm>
            <a:off x="1080536" y="1817200"/>
            <a:ext cx="3384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7" name="Google Shape;117;p5"/>
          <p:cNvSpPr txBox="1"/>
          <p:nvPr>
            <p:ph idx="4" type="subTitle"/>
          </p:nvPr>
        </p:nvSpPr>
        <p:spPr>
          <a:xfrm>
            <a:off x="4679164" y="1817200"/>
            <a:ext cx="3384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8" name="Google Shape;118;p5"/>
          <p:cNvSpPr/>
          <p:nvPr/>
        </p:nvSpPr>
        <p:spPr>
          <a:xfrm rot="5551952">
            <a:off x="-721531" y="4084618"/>
            <a:ext cx="2053998" cy="1765206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 rot="-460685">
            <a:off x="-850641" y="-888875"/>
            <a:ext cx="2082611" cy="168399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 rot="3259731">
            <a:off x="7063135" y="-804478"/>
            <a:ext cx="3168421" cy="256197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3" name="Google Shape;123;p6"/>
          <p:cNvSpPr/>
          <p:nvPr/>
        </p:nvSpPr>
        <p:spPr>
          <a:xfrm rot="-9076707">
            <a:off x="85462" y="-755109"/>
            <a:ext cx="1683799" cy="1313891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4" name="Google Shape;124;p6"/>
          <p:cNvGrpSpPr/>
          <p:nvPr/>
        </p:nvGrpSpPr>
        <p:grpSpPr>
          <a:xfrm>
            <a:off x="6779278" y="192982"/>
            <a:ext cx="2107998" cy="297419"/>
            <a:chOff x="6108096" y="3265836"/>
            <a:chExt cx="1633727" cy="230504"/>
          </a:xfrm>
        </p:grpSpPr>
        <p:sp>
          <p:nvSpPr>
            <p:cNvPr id="125" name="Google Shape;125;p6"/>
            <p:cNvSpPr/>
            <p:nvPr/>
          </p:nvSpPr>
          <p:spPr>
            <a:xfrm>
              <a:off x="6108096" y="3265836"/>
              <a:ext cx="1633727" cy="230504"/>
            </a:xfrm>
            <a:custGeom>
              <a:rect b="b" l="l" r="r" t="t"/>
              <a:pathLst>
                <a:path extrusionOk="0" h="230504" w="1633727">
                  <a:moveTo>
                    <a:pt x="1518476" y="0"/>
                  </a:moveTo>
                  <a:cubicBezTo>
                    <a:pt x="1582128" y="0"/>
                    <a:pt x="1633728" y="51600"/>
                    <a:pt x="1633728" y="115253"/>
                  </a:cubicBezTo>
                  <a:lnTo>
                    <a:pt x="1633728" y="115253"/>
                  </a:lnTo>
                  <a:cubicBezTo>
                    <a:pt x="1633728" y="178905"/>
                    <a:pt x="1582128" y="230505"/>
                    <a:pt x="1518476" y="230505"/>
                  </a:cubicBezTo>
                  <a:lnTo>
                    <a:pt x="115252" y="230505"/>
                  </a:lnTo>
                  <a:cubicBezTo>
                    <a:pt x="51601" y="230505"/>
                    <a:pt x="0" y="178905"/>
                    <a:pt x="0" y="115253"/>
                  </a:cubicBezTo>
                  <a:lnTo>
                    <a:pt x="0" y="115253"/>
                  </a:lnTo>
                  <a:cubicBezTo>
                    <a:pt x="0" y="51600"/>
                    <a:pt x="51601" y="0"/>
                    <a:pt x="115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7528381" y="3292292"/>
              <a:ext cx="166485" cy="165854"/>
            </a:xfrm>
            <a:custGeom>
              <a:rect b="b" l="l" r="r" t="t"/>
              <a:pathLst>
                <a:path extrusionOk="0" h="165854" w="166485">
                  <a:moveTo>
                    <a:pt x="161532" y="137469"/>
                  </a:moveTo>
                  <a:lnTo>
                    <a:pt x="120003" y="95941"/>
                  </a:lnTo>
                  <a:lnTo>
                    <a:pt x="113336" y="102608"/>
                  </a:lnTo>
                  <a:lnTo>
                    <a:pt x="105811" y="95083"/>
                  </a:lnTo>
                  <a:cubicBezTo>
                    <a:pt x="123622" y="71842"/>
                    <a:pt x="122194" y="38600"/>
                    <a:pt x="100953" y="17359"/>
                  </a:cubicBezTo>
                  <a:cubicBezTo>
                    <a:pt x="77807" y="-5786"/>
                    <a:pt x="40374" y="-5786"/>
                    <a:pt x="17324" y="17359"/>
                  </a:cubicBezTo>
                  <a:cubicBezTo>
                    <a:pt x="-5727" y="40505"/>
                    <a:pt x="-5822" y="77938"/>
                    <a:pt x="17324" y="100989"/>
                  </a:cubicBezTo>
                  <a:cubicBezTo>
                    <a:pt x="38850" y="122515"/>
                    <a:pt x="72568" y="123754"/>
                    <a:pt x="95809" y="105275"/>
                  </a:cubicBezTo>
                  <a:lnTo>
                    <a:pt x="103334" y="112800"/>
                  </a:lnTo>
                  <a:lnTo>
                    <a:pt x="96667" y="119467"/>
                  </a:lnTo>
                  <a:lnTo>
                    <a:pt x="138196" y="160996"/>
                  </a:lnTo>
                  <a:cubicBezTo>
                    <a:pt x="144673" y="167473"/>
                    <a:pt x="155150" y="167473"/>
                    <a:pt x="161627" y="160996"/>
                  </a:cubicBezTo>
                  <a:lnTo>
                    <a:pt x="161627" y="160996"/>
                  </a:lnTo>
                  <a:cubicBezTo>
                    <a:pt x="168104" y="154519"/>
                    <a:pt x="168104" y="144042"/>
                    <a:pt x="161627" y="137565"/>
                  </a:cubicBezTo>
                  <a:close/>
                  <a:moveTo>
                    <a:pt x="59138" y="102513"/>
                  </a:moveTo>
                  <a:cubicBezTo>
                    <a:pt x="54471" y="102513"/>
                    <a:pt x="49899" y="101751"/>
                    <a:pt x="45612" y="100417"/>
                  </a:cubicBezTo>
                  <a:cubicBezTo>
                    <a:pt x="33611" y="96512"/>
                    <a:pt x="23896" y="87463"/>
                    <a:pt x="19133" y="75938"/>
                  </a:cubicBezTo>
                  <a:cubicBezTo>
                    <a:pt x="16942" y="70794"/>
                    <a:pt x="15799" y="65175"/>
                    <a:pt x="15799" y="59269"/>
                  </a:cubicBezTo>
                  <a:cubicBezTo>
                    <a:pt x="15799" y="35361"/>
                    <a:pt x="35231" y="15931"/>
                    <a:pt x="59138" y="15931"/>
                  </a:cubicBezTo>
                  <a:cubicBezTo>
                    <a:pt x="65044" y="15931"/>
                    <a:pt x="70663" y="17074"/>
                    <a:pt x="75807" y="19264"/>
                  </a:cubicBezTo>
                  <a:cubicBezTo>
                    <a:pt x="87332" y="24122"/>
                    <a:pt x="96381" y="33742"/>
                    <a:pt x="100286" y="45744"/>
                  </a:cubicBezTo>
                  <a:cubicBezTo>
                    <a:pt x="101715" y="50030"/>
                    <a:pt x="102382" y="54507"/>
                    <a:pt x="102382" y="59269"/>
                  </a:cubicBezTo>
                  <a:cubicBezTo>
                    <a:pt x="102382" y="83177"/>
                    <a:pt x="83046" y="102513"/>
                    <a:pt x="59138" y="1025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7475124" y="3290220"/>
              <a:ext cx="7620" cy="174307"/>
            </a:xfrm>
            <a:custGeom>
              <a:rect b="b" l="l" r="r" t="t"/>
              <a:pathLst>
                <a:path extrusionOk="0" h="174307" w="7620">
                  <a:moveTo>
                    <a:pt x="3810" y="174308"/>
                  </a:moveTo>
                  <a:lnTo>
                    <a:pt x="3810" y="174308"/>
                  </a:lnTo>
                  <a:cubicBezTo>
                    <a:pt x="1714" y="174308"/>
                    <a:pt x="0" y="172593"/>
                    <a:pt x="0" y="170497"/>
                  </a:cubicBezTo>
                  <a:lnTo>
                    <a:pt x="0" y="3810"/>
                  </a:lnTo>
                  <a:cubicBezTo>
                    <a:pt x="0" y="1714"/>
                    <a:pt x="1714" y="0"/>
                    <a:pt x="3810" y="0"/>
                  </a:cubicBezTo>
                  <a:lnTo>
                    <a:pt x="3810" y="0"/>
                  </a:lnTo>
                  <a:cubicBezTo>
                    <a:pt x="5905" y="0"/>
                    <a:pt x="7620" y="1714"/>
                    <a:pt x="7620" y="3810"/>
                  </a:cubicBezTo>
                  <a:lnTo>
                    <a:pt x="7620" y="170497"/>
                  </a:lnTo>
                  <a:cubicBezTo>
                    <a:pt x="7620" y="172593"/>
                    <a:pt x="5905" y="174308"/>
                    <a:pt x="3810" y="174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6"/>
          <p:cNvSpPr/>
          <p:nvPr/>
        </p:nvSpPr>
        <p:spPr>
          <a:xfrm flipH="1" rot="532502">
            <a:off x="-514115" y="4385276"/>
            <a:ext cx="1514959" cy="122499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" name="Google Shape;129;p6"/>
          <p:cNvGrpSpPr/>
          <p:nvPr/>
        </p:nvGrpSpPr>
        <p:grpSpPr>
          <a:xfrm>
            <a:off x="-148774" y="4544215"/>
            <a:ext cx="784225" cy="584398"/>
            <a:chOff x="1914620" y="1930431"/>
            <a:chExt cx="572929" cy="426911"/>
          </a:xfrm>
        </p:grpSpPr>
        <p:grpSp>
          <p:nvGrpSpPr>
            <p:cNvPr id="130" name="Google Shape;130;p6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31" name="Google Shape;131;p6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6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rect b="b" l="l" r="r" t="t"/>
                <a:pathLst>
                  <a:path extrusionOk="0" h="299465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6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4" name="Google Shape;134;p6"/>
            <p:cNvSpPr/>
            <p:nvPr/>
          </p:nvSpPr>
          <p:spPr>
            <a:xfrm>
              <a:off x="2024157" y="2180272"/>
              <a:ext cx="222980" cy="101917"/>
            </a:xfrm>
            <a:custGeom>
              <a:rect b="b" l="l" r="r" t="t"/>
              <a:pathLst>
                <a:path extrusionOk="0" h="101917" w="22298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" name="Google Shape;135;p6"/>
          <p:cNvSpPr/>
          <p:nvPr/>
        </p:nvSpPr>
        <p:spPr>
          <a:xfrm rot="5844200">
            <a:off x="8030548" y="2339312"/>
            <a:ext cx="2404301" cy="131859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8" name="Google Shape;138;p7"/>
          <p:cNvSpPr txBox="1"/>
          <p:nvPr>
            <p:ph idx="1" type="subTitle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39" name="Google Shape;139;p7"/>
          <p:cNvSpPr/>
          <p:nvPr>
            <p:ph idx="2" type="pic"/>
          </p:nvPr>
        </p:nvSpPr>
        <p:spPr>
          <a:xfrm>
            <a:off x="566897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40" name="Google Shape;140;p7"/>
          <p:cNvSpPr/>
          <p:nvPr/>
        </p:nvSpPr>
        <p:spPr>
          <a:xfrm rot="-2381697">
            <a:off x="-1265120" y="-661594"/>
            <a:ext cx="3096202" cy="2008988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 rot="-7296874">
            <a:off x="-735040" y="4231574"/>
            <a:ext cx="2036053" cy="150886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2" name="Google Shape;142;p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43" name="Google Shape;143;p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44" name="Google Shape;144;p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7" name="Google Shape;147;p7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0" name="Google Shape;150;p8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 flipH="1" rot="-4592116">
            <a:off x="6189" y="113200"/>
            <a:ext cx="642877" cy="51982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5" name="Google Shape;155;p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6" name="Google Shape;156;p9"/>
          <p:cNvSpPr/>
          <p:nvPr/>
        </p:nvSpPr>
        <p:spPr>
          <a:xfrm rot="3263452">
            <a:off x="-163955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 rot="-460623">
            <a:off x="-1793263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 rot="4592047">
            <a:off x="7797256" y="593203"/>
            <a:ext cx="1475158" cy="119280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/>
          <p:nvPr>
            <p:ph hasCustomPrompt="1" type="title"/>
          </p:nvPr>
        </p:nvSpPr>
        <p:spPr>
          <a:xfrm>
            <a:off x="713225" y="1477363"/>
            <a:ext cx="6576000" cy="152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3" name="Google Shape;163;p11"/>
          <p:cNvSpPr txBox="1"/>
          <p:nvPr>
            <p:ph idx="1" type="subTitle"/>
          </p:nvPr>
        </p:nvSpPr>
        <p:spPr>
          <a:xfrm>
            <a:off x="713225" y="3169038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4" name="Google Shape;164;p11"/>
          <p:cNvSpPr/>
          <p:nvPr/>
        </p:nvSpPr>
        <p:spPr>
          <a:xfrm flipH="1" rot="-1900174">
            <a:off x="-500059" y="-436065"/>
            <a:ext cx="1729608" cy="139855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1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1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1"/>
          <p:cNvSpPr/>
          <p:nvPr/>
        </p:nvSpPr>
        <p:spPr>
          <a:xfrm flipH="1" rot="531593">
            <a:off x="-1222788" y="3829381"/>
            <a:ext cx="2902962" cy="234732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8" name="Google Shape;168;p11"/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169" name="Google Shape;169;p11"/>
            <p:cNvSpPr/>
            <p:nvPr/>
          </p:nvSpPr>
          <p:spPr>
            <a:xfrm>
              <a:off x="6737915" y="169351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1"/>
            <p:cNvSpPr/>
            <p:nvPr/>
          </p:nvSpPr>
          <p:spPr>
            <a:xfrm>
              <a:off x="6653203" y="8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1" name="Google Shape;171;p11"/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172" name="Google Shape;172;p11"/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rect b="b" l="l" r="r" t="t"/>
                <a:pathLst>
                  <a:path extrusionOk="0" h="1983676" w="1959864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rect b="b" l="l" r="r" t="t"/>
                <a:pathLst>
                  <a:path extrusionOk="0" h="172307" w="1959958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4" name="Google Shape;174;p11"/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175" name="Google Shape;175;p11"/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" name="Google Shape;176;p11"/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" name="Google Shape;177;p11"/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8" name="Google Shape;178;p11"/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179" name="Google Shape;179;p11"/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180" name="Google Shape;180;p11"/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" name="Google Shape;181;p11"/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" name="Google Shape;182;p11"/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" name="Google Shape;183;p11"/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" name="Google Shape;184;p11"/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" name="Google Shape;185;p11"/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" name="Google Shape;186;p11"/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" name="Google Shape;187;p11"/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" name="Google Shape;188;p11"/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" name="Google Shape;189;p11"/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0" name="Google Shape;190;p11"/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191" name="Google Shape;191;p11"/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" name="Google Shape;192;p11"/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" name="Google Shape;193;p11"/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" name="Google Shape;194;p11"/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" name="Google Shape;195;p11"/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" name="Google Shape;196;p11"/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" name="Google Shape;197;p11"/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" name="Google Shape;198;p11"/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" name="Google Shape;199;p11"/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" name="Google Shape;200;p11"/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1" name="Google Shape;201;p11"/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202" name="Google Shape;202;p11"/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" name="Google Shape;203;p11"/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" name="Google Shape;204;p11"/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" name="Google Shape;205;p11"/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" name="Google Shape;206;p11"/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" name="Google Shape;207;p11"/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" name="Google Shape;208;p11"/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" name="Google Shape;209;p11"/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10" name="Google Shape;210;p11"/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rect b="b" l="l" r="r" t="t"/>
                <a:pathLst>
                  <a:path extrusionOk="0" h="438816" w="605885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rect b="b" l="l" r="r" t="t"/>
                <a:pathLst>
                  <a:path extrusionOk="0" h="815149" w="605885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2" name="Google Shape;212;p11"/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213" name="Google Shape;213;p11"/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214" name="Google Shape;214;p11"/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" name="Google Shape;215;p11"/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11"/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11"/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18" name="Google Shape;218;p11"/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219" name="Google Shape;219;p11"/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220" name="Google Shape;220;p11"/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" name="Google Shape;221;p11"/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" name="Google Shape;222;p11"/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3" name="Google Shape;223;p11"/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224" name="Google Shape;224;p11"/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" name="Google Shape;225;p11"/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6" name="Google Shape;226;p11"/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227" name="Google Shape;227;p11"/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8" name="Google Shape;228;p11"/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9" name="Google Shape;229;p11"/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230" name="Google Shape;230;p11"/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231" name="Google Shape;231;p11"/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rect b="b" l="l" r="r" t="t"/>
                <a:pathLst>
                  <a:path extrusionOk="0" h="149542" w="256508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2" name="Google Shape;232;p11"/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233" name="Google Shape;233;p11"/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234" name="Google Shape;234;p11"/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rect b="b" l="l" r="r" t="t"/>
                    <a:pathLst>
                      <a:path extrusionOk="0" h="42672" w="42671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5" name="Google Shape;235;p11"/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rect b="b" l="l" r="r" t="t"/>
                    <a:pathLst>
                      <a:path extrusionOk="0" h="65418" w="65418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36" name="Google Shape;236;p11"/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237" name="Google Shape;237;p11"/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rect b="b" l="l" r="r" t="t"/>
                    <a:pathLst>
                      <a:path extrusionOk="0" h="98921" w="98773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8" name="Google Shape;238;p11"/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rect b="b" l="l" r="r" t="t"/>
                    <a:pathLst>
                      <a:path extrusionOk="0" h="15573" w="15573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2" name="Google Shape;242;p13"/>
          <p:cNvSpPr txBox="1"/>
          <p:nvPr>
            <p:ph hasCustomPrompt="1" idx="2" type="title"/>
          </p:nvPr>
        </p:nvSpPr>
        <p:spPr>
          <a:xfrm>
            <a:off x="1100975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3" name="Google Shape;243;p13"/>
          <p:cNvSpPr txBox="1"/>
          <p:nvPr>
            <p:ph hasCustomPrompt="1" idx="3" type="title"/>
          </p:nvPr>
        </p:nvSpPr>
        <p:spPr>
          <a:xfrm>
            <a:off x="1100975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4" name="Google Shape;244;p13"/>
          <p:cNvSpPr txBox="1"/>
          <p:nvPr>
            <p:ph hasCustomPrompt="1" idx="4" type="title"/>
          </p:nvPr>
        </p:nvSpPr>
        <p:spPr>
          <a:xfrm>
            <a:off x="3419250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5" name="Google Shape;245;p13"/>
          <p:cNvSpPr txBox="1"/>
          <p:nvPr>
            <p:ph hasCustomPrompt="1" idx="5" type="title"/>
          </p:nvPr>
        </p:nvSpPr>
        <p:spPr>
          <a:xfrm>
            <a:off x="3419250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6" name="Google Shape;246;p13"/>
          <p:cNvSpPr txBox="1"/>
          <p:nvPr>
            <p:ph hasCustomPrompt="1" idx="6" type="title"/>
          </p:nvPr>
        </p:nvSpPr>
        <p:spPr>
          <a:xfrm>
            <a:off x="5737525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7" name="Google Shape;247;p13"/>
          <p:cNvSpPr txBox="1"/>
          <p:nvPr>
            <p:ph hasCustomPrompt="1" idx="7" type="title"/>
          </p:nvPr>
        </p:nvSpPr>
        <p:spPr>
          <a:xfrm>
            <a:off x="5737525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8" name="Google Shape;248;p13"/>
          <p:cNvSpPr txBox="1"/>
          <p:nvPr>
            <p:ph idx="1" type="subTitle"/>
          </p:nvPr>
        </p:nvSpPr>
        <p:spPr>
          <a:xfrm>
            <a:off x="1100975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9" name="Google Shape;249;p13"/>
          <p:cNvSpPr txBox="1"/>
          <p:nvPr>
            <p:ph idx="8" type="subTitle"/>
          </p:nvPr>
        </p:nvSpPr>
        <p:spPr>
          <a:xfrm>
            <a:off x="3419250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0" name="Google Shape;250;p13"/>
          <p:cNvSpPr txBox="1"/>
          <p:nvPr>
            <p:ph idx="9" type="subTitle"/>
          </p:nvPr>
        </p:nvSpPr>
        <p:spPr>
          <a:xfrm>
            <a:off x="5737525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1" name="Google Shape;251;p13"/>
          <p:cNvSpPr txBox="1"/>
          <p:nvPr>
            <p:ph idx="13" type="subTitle"/>
          </p:nvPr>
        </p:nvSpPr>
        <p:spPr>
          <a:xfrm>
            <a:off x="1100975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2" name="Google Shape;252;p13"/>
          <p:cNvSpPr txBox="1"/>
          <p:nvPr>
            <p:ph idx="14" type="subTitle"/>
          </p:nvPr>
        </p:nvSpPr>
        <p:spPr>
          <a:xfrm>
            <a:off x="3419250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3" name="Google Shape;253;p13"/>
          <p:cNvSpPr txBox="1"/>
          <p:nvPr>
            <p:ph idx="15" type="subTitle"/>
          </p:nvPr>
        </p:nvSpPr>
        <p:spPr>
          <a:xfrm>
            <a:off x="5737525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54" name="Google Shape;254;p13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6" name="Google Shape;256;p13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257" name="Google Shape;257;p13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258" name="Google Shape;258;p13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9" name="Google Shape;259;p13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60" name="Google Shape;260;p13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" name="Google Shape;261;p13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" name="Google Shape;262;p13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63" name="Google Shape;263;p13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64" name="Google Shape;264;p13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5" name="Google Shape;265;p13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66" name="Google Shape;266;p13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67" name="Google Shape;267;p13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8" name="Google Shape;268;p13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9" name="Google Shape;269;p13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70" name="Google Shape;270;p13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" name="Google Shape;271;p13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72" name="Google Shape;272;p13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73" name="Google Shape;273;p13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4" name="Google Shape;274;p13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275" name="Google Shape;275;p13"/>
          <p:cNvSpPr/>
          <p:nvPr/>
        </p:nvSpPr>
        <p:spPr>
          <a:xfrm>
            <a:off x="62832" y="4828541"/>
            <a:ext cx="734045" cy="45268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6" name="Google Shape;276;p13"/>
          <p:cNvGrpSpPr/>
          <p:nvPr/>
        </p:nvGrpSpPr>
        <p:grpSpPr>
          <a:xfrm>
            <a:off x="103395" y="3891186"/>
            <a:ext cx="668783" cy="959747"/>
            <a:chOff x="10519314" y="4728596"/>
            <a:chExt cx="751780" cy="1078731"/>
          </a:xfrm>
        </p:grpSpPr>
        <p:grpSp>
          <p:nvGrpSpPr>
            <p:cNvPr id="277" name="Google Shape;277;p13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278" name="Google Shape;278;p13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279" name="Google Shape;279;p13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0" name="Google Shape;280;p13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" name="Google Shape;281;p13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82" name="Google Shape;282;p13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283" name="Google Shape;283;p13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4" name="Google Shape;284;p13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5" name="Google Shape;285;p13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6" name="Google Shape;286;p13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87" name="Google Shape;287;p13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288" name="Google Shape;288;p13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" name="Google Shape;289;p13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0" name="Google Shape;290;p13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291" name="Google Shape;291;p13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2" name="Google Shape;292;p13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93" name="Google Shape;293;p13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294" name="Google Shape;294;p13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5" name="Google Shape;295;p13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96" name="Google Shape;296;p13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297" name="Google Shape;297;p13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" name="Google Shape;298;p13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9" name="Google Shape;299;p13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300" name="Google Shape;300;p13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" name="Google Shape;301;p13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2" name="Google Shape;302;p13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303" name="Google Shape;303;p13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" name="Google Shape;304;p13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305" name="Google Shape;305;p13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306" name="Google Shape;306;p13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13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8" name="Google Shape;308;p13"/>
          <p:cNvGrpSpPr/>
          <p:nvPr/>
        </p:nvGrpSpPr>
        <p:grpSpPr>
          <a:xfrm>
            <a:off x="150676" y="2823493"/>
            <a:ext cx="516117" cy="779220"/>
            <a:chOff x="10572463" y="3528536"/>
            <a:chExt cx="580168" cy="875823"/>
          </a:xfrm>
        </p:grpSpPr>
        <p:grpSp>
          <p:nvGrpSpPr>
            <p:cNvPr id="309" name="Google Shape;309;p13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310" name="Google Shape;310;p13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1" name="Google Shape;311;p13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312" name="Google Shape;312;p13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" name="Google Shape;313;p13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" name="Google Shape;314;p13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" name="Google Shape;315;p13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" name="Google Shape;316;p13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" name="Google Shape;317;p13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8" name="Google Shape;318;p13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319" name="Google Shape;319;p13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" name="Google Shape;320;p13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" name="Google Shape;321;p13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" name="Google Shape;322;p13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23" name="Google Shape;323;p13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4" name="Google Shape;324;p13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325" name="Google Shape;325;p13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6" name="Google Shape;326;p13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327" name="Google Shape;327;p13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" name="Google Shape;328;p13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" name="Google Shape;329;p13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" name="Google Shape;330;p13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" name="Google Shape;331;p13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" name="Google Shape;332;p13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3" name="Google Shape;333;p13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334" name="Google Shape;334;p13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" name="Google Shape;335;p13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6" name="Google Shape;336;p13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" name="Google Shape;337;p13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38" name="Google Shape;338;p13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9" name="Google Shape;339;p13"/>
          <p:cNvGrpSpPr/>
          <p:nvPr/>
        </p:nvGrpSpPr>
        <p:grpSpPr>
          <a:xfrm>
            <a:off x="361835" y="3601018"/>
            <a:ext cx="22030" cy="294484"/>
            <a:chOff x="10809827" y="4402455"/>
            <a:chExt cx="24764" cy="330993"/>
          </a:xfrm>
        </p:grpSpPr>
        <p:sp>
          <p:nvSpPr>
            <p:cNvPr id="340" name="Google Shape;340;p13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3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3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 txBox="1"/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5" name="Google Shape;345;p14"/>
          <p:cNvSpPr txBox="1"/>
          <p:nvPr>
            <p:ph idx="1" type="subTitle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346" name="Google Shape;346;p14"/>
          <p:cNvSpPr/>
          <p:nvPr>
            <p:ph idx="2" type="pic"/>
          </p:nvPr>
        </p:nvSpPr>
        <p:spPr>
          <a:xfrm>
            <a:off x="566897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7" name="Google Shape;347;p14"/>
          <p:cNvSpPr/>
          <p:nvPr/>
        </p:nvSpPr>
        <p:spPr>
          <a:xfrm rot="-2381697">
            <a:off x="-1265120" y="-661594"/>
            <a:ext cx="3096202" cy="2008988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4"/>
          <p:cNvSpPr/>
          <p:nvPr/>
        </p:nvSpPr>
        <p:spPr>
          <a:xfrm rot="-7296874">
            <a:off x="-735040" y="4231574"/>
            <a:ext cx="2036053" cy="150886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9" name="Google Shape;349;p1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350" name="Google Shape;350;p1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351" name="Google Shape;351;p1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1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4" name="Google Shape;354;p14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_1"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"/>
          <p:cNvSpPr txBox="1"/>
          <p:nvPr>
            <p:ph type="title"/>
          </p:nvPr>
        </p:nvSpPr>
        <p:spPr>
          <a:xfrm>
            <a:off x="2013850" y="841075"/>
            <a:ext cx="5116200" cy="139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7" name="Google Shape;357;p15"/>
          <p:cNvSpPr txBox="1"/>
          <p:nvPr>
            <p:ph idx="1" type="subTitle"/>
          </p:nvPr>
        </p:nvSpPr>
        <p:spPr>
          <a:xfrm>
            <a:off x="2013850" y="2231525"/>
            <a:ext cx="51162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358" name="Google Shape;358;p15"/>
          <p:cNvSpPr/>
          <p:nvPr/>
        </p:nvSpPr>
        <p:spPr>
          <a:xfrm flipH="1" rot="9076707">
            <a:off x="7972821" y="-586852"/>
            <a:ext cx="1683799" cy="167281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9" name="Google Shape;359;p15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360" name="Google Shape;360;p15"/>
            <p:cNvSpPr/>
            <p:nvPr/>
          </p:nvSpPr>
          <p:spPr>
            <a:xfrm>
              <a:off x="7385113" y="1535430"/>
              <a:ext cx="435673" cy="541115"/>
            </a:xfrm>
            <a:custGeom>
              <a:rect b="b" l="l" r="r" t="t"/>
              <a:pathLst>
                <a:path extrusionOk="0" h="541115" w="435673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1" name="Google Shape;361;p15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362" name="Google Shape;362;p15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5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5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rect b="b" l="l" r="r" t="t"/>
                <a:pathLst>
                  <a:path extrusionOk="0" h="41529" w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65" name="Google Shape;365;p15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366" name="Google Shape;366;p15"/>
            <p:cNvSpPr/>
            <p:nvPr/>
          </p:nvSpPr>
          <p:spPr>
            <a:xfrm>
              <a:off x="7420451" y="1852041"/>
              <a:ext cx="357473" cy="163258"/>
            </a:xfrm>
            <a:custGeom>
              <a:rect b="b" l="l" r="r" t="t"/>
              <a:pathLst>
                <a:path extrusionOk="0" h="163258" w="357473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7425594" y="1639728"/>
              <a:ext cx="353948" cy="180117"/>
            </a:xfrm>
            <a:custGeom>
              <a:rect b="b" l="l" r="r" t="t"/>
              <a:pathLst>
                <a:path extrusionOk="0" h="180117" w="353948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" name="Google Shape;368;p15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369" name="Google Shape;369;p15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370" name="Google Shape;370;p15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5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2" name="Google Shape;372;p15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15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374" name="Google Shape;374;p15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5" name="Google Shape;375;p15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376" name="Google Shape;376;p15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377" name="Google Shape;377;p15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378" name="Google Shape;378;p15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9" name="Google Shape;379;p15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0" name="Google Shape;380;p15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381" name="Google Shape;381;p15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2" name="Google Shape;382;p15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3" name="Google Shape;383;p15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384" name="Google Shape;384;p15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5" name="Google Shape;385;p15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86" name="Google Shape;386;p15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15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15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9" name="Google Shape;389;p15"/>
          <p:cNvGrpSpPr/>
          <p:nvPr/>
        </p:nvGrpSpPr>
        <p:grpSpPr>
          <a:xfrm flipH="1" rot="5400000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390" name="Google Shape;390;p15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3" name="Google Shape;393;p15"/>
          <p:cNvSpPr/>
          <p:nvPr/>
        </p:nvSpPr>
        <p:spPr>
          <a:xfrm rot="-532595">
            <a:off x="7984139" y="4422751"/>
            <a:ext cx="1661199" cy="134324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5"/>
          <p:cNvSpPr/>
          <p:nvPr/>
        </p:nvSpPr>
        <p:spPr>
          <a:xfrm flipH="1" rot="-5145822">
            <a:off x="-1235221" y="72085"/>
            <a:ext cx="2404292" cy="131859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7" name="Google Shape;397;p16"/>
          <p:cNvSpPr txBox="1"/>
          <p:nvPr>
            <p:ph idx="1" type="subTitle"/>
          </p:nvPr>
        </p:nvSpPr>
        <p:spPr>
          <a:xfrm>
            <a:off x="937625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8" name="Google Shape;398;p16"/>
          <p:cNvSpPr txBox="1"/>
          <p:nvPr>
            <p:ph idx="2" type="subTitle"/>
          </p:nvPr>
        </p:nvSpPr>
        <p:spPr>
          <a:xfrm>
            <a:off x="3484347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99" name="Google Shape;399;p16"/>
          <p:cNvSpPr txBox="1"/>
          <p:nvPr>
            <p:ph idx="3" type="subTitle"/>
          </p:nvPr>
        </p:nvSpPr>
        <p:spPr>
          <a:xfrm>
            <a:off x="6031075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0" name="Google Shape;400;p16"/>
          <p:cNvSpPr txBox="1"/>
          <p:nvPr>
            <p:ph idx="4" type="subTitle"/>
          </p:nvPr>
        </p:nvSpPr>
        <p:spPr>
          <a:xfrm>
            <a:off x="937625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01" name="Google Shape;401;p16"/>
          <p:cNvSpPr txBox="1"/>
          <p:nvPr>
            <p:ph idx="5" type="subTitle"/>
          </p:nvPr>
        </p:nvSpPr>
        <p:spPr>
          <a:xfrm>
            <a:off x="3484350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02" name="Google Shape;402;p16"/>
          <p:cNvSpPr txBox="1"/>
          <p:nvPr>
            <p:ph idx="6" type="subTitle"/>
          </p:nvPr>
        </p:nvSpPr>
        <p:spPr>
          <a:xfrm>
            <a:off x="6031075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403" name="Google Shape;403;p16"/>
          <p:cNvSpPr/>
          <p:nvPr/>
        </p:nvSpPr>
        <p:spPr>
          <a:xfrm flipH="1" rot="8800738">
            <a:off x="7902412" y="4181666"/>
            <a:ext cx="1680262" cy="135858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6"/>
          <p:cNvSpPr/>
          <p:nvPr/>
        </p:nvSpPr>
        <p:spPr>
          <a:xfrm flipH="1" rot="-8942362">
            <a:off x="-983149" y="4040244"/>
            <a:ext cx="2474148" cy="200058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6"/>
          <p:cNvSpPr/>
          <p:nvPr/>
        </p:nvSpPr>
        <p:spPr>
          <a:xfrm flipH="1" rot="1554271">
            <a:off x="7563507" y="-664049"/>
            <a:ext cx="2112334" cy="200257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62825" y="1725386"/>
            <a:ext cx="606206" cy="37384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7" name="Google Shape;407;p16"/>
          <p:cNvGrpSpPr/>
          <p:nvPr/>
        </p:nvGrpSpPr>
        <p:grpSpPr>
          <a:xfrm>
            <a:off x="96399" y="951293"/>
            <a:ext cx="552408" cy="792759"/>
            <a:chOff x="10519314" y="4728596"/>
            <a:chExt cx="751780" cy="1078731"/>
          </a:xfrm>
        </p:grpSpPr>
        <p:grpSp>
          <p:nvGrpSpPr>
            <p:cNvPr id="408" name="Google Shape;408;p16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409" name="Google Shape;409;p16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410" name="Google Shape;410;p16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1" name="Google Shape;411;p16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" name="Google Shape;412;p16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13" name="Google Shape;413;p16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414" name="Google Shape;414;p16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5" name="Google Shape;415;p16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6" name="Google Shape;416;p16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7" name="Google Shape;417;p16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18" name="Google Shape;418;p16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419" name="Google Shape;419;p16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" name="Google Shape;420;p16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21" name="Google Shape;421;p16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422" name="Google Shape;422;p16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3" name="Google Shape;423;p16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4" name="Google Shape;424;p16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425" name="Google Shape;425;p16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6" name="Google Shape;426;p16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27" name="Google Shape;427;p16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428" name="Google Shape;428;p16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" name="Google Shape;429;p16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0" name="Google Shape;430;p16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431" name="Google Shape;431;p16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2" name="Google Shape;432;p16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33" name="Google Shape;433;p16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434" name="Google Shape;434;p16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5" name="Google Shape;435;p16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436" name="Google Shape;436;p16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437" name="Google Shape;437;p16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6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9" name="Google Shape;439;p16"/>
          <p:cNvGrpSpPr/>
          <p:nvPr/>
        </p:nvGrpSpPr>
        <p:grpSpPr>
          <a:xfrm>
            <a:off x="135453" y="69369"/>
            <a:ext cx="426307" cy="643642"/>
            <a:chOff x="10572463" y="3528536"/>
            <a:chExt cx="580168" cy="875823"/>
          </a:xfrm>
        </p:grpSpPr>
        <p:grpSp>
          <p:nvGrpSpPr>
            <p:cNvPr id="440" name="Google Shape;440;p16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441" name="Google Shape;441;p16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2" name="Google Shape;442;p16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443" name="Google Shape;443;p16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" name="Google Shape;444;p16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" name="Google Shape;445;p16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" name="Google Shape;446;p16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" name="Google Shape;447;p16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p16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49" name="Google Shape;449;p16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450" name="Google Shape;450;p16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16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16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" name="Google Shape;453;p16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54" name="Google Shape;454;p16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5" name="Google Shape;455;p16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456" name="Google Shape;456;p16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7" name="Google Shape;457;p16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458" name="Google Shape;458;p16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" name="Google Shape;459;p16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" name="Google Shape;460;p16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p16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" name="Google Shape;462;p16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" name="Google Shape;463;p16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64" name="Google Shape;464;p16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465" name="Google Shape;465;p16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" name="Google Shape;466;p16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" name="Google Shape;467;p16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" name="Google Shape;468;p16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9" name="Google Shape;469;p16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70" name="Google Shape;470;p16"/>
          <p:cNvGrpSpPr/>
          <p:nvPr/>
        </p:nvGrpSpPr>
        <p:grpSpPr>
          <a:xfrm>
            <a:off x="309868" y="711612"/>
            <a:ext cx="18197" cy="243247"/>
            <a:chOff x="10809827" y="4402455"/>
            <a:chExt cx="24764" cy="330993"/>
          </a:xfrm>
        </p:grpSpPr>
        <p:sp>
          <p:nvSpPr>
            <p:cNvPr id="471" name="Google Shape;471;p16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4" name="Google Shape;474;p16"/>
          <p:cNvGrpSpPr/>
          <p:nvPr/>
        </p:nvGrpSpPr>
        <p:grpSpPr>
          <a:xfrm>
            <a:off x="8421644" y="1045085"/>
            <a:ext cx="396068" cy="717683"/>
            <a:chOff x="1945386" y="5582316"/>
            <a:chExt cx="470725" cy="852963"/>
          </a:xfrm>
        </p:grpSpPr>
        <p:grpSp>
          <p:nvGrpSpPr>
            <p:cNvPr id="475" name="Google Shape;475;p16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476" name="Google Shape;476;p16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16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8" name="Google Shape;478;p16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9" name="Google Shape;479;p16"/>
          <p:cNvGrpSpPr/>
          <p:nvPr/>
        </p:nvGrpSpPr>
        <p:grpSpPr>
          <a:xfrm>
            <a:off x="8088695" y="57742"/>
            <a:ext cx="1061979" cy="558999"/>
            <a:chOff x="3859815" y="2867310"/>
            <a:chExt cx="1262157" cy="664368"/>
          </a:xfrm>
        </p:grpSpPr>
        <p:sp>
          <p:nvSpPr>
            <p:cNvPr id="480" name="Google Shape;480;p16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1" name="Google Shape;481;p16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482" name="Google Shape;482;p16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483" name="Google Shape;483;p16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484" name="Google Shape;484;p16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5" name="Google Shape;485;p16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6" name="Google Shape;486;p16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487" name="Google Shape;487;p16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8" name="Google Shape;488;p16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9" name="Google Shape;489;p16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490" name="Google Shape;490;p16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1" name="Google Shape;491;p16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92" name="Google Shape;492;p16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16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16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5" name="Google Shape;495;p16"/>
          <p:cNvGrpSpPr/>
          <p:nvPr/>
        </p:nvGrpSpPr>
        <p:grpSpPr>
          <a:xfrm>
            <a:off x="8582238" y="611818"/>
            <a:ext cx="33124" cy="442802"/>
            <a:chOff x="10809827" y="4402455"/>
            <a:chExt cx="24764" cy="330993"/>
          </a:xfrm>
        </p:grpSpPr>
        <p:sp>
          <p:nvSpPr>
            <p:cNvPr id="496" name="Google Shape;496;p16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6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6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01" name="Google Shape;501;p17"/>
          <p:cNvSpPr txBox="1"/>
          <p:nvPr>
            <p:ph idx="1" type="subTitle"/>
          </p:nvPr>
        </p:nvSpPr>
        <p:spPr>
          <a:xfrm>
            <a:off x="1253225" y="20537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2" name="Google Shape;502;p17"/>
          <p:cNvSpPr txBox="1"/>
          <p:nvPr>
            <p:ph idx="2" type="subTitle"/>
          </p:nvPr>
        </p:nvSpPr>
        <p:spPr>
          <a:xfrm>
            <a:off x="5079776" y="20537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3" name="Google Shape;503;p17"/>
          <p:cNvSpPr txBox="1"/>
          <p:nvPr>
            <p:ph idx="3" type="subTitle"/>
          </p:nvPr>
        </p:nvSpPr>
        <p:spPr>
          <a:xfrm>
            <a:off x="1253225" y="35653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4" name="Google Shape;504;p17"/>
          <p:cNvSpPr txBox="1"/>
          <p:nvPr>
            <p:ph idx="4" type="subTitle"/>
          </p:nvPr>
        </p:nvSpPr>
        <p:spPr>
          <a:xfrm>
            <a:off x="5079776" y="35653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05" name="Google Shape;505;p17"/>
          <p:cNvSpPr txBox="1"/>
          <p:nvPr>
            <p:ph idx="5" type="subTitle"/>
          </p:nvPr>
        </p:nvSpPr>
        <p:spPr>
          <a:xfrm>
            <a:off x="1253225" y="1363500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06" name="Google Shape;506;p17"/>
          <p:cNvSpPr txBox="1"/>
          <p:nvPr>
            <p:ph idx="6" type="subTitle"/>
          </p:nvPr>
        </p:nvSpPr>
        <p:spPr>
          <a:xfrm>
            <a:off x="1253225" y="2875125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07" name="Google Shape;507;p17"/>
          <p:cNvSpPr txBox="1"/>
          <p:nvPr>
            <p:ph idx="7" type="subTitle"/>
          </p:nvPr>
        </p:nvSpPr>
        <p:spPr>
          <a:xfrm>
            <a:off x="5079750" y="1363500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08" name="Google Shape;508;p17"/>
          <p:cNvSpPr txBox="1"/>
          <p:nvPr>
            <p:ph idx="8" type="subTitle"/>
          </p:nvPr>
        </p:nvSpPr>
        <p:spPr>
          <a:xfrm>
            <a:off x="5079750" y="2875125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09" name="Google Shape;509;p17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7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1" name="Google Shape;511;p1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512" name="Google Shape;512;p1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513" name="Google Shape;513;p1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4" name="Google Shape;514;p1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5" name="Google Shape;515;p1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6" name="Google Shape;516;p17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17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518" name="Google Shape;518;p17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519" name="Google Shape;519;p17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0" name="Google Shape;520;p17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521" name="Google Shape;521;p17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2" name="Google Shape;522;p17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23" name="Google Shape;523;p17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24" name="Google Shape;524;p17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525" name="Google Shape;525;p17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26" name="Google Shape;526;p17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527" name="Google Shape;527;p17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528" name="Google Shape;528;p17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29" name="Google Shape;529;p17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0" name="Google Shape;530;p17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531" name="Google Shape;531;p17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2" name="Google Shape;532;p17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33" name="Google Shape;533;p17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534" name="Google Shape;534;p17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35" name="Google Shape;535;p17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8" name="Google Shape;538;p18"/>
          <p:cNvSpPr txBox="1"/>
          <p:nvPr>
            <p:ph idx="1" type="subTitle"/>
          </p:nvPr>
        </p:nvSpPr>
        <p:spPr>
          <a:xfrm>
            <a:off x="723900" y="171015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39" name="Google Shape;539;p18"/>
          <p:cNvSpPr txBox="1"/>
          <p:nvPr>
            <p:ph idx="2" type="subTitle"/>
          </p:nvPr>
        </p:nvSpPr>
        <p:spPr>
          <a:xfrm>
            <a:off x="3577144" y="171016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0" name="Google Shape;540;p18"/>
          <p:cNvSpPr txBox="1"/>
          <p:nvPr>
            <p:ph idx="3" type="subTitle"/>
          </p:nvPr>
        </p:nvSpPr>
        <p:spPr>
          <a:xfrm>
            <a:off x="723900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1" name="Google Shape;541;p18"/>
          <p:cNvSpPr txBox="1"/>
          <p:nvPr>
            <p:ph idx="4" type="subTitle"/>
          </p:nvPr>
        </p:nvSpPr>
        <p:spPr>
          <a:xfrm>
            <a:off x="3577144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2" name="Google Shape;542;p18"/>
          <p:cNvSpPr txBox="1"/>
          <p:nvPr>
            <p:ph idx="5" type="subTitle"/>
          </p:nvPr>
        </p:nvSpPr>
        <p:spPr>
          <a:xfrm>
            <a:off x="6430388" y="171016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3" name="Google Shape;543;p18"/>
          <p:cNvSpPr txBox="1"/>
          <p:nvPr>
            <p:ph idx="6" type="subTitle"/>
          </p:nvPr>
        </p:nvSpPr>
        <p:spPr>
          <a:xfrm>
            <a:off x="6430388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544" name="Google Shape;544;p18"/>
          <p:cNvSpPr txBox="1"/>
          <p:nvPr>
            <p:ph idx="7" type="subTitle"/>
          </p:nvPr>
        </p:nvSpPr>
        <p:spPr>
          <a:xfrm>
            <a:off x="731700" y="1060275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5" name="Google Shape;545;p18"/>
          <p:cNvSpPr txBox="1"/>
          <p:nvPr>
            <p:ph idx="8" type="subTitle"/>
          </p:nvPr>
        </p:nvSpPr>
        <p:spPr>
          <a:xfrm>
            <a:off x="3582994" y="1060284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6" name="Google Shape;546;p18"/>
          <p:cNvSpPr txBox="1"/>
          <p:nvPr>
            <p:ph idx="9" type="subTitle"/>
          </p:nvPr>
        </p:nvSpPr>
        <p:spPr>
          <a:xfrm>
            <a:off x="6434288" y="1060284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7" name="Google Shape;547;p18"/>
          <p:cNvSpPr txBox="1"/>
          <p:nvPr>
            <p:ph idx="13" type="subTitle"/>
          </p:nvPr>
        </p:nvSpPr>
        <p:spPr>
          <a:xfrm>
            <a:off x="723900" y="2845800"/>
            <a:ext cx="19860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8" name="Google Shape;548;p18"/>
          <p:cNvSpPr txBox="1"/>
          <p:nvPr>
            <p:ph idx="14" type="subTitle"/>
          </p:nvPr>
        </p:nvSpPr>
        <p:spPr>
          <a:xfrm>
            <a:off x="3582995" y="2845800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9" name="Google Shape;549;p18"/>
          <p:cNvSpPr txBox="1"/>
          <p:nvPr>
            <p:ph idx="15" type="subTitle"/>
          </p:nvPr>
        </p:nvSpPr>
        <p:spPr>
          <a:xfrm>
            <a:off x="6434290" y="2845800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50" name="Google Shape;550;p18"/>
          <p:cNvSpPr/>
          <p:nvPr/>
        </p:nvSpPr>
        <p:spPr>
          <a:xfrm flipH="1" rot="-3263452">
            <a:off x="7372110" y="40383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8"/>
          <p:cNvSpPr/>
          <p:nvPr/>
        </p:nvSpPr>
        <p:spPr>
          <a:xfrm flipH="1" rot="531647">
            <a:off x="-1621232" y="4095570"/>
            <a:ext cx="2581069" cy="208704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8"/>
          <p:cNvSpPr/>
          <p:nvPr/>
        </p:nvSpPr>
        <p:spPr>
          <a:xfrm flipH="1" rot="460658">
            <a:off x="7344116" y="-1448948"/>
            <a:ext cx="3053845" cy="246933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3" name="Google Shape;553;p18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554" name="Google Shape;554;p18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555" name="Google Shape;555;p18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rect b="b" l="l" r="r" t="t"/>
                <a:pathLst>
                  <a:path extrusionOk="0" h="225742" w="652843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6" name="Google Shape;556;p18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rect b="b" l="l" r="r" t="t"/>
                <a:pathLst>
                  <a:path extrusionOk="0" h="151161" w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57" name="Google Shape;557;p18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558" name="Google Shape;558;p18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rect b="b" l="l" r="r" t="t"/>
                  <a:pathLst>
                    <a:path extrusionOk="0" h="20383" w="332041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59" name="Google Shape;559;p18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rect b="b" l="l" r="r" t="t"/>
                  <a:pathLst>
                    <a:path extrusionOk="0" h="20383" w="290322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0" name="Google Shape;560;p18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rect b="b" l="l" r="r" t="t"/>
                  <a:pathLst>
                    <a:path extrusionOk="0" h="20383" w="303942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1" name="Google Shape;561;p18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rect b="b" l="l" r="r" t="t"/>
                  <a:pathLst>
                    <a:path extrusionOk="0" h="20383" w="171545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62" name="Google Shape;562;p18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563" name="Google Shape;563;p18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564" name="Google Shape;564;p18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rect b="b" l="l" r="r" t="t"/>
                  <a:pathLst>
                    <a:path extrusionOk="0" h="225742" w="652843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65" name="Google Shape;565;p18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rect b="b" l="l" r="r" t="t"/>
                  <a:pathLst>
                    <a:path extrusionOk="0" h="151161" w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66" name="Google Shape;566;p18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567" name="Google Shape;567;p18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rect b="b" l="l" r="r" t="t"/>
                    <a:pathLst>
                      <a:path extrusionOk="0" h="20383" w="280034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8" name="Google Shape;568;p18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rect b="b" l="l" r="r" t="t"/>
                    <a:pathLst>
                      <a:path extrusionOk="0" h="20383" w="20507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69" name="Google Shape;569;p18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rect b="b" l="l" r="r" t="t"/>
                    <a:pathLst>
                      <a:path extrusionOk="0" h="20383" w="332041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570" name="Google Shape;570;p18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rect b="b" l="l" r="r" t="t"/>
                    <a:pathLst>
                      <a:path extrusionOk="0" h="20383" w="171545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571" name="Google Shape;571;p18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rect b="b" l="l" r="r" t="t"/>
                <a:pathLst>
                  <a:path extrusionOk="0" h="60632" w="50734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2" name="Google Shape;572;p18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573" name="Google Shape;573;p18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574" name="Google Shape;574;p18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rect b="b" l="l" r="r" t="t"/>
                  <a:pathLst>
                    <a:path extrusionOk="0" h="63817" w="123062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5" name="Google Shape;575;p18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rect b="b" l="l" r="r" t="t"/>
                  <a:pathLst>
                    <a:path extrusionOk="0" h="39243" w="39242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76" name="Google Shape;576;p18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rect b="b" l="l" r="r" t="t"/>
                <a:pathLst>
                  <a:path extrusionOk="0" h="9715" w="103346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9"/>
          <p:cNvSpPr txBox="1"/>
          <p:nvPr>
            <p:ph hasCustomPrompt="1" type="title"/>
          </p:nvPr>
        </p:nvSpPr>
        <p:spPr>
          <a:xfrm>
            <a:off x="798388" y="2997571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9" name="Google Shape;579;p19"/>
          <p:cNvSpPr txBox="1"/>
          <p:nvPr>
            <p:ph idx="1" type="subTitle"/>
          </p:nvPr>
        </p:nvSpPr>
        <p:spPr>
          <a:xfrm>
            <a:off x="798388" y="3772215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80" name="Google Shape;580;p19"/>
          <p:cNvSpPr txBox="1"/>
          <p:nvPr>
            <p:ph hasCustomPrompt="1" idx="2" type="title"/>
          </p:nvPr>
        </p:nvSpPr>
        <p:spPr>
          <a:xfrm>
            <a:off x="2825700" y="1029535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1" name="Google Shape;581;p19"/>
          <p:cNvSpPr txBox="1"/>
          <p:nvPr>
            <p:ph idx="3" type="subTitle"/>
          </p:nvPr>
        </p:nvSpPr>
        <p:spPr>
          <a:xfrm>
            <a:off x="2825700" y="1804473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82" name="Google Shape;582;p19"/>
          <p:cNvSpPr txBox="1"/>
          <p:nvPr>
            <p:ph hasCustomPrompt="1" idx="4" type="title"/>
          </p:nvPr>
        </p:nvSpPr>
        <p:spPr>
          <a:xfrm>
            <a:off x="4853013" y="2997571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3" name="Google Shape;583;p19"/>
          <p:cNvSpPr txBox="1"/>
          <p:nvPr>
            <p:ph idx="5" type="subTitle"/>
          </p:nvPr>
        </p:nvSpPr>
        <p:spPr>
          <a:xfrm>
            <a:off x="4853013" y="3772215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84" name="Google Shape;584;p19"/>
          <p:cNvSpPr/>
          <p:nvPr/>
        </p:nvSpPr>
        <p:spPr>
          <a:xfrm rot="-5710536">
            <a:off x="-1869285" y="3438573"/>
            <a:ext cx="3168438" cy="230790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19"/>
          <p:cNvSpPr/>
          <p:nvPr/>
        </p:nvSpPr>
        <p:spPr>
          <a:xfrm rot="-294905">
            <a:off x="7350387" y="3903245"/>
            <a:ext cx="3168449" cy="256199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88" name="Google Shape;588;p20"/>
          <p:cNvSpPr/>
          <p:nvPr/>
        </p:nvSpPr>
        <p:spPr>
          <a:xfrm flipH="1" rot="337739">
            <a:off x="8212271" y="3187242"/>
            <a:ext cx="3158465" cy="3518480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89" name="Google Shape;589;p20"/>
          <p:cNvGrpSpPr/>
          <p:nvPr/>
        </p:nvGrpSpPr>
        <p:grpSpPr>
          <a:xfrm>
            <a:off x="90200" y="4214393"/>
            <a:ext cx="516117" cy="779220"/>
            <a:chOff x="10572463" y="3528536"/>
            <a:chExt cx="580168" cy="875823"/>
          </a:xfrm>
        </p:grpSpPr>
        <p:grpSp>
          <p:nvGrpSpPr>
            <p:cNvPr id="590" name="Google Shape;590;p20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591" name="Google Shape;591;p20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2" name="Google Shape;592;p20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593" name="Google Shape;593;p20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4" name="Google Shape;594;p20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5" name="Google Shape;595;p20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6" name="Google Shape;596;p20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" name="Google Shape;597;p20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" name="Google Shape;598;p20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99" name="Google Shape;599;p20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600" name="Google Shape;600;p20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1" name="Google Shape;601;p20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2" name="Google Shape;602;p20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3" name="Google Shape;603;p20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04" name="Google Shape;604;p20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5" name="Google Shape;605;p20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606" name="Google Shape;606;p20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7" name="Google Shape;607;p20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608" name="Google Shape;608;p20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9" name="Google Shape;609;p20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0" name="Google Shape;610;p20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1" name="Google Shape;611;p20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2" name="Google Shape;612;p20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3" name="Google Shape;613;p20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14" name="Google Shape;614;p20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615" name="Google Shape;615;p20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6" name="Google Shape;616;p20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" name="Google Shape;617;p20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" name="Google Shape;618;p20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19" name="Google Shape;619;p20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20" name="Google Shape;620;p20"/>
          <p:cNvSpPr/>
          <p:nvPr/>
        </p:nvSpPr>
        <p:spPr>
          <a:xfrm flipH="1" rot="-3657034">
            <a:off x="-1404232" y="-737971"/>
            <a:ext cx="2746020" cy="162787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1" name="Google Shape;621;p20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622" name="Google Shape;622;p20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623" name="Google Shape;623;p20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24" name="Google Shape;624;p20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625" name="Google Shape;625;p20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6" name="Google Shape;626;p20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7" name="Google Shape;627;p20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8" name="Google Shape;628;p20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629" name="Google Shape;629;p20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30" name="Google Shape;630;p20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631" name="Google Shape;631;p20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632" name="Google Shape;632;p20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3" name="Google Shape;633;p20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34" name="Google Shape;634;p20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635" name="Google Shape;635;p20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6" name="Google Shape;636;p20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37" name="Google Shape;637;p20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638" name="Google Shape;638;p20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9" name="Google Shape;639;p20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21"/>
          <p:cNvSpPr/>
          <p:nvPr/>
        </p:nvSpPr>
        <p:spPr>
          <a:xfrm flipH="1" rot="9076707">
            <a:off x="7972821" y="-586852"/>
            <a:ext cx="1683799" cy="167281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643" name="Google Shape;643;p21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644" name="Google Shape;644;p21"/>
            <p:cNvSpPr/>
            <p:nvPr/>
          </p:nvSpPr>
          <p:spPr>
            <a:xfrm>
              <a:off x="7385113" y="1535430"/>
              <a:ext cx="435673" cy="541115"/>
            </a:xfrm>
            <a:custGeom>
              <a:rect b="b" l="l" r="r" t="t"/>
              <a:pathLst>
                <a:path extrusionOk="0" h="541115" w="435673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5" name="Google Shape;645;p21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646" name="Google Shape;646;p21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21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21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rect b="b" l="l" r="r" t="t"/>
                <a:pathLst>
                  <a:path extrusionOk="0" h="41529" w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49" name="Google Shape;649;p21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650" name="Google Shape;650;p21"/>
            <p:cNvSpPr/>
            <p:nvPr/>
          </p:nvSpPr>
          <p:spPr>
            <a:xfrm>
              <a:off x="7420451" y="1852041"/>
              <a:ext cx="357473" cy="163258"/>
            </a:xfrm>
            <a:custGeom>
              <a:rect b="b" l="l" r="r" t="t"/>
              <a:pathLst>
                <a:path extrusionOk="0" h="163258" w="357473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21"/>
            <p:cNvSpPr/>
            <p:nvPr/>
          </p:nvSpPr>
          <p:spPr>
            <a:xfrm>
              <a:off x="7425594" y="1639728"/>
              <a:ext cx="353948" cy="180117"/>
            </a:xfrm>
            <a:custGeom>
              <a:rect b="b" l="l" r="r" t="t"/>
              <a:pathLst>
                <a:path extrusionOk="0" h="180117" w="353948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2" name="Google Shape;652;p21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653" name="Google Shape;653;p21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654" name="Google Shape;654;p21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21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6" name="Google Shape;656;p21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7" name="Google Shape;657;p21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658" name="Google Shape;658;p21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59" name="Google Shape;659;p21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660" name="Google Shape;660;p21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661" name="Google Shape;661;p21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662" name="Google Shape;662;p21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3" name="Google Shape;663;p21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64" name="Google Shape;664;p21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665" name="Google Shape;665;p21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6" name="Google Shape;666;p21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67" name="Google Shape;667;p21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668" name="Google Shape;668;p21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69" name="Google Shape;669;p21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70" name="Google Shape;670;p21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21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21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73" name="Google Shape;673;p21"/>
          <p:cNvGrpSpPr/>
          <p:nvPr/>
        </p:nvGrpSpPr>
        <p:grpSpPr>
          <a:xfrm flipH="1" rot="5400000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674" name="Google Shape;674;p21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21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21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7" name="Google Shape;677;p21"/>
          <p:cNvSpPr/>
          <p:nvPr/>
        </p:nvSpPr>
        <p:spPr>
          <a:xfrm rot="-532595">
            <a:off x="7984139" y="4422751"/>
            <a:ext cx="1661199" cy="134324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1"/>
          <p:cNvSpPr/>
          <p:nvPr/>
        </p:nvSpPr>
        <p:spPr>
          <a:xfrm flipH="1" rot="-5145822">
            <a:off x="-1235221" y="72085"/>
            <a:ext cx="2404292" cy="131859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22"/>
          <p:cNvSpPr txBox="1"/>
          <p:nvPr>
            <p:ph type="title"/>
          </p:nvPr>
        </p:nvSpPr>
        <p:spPr>
          <a:xfrm>
            <a:off x="2347938" y="997200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81" name="Google Shape;681;p22"/>
          <p:cNvSpPr txBox="1"/>
          <p:nvPr>
            <p:ph idx="1" type="subTitle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82" name="Google Shape;682;p22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icons, infographics &amp; images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2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83" name="Google Shape;683;p22"/>
          <p:cNvSpPr/>
          <p:nvPr/>
        </p:nvSpPr>
        <p:spPr>
          <a:xfrm flipH="1" rot="-2493044">
            <a:off x="-1086706" y="-570280"/>
            <a:ext cx="2902912" cy="234728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2"/>
          <p:cNvSpPr/>
          <p:nvPr/>
        </p:nvSpPr>
        <p:spPr>
          <a:xfrm flipH="1" rot="-5051288">
            <a:off x="7227752" y="3451481"/>
            <a:ext cx="2997828" cy="2576307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2"/>
          <p:cNvSpPr/>
          <p:nvPr/>
        </p:nvSpPr>
        <p:spPr>
          <a:xfrm flipH="1" rot="460638">
            <a:off x="178423" y="3742788"/>
            <a:ext cx="1359611" cy="122255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2"/>
          <p:cNvSpPr/>
          <p:nvPr/>
        </p:nvSpPr>
        <p:spPr>
          <a:xfrm flipH="1" rot="460623">
            <a:off x="6683138" y="-2074210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3"/>
          <p:cNvSpPr/>
          <p:nvPr/>
        </p:nvSpPr>
        <p:spPr>
          <a:xfrm flipH="1" rot="-1900174">
            <a:off x="-500059" y="-436065"/>
            <a:ext cx="1729608" cy="139855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3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3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23"/>
          <p:cNvSpPr/>
          <p:nvPr/>
        </p:nvSpPr>
        <p:spPr>
          <a:xfrm flipH="1" rot="531593">
            <a:off x="-1222788" y="3829381"/>
            <a:ext cx="2902962" cy="234732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2" name="Google Shape;692;p23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693" name="Google Shape;693;p23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694" name="Google Shape;694;p23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rect b="b" l="l" r="r" t="t"/>
                <a:pathLst>
                  <a:path extrusionOk="0" h="225742" w="652843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3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rect b="b" l="l" r="r" t="t"/>
                <a:pathLst>
                  <a:path extrusionOk="0" h="151161" w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6" name="Google Shape;696;p23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697" name="Google Shape;697;p23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rect b="b" l="l" r="r" t="t"/>
                  <a:pathLst>
                    <a:path extrusionOk="0" h="20383" w="332041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8" name="Google Shape;698;p23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rect b="b" l="l" r="r" t="t"/>
                  <a:pathLst>
                    <a:path extrusionOk="0" h="20383" w="290322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9" name="Google Shape;699;p23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rect b="b" l="l" r="r" t="t"/>
                  <a:pathLst>
                    <a:path extrusionOk="0" h="20383" w="303942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23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rect b="b" l="l" r="r" t="t"/>
                  <a:pathLst>
                    <a:path extrusionOk="0" h="20383" w="171545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01" name="Google Shape;701;p23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702" name="Google Shape;702;p23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703" name="Google Shape;703;p23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rect b="b" l="l" r="r" t="t"/>
                  <a:pathLst>
                    <a:path extrusionOk="0" h="225742" w="652843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4" name="Google Shape;704;p23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rect b="b" l="l" r="r" t="t"/>
                  <a:pathLst>
                    <a:path extrusionOk="0" h="151161" w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05" name="Google Shape;705;p23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706" name="Google Shape;706;p23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rect b="b" l="l" r="r" t="t"/>
                    <a:pathLst>
                      <a:path extrusionOk="0" h="20383" w="280034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7" name="Google Shape;707;p23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rect b="b" l="l" r="r" t="t"/>
                    <a:pathLst>
                      <a:path extrusionOk="0" h="20383" w="20507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8" name="Google Shape;708;p23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rect b="b" l="l" r="r" t="t"/>
                    <a:pathLst>
                      <a:path extrusionOk="0" h="20383" w="332041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9" name="Google Shape;709;p23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rect b="b" l="l" r="r" t="t"/>
                    <a:pathLst>
                      <a:path extrusionOk="0" h="20383" w="171545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710" name="Google Shape;710;p23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rect b="b" l="l" r="r" t="t"/>
                <a:pathLst>
                  <a:path extrusionOk="0" h="60632" w="50734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1" name="Google Shape;711;p23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712" name="Google Shape;712;p23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713" name="Google Shape;713;p23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rect b="b" l="l" r="r" t="t"/>
                  <a:pathLst>
                    <a:path extrusionOk="0" h="63817" w="123062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4" name="Google Shape;714;p23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rect b="b" l="l" r="r" t="t"/>
                  <a:pathLst>
                    <a:path extrusionOk="0" h="39243" w="39242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15" name="Google Shape;715;p23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rect b="b" l="l" r="r" t="t"/>
                <a:pathLst>
                  <a:path extrusionOk="0" h="9715" w="103346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4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24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9" name="Google Shape;719;p2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720" name="Google Shape;720;p2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721" name="Google Shape;721;p2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4" name="Google Shape;724;p24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5" name="Google Shape;725;p24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726" name="Google Shape;726;p2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727" name="Google Shape;727;p2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28" name="Google Shape;728;p2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729" name="Google Shape;729;p2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0" name="Google Shape;730;p2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1" name="Google Shape;731;p2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32" name="Google Shape;732;p2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733" name="Google Shape;733;p2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34" name="Google Shape;734;p2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735" name="Google Shape;735;p2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736" name="Google Shape;736;p2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7" name="Google Shape;737;p2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38" name="Google Shape;738;p2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739" name="Google Shape;739;p2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0" name="Google Shape;740;p2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41" name="Google Shape;741;p2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742" name="Google Shape;742;p2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3" name="Google Shape;743;p2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26"/>
          <p:cNvSpPr txBox="1"/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749" name="Google Shape;749;p26"/>
          <p:cNvSpPr txBox="1"/>
          <p:nvPr>
            <p:ph idx="1" type="subTitle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50" name="Google Shape;750;p26"/>
          <p:cNvSpPr/>
          <p:nvPr/>
        </p:nvSpPr>
        <p:spPr>
          <a:xfrm rot="10800000">
            <a:off x="-1604593" y="-845132"/>
            <a:ext cx="3281418" cy="2132806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26"/>
          <p:cNvSpPr/>
          <p:nvPr/>
        </p:nvSpPr>
        <p:spPr>
          <a:xfrm flipH="1" rot="-9899992">
            <a:off x="-1515196" y="4121356"/>
            <a:ext cx="3953580" cy="192177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27"/>
          <p:cNvSpPr txBox="1"/>
          <p:nvPr>
            <p:ph type="title"/>
          </p:nvPr>
        </p:nvSpPr>
        <p:spPr>
          <a:xfrm>
            <a:off x="4047175" y="2571975"/>
            <a:ext cx="4383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54" name="Google Shape;754;p27"/>
          <p:cNvSpPr txBox="1"/>
          <p:nvPr>
            <p:ph hasCustomPrompt="1" idx="2" type="title"/>
          </p:nvPr>
        </p:nvSpPr>
        <p:spPr>
          <a:xfrm>
            <a:off x="4047175" y="1321975"/>
            <a:ext cx="1235700" cy="841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55" name="Google Shape;755;p27"/>
          <p:cNvSpPr/>
          <p:nvPr>
            <p:ph idx="3" type="pic"/>
          </p:nvPr>
        </p:nvSpPr>
        <p:spPr>
          <a:xfrm>
            <a:off x="48462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756" name="Google Shape;756;p27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27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27"/>
          <p:cNvSpPr/>
          <p:nvPr/>
        </p:nvSpPr>
        <p:spPr>
          <a:xfrm flipH="1" rot="-4592116">
            <a:off x="6189" y="113200"/>
            <a:ext cx="642877" cy="51982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61" name="Google Shape;761;p28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762" name="Google Shape;762;p28"/>
          <p:cNvSpPr/>
          <p:nvPr/>
        </p:nvSpPr>
        <p:spPr>
          <a:xfrm flipH="1" rot="-4014673">
            <a:off x="-1798429" y="-1029372"/>
            <a:ext cx="3158476" cy="250963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28"/>
          <p:cNvSpPr/>
          <p:nvPr/>
        </p:nvSpPr>
        <p:spPr>
          <a:xfrm flipH="1">
            <a:off x="8355841" y="2667287"/>
            <a:ext cx="734045" cy="45268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64" name="Google Shape;764;p28"/>
          <p:cNvGrpSpPr/>
          <p:nvPr/>
        </p:nvGrpSpPr>
        <p:grpSpPr>
          <a:xfrm flipH="1">
            <a:off x="8380540" y="1729933"/>
            <a:ext cx="668783" cy="959747"/>
            <a:chOff x="10519314" y="4728596"/>
            <a:chExt cx="751780" cy="1078731"/>
          </a:xfrm>
        </p:grpSpPr>
        <p:grpSp>
          <p:nvGrpSpPr>
            <p:cNvPr id="765" name="Google Shape;765;p28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766" name="Google Shape;766;p28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767" name="Google Shape;767;p28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8" name="Google Shape;768;p28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9" name="Google Shape;769;p28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70" name="Google Shape;770;p28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771" name="Google Shape;771;p28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2" name="Google Shape;772;p28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3" name="Google Shape;773;p28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74" name="Google Shape;774;p28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775" name="Google Shape;775;p28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776" name="Google Shape;776;p28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77" name="Google Shape;777;p28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78" name="Google Shape;778;p28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779" name="Google Shape;779;p28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0" name="Google Shape;780;p28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81" name="Google Shape;781;p28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782" name="Google Shape;782;p28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3" name="Google Shape;783;p28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784" name="Google Shape;784;p28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785" name="Google Shape;785;p28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86" name="Google Shape;786;p28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87" name="Google Shape;787;p28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788" name="Google Shape;788;p28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89" name="Google Shape;789;p28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90" name="Google Shape;790;p28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791" name="Google Shape;791;p28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92" name="Google Shape;792;p28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793" name="Google Shape;793;p28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794" name="Google Shape;794;p28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" name="Google Shape;795;p28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6" name="Google Shape;796;p28"/>
          <p:cNvGrpSpPr/>
          <p:nvPr/>
        </p:nvGrpSpPr>
        <p:grpSpPr>
          <a:xfrm flipH="1">
            <a:off x="8485925" y="662239"/>
            <a:ext cx="516117" cy="779220"/>
            <a:chOff x="10572463" y="3528536"/>
            <a:chExt cx="580168" cy="875823"/>
          </a:xfrm>
        </p:grpSpPr>
        <p:grpSp>
          <p:nvGrpSpPr>
            <p:cNvPr id="797" name="Google Shape;797;p28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798" name="Google Shape;798;p28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99" name="Google Shape;799;p28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800" name="Google Shape;800;p28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1" name="Google Shape;801;p28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2" name="Google Shape;802;p28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3" name="Google Shape;803;p28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" name="Google Shape;804;p28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5" name="Google Shape;805;p28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06" name="Google Shape;806;p28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807" name="Google Shape;807;p28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" name="Google Shape;808;p28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9" name="Google Shape;809;p28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" name="Google Shape;810;p28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11" name="Google Shape;811;p28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12" name="Google Shape;812;p28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813" name="Google Shape;813;p28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14" name="Google Shape;814;p28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815" name="Google Shape;815;p28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6" name="Google Shape;816;p28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" name="Google Shape;817;p28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" name="Google Shape;818;p28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9" name="Google Shape;819;p28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" name="Google Shape;820;p28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1" name="Google Shape;821;p28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822" name="Google Shape;822;p28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3" name="Google Shape;823;p28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4" name="Google Shape;824;p28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5" name="Google Shape;825;p28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26" name="Google Shape;826;p28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27" name="Google Shape;827;p28"/>
          <p:cNvGrpSpPr/>
          <p:nvPr/>
        </p:nvGrpSpPr>
        <p:grpSpPr>
          <a:xfrm flipH="1">
            <a:off x="8768853" y="1439765"/>
            <a:ext cx="22030" cy="294484"/>
            <a:chOff x="10809827" y="4402455"/>
            <a:chExt cx="24764" cy="330993"/>
          </a:xfrm>
        </p:grpSpPr>
        <p:sp>
          <p:nvSpPr>
            <p:cNvPr id="828" name="Google Shape;828;p28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28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28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1" name="Google Shape;831;p28"/>
          <p:cNvSpPr/>
          <p:nvPr/>
        </p:nvSpPr>
        <p:spPr>
          <a:xfrm flipH="1" rot="8662747">
            <a:off x="7370974" y="4168319"/>
            <a:ext cx="2746019" cy="192168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32" name="Google Shape;832;p28"/>
          <p:cNvGrpSpPr/>
          <p:nvPr/>
        </p:nvGrpSpPr>
        <p:grpSpPr>
          <a:xfrm flipH="1">
            <a:off x="122956" y="4228558"/>
            <a:ext cx="829992" cy="750888"/>
            <a:chOff x="8114596" y="445039"/>
            <a:chExt cx="633002" cy="572716"/>
          </a:xfrm>
        </p:grpSpPr>
        <p:grpSp>
          <p:nvGrpSpPr>
            <p:cNvPr id="833" name="Google Shape;833;p28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834" name="Google Shape;834;p28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35" name="Google Shape;835;p28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836" name="Google Shape;836;p28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7" name="Google Shape;837;p28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8" name="Google Shape;838;p28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39" name="Google Shape;839;p28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840" name="Google Shape;840;p28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41" name="Google Shape;841;p28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842" name="Google Shape;842;p28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843" name="Google Shape;843;p28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4" name="Google Shape;844;p28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45" name="Google Shape;845;p28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846" name="Google Shape;846;p28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47" name="Google Shape;847;p28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48" name="Google Shape;848;p28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849" name="Google Shape;849;p28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50" name="Google Shape;850;p28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3" name="Google Shape;853;p29"/>
          <p:cNvSpPr txBox="1"/>
          <p:nvPr>
            <p:ph idx="1" type="subTitle"/>
          </p:nvPr>
        </p:nvSpPr>
        <p:spPr>
          <a:xfrm>
            <a:off x="4679150" y="2453574"/>
            <a:ext cx="3384300" cy="11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4" name="Google Shape;854;p29"/>
          <p:cNvSpPr txBox="1"/>
          <p:nvPr>
            <p:ph idx="2" type="subTitle"/>
          </p:nvPr>
        </p:nvSpPr>
        <p:spPr>
          <a:xfrm>
            <a:off x="1080525" y="2453574"/>
            <a:ext cx="3384300" cy="11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5" name="Google Shape;855;p29"/>
          <p:cNvSpPr txBox="1"/>
          <p:nvPr>
            <p:ph idx="3" type="subTitle"/>
          </p:nvPr>
        </p:nvSpPr>
        <p:spPr>
          <a:xfrm>
            <a:off x="1080536" y="1817200"/>
            <a:ext cx="3384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56" name="Google Shape;856;p29"/>
          <p:cNvSpPr txBox="1"/>
          <p:nvPr>
            <p:ph idx="4" type="subTitle"/>
          </p:nvPr>
        </p:nvSpPr>
        <p:spPr>
          <a:xfrm>
            <a:off x="4679164" y="1817200"/>
            <a:ext cx="3384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857" name="Google Shape;857;p29"/>
          <p:cNvSpPr/>
          <p:nvPr/>
        </p:nvSpPr>
        <p:spPr>
          <a:xfrm rot="5551952">
            <a:off x="-721531" y="4084618"/>
            <a:ext cx="2053998" cy="1765206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29"/>
          <p:cNvSpPr/>
          <p:nvPr/>
        </p:nvSpPr>
        <p:spPr>
          <a:xfrm rot="-460685">
            <a:off x="-850641" y="-888875"/>
            <a:ext cx="2082611" cy="168399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29"/>
          <p:cNvSpPr/>
          <p:nvPr/>
        </p:nvSpPr>
        <p:spPr>
          <a:xfrm rot="3259731">
            <a:off x="7063135" y="-804478"/>
            <a:ext cx="3168421" cy="256197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2" name="Google Shape;862;p30"/>
          <p:cNvSpPr/>
          <p:nvPr/>
        </p:nvSpPr>
        <p:spPr>
          <a:xfrm rot="-9076707">
            <a:off x="85462" y="-755109"/>
            <a:ext cx="1683799" cy="1313891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3" name="Google Shape;863;p30"/>
          <p:cNvGrpSpPr/>
          <p:nvPr/>
        </p:nvGrpSpPr>
        <p:grpSpPr>
          <a:xfrm>
            <a:off x="6779278" y="192982"/>
            <a:ext cx="2107998" cy="297419"/>
            <a:chOff x="6108096" y="3265836"/>
            <a:chExt cx="1633727" cy="230504"/>
          </a:xfrm>
        </p:grpSpPr>
        <p:sp>
          <p:nvSpPr>
            <p:cNvPr id="864" name="Google Shape;864;p30"/>
            <p:cNvSpPr/>
            <p:nvPr/>
          </p:nvSpPr>
          <p:spPr>
            <a:xfrm>
              <a:off x="6108096" y="3265836"/>
              <a:ext cx="1633727" cy="230504"/>
            </a:xfrm>
            <a:custGeom>
              <a:rect b="b" l="l" r="r" t="t"/>
              <a:pathLst>
                <a:path extrusionOk="0" h="230504" w="1633727">
                  <a:moveTo>
                    <a:pt x="1518476" y="0"/>
                  </a:moveTo>
                  <a:cubicBezTo>
                    <a:pt x="1582128" y="0"/>
                    <a:pt x="1633728" y="51600"/>
                    <a:pt x="1633728" y="115253"/>
                  </a:cubicBezTo>
                  <a:lnTo>
                    <a:pt x="1633728" y="115253"/>
                  </a:lnTo>
                  <a:cubicBezTo>
                    <a:pt x="1633728" y="178905"/>
                    <a:pt x="1582128" y="230505"/>
                    <a:pt x="1518476" y="230505"/>
                  </a:cubicBezTo>
                  <a:lnTo>
                    <a:pt x="115252" y="230505"/>
                  </a:lnTo>
                  <a:cubicBezTo>
                    <a:pt x="51601" y="230505"/>
                    <a:pt x="0" y="178905"/>
                    <a:pt x="0" y="115253"/>
                  </a:cubicBezTo>
                  <a:lnTo>
                    <a:pt x="0" y="115253"/>
                  </a:lnTo>
                  <a:cubicBezTo>
                    <a:pt x="0" y="51600"/>
                    <a:pt x="51601" y="0"/>
                    <a:pt x="115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30"/>
            <p:cNvSpPr/>
            <p:nvPr/>
          </p:nvSpPr>
          <p:spPr>
            <a:xfrm>
              <a:off x="7528381" y="3292292"/>
              <a:ext cx="166485" cy="165854"/>
            </a:xfrm>
            <a:custGeom>
              <a:rect b="b" l="l" r="r" t="t"/>
              <a:pathLst>
                <a:path extrusionOk="0" h="165854" w="166485">
                  <a:moveTo>
                    <a:pt x="161532" y="137469"/>
                  </a:moveTo>
                  <a:lnTo>
                    <a:pt x="120003" y="95941"/>
                  </a:lnTo>
                  <a:lnTo>
                    <a:pt x="113336" y="102608"/>
                  </a:lnTo>
                  <a:lnTo>
                    <a:pt x="105811" y="95083"/>
                  </a:lnTo>
                  <a:cubicBezTo>
                    <a:pt x="123622" y="71842"/>
                    <a:pt x="122194" y="38600"/>
                    <a:pt x="100953" y="17359"/>
                  </a:cubicBezTo>
                  <a:cubicBezTo>
                    <a:pt x="77807" y="-5786"/>
                    <a:pt x="40374" y="-5786"/>
                    <a:pt x="17324" y="17359"/>
                  </a:cubicBezTo>
                  <a:cubicBezTo>
                    <a:pt x="-5727" y="40505"/>
                    <a:pt x="-5822" y="77938"/>
                    <a:pt x="17324" y="100989"/>
                  </a:cubicBezTo>
                  <a:cubicBezTo>
                    <a:pt x="38850" y="122515"/>
                    <a:pt x="72568" y="123754"/>
                    <a:pt x="95809" y="105275"/>
                  </a:cubicBezTo>
                  <a:lnTo>
                    <a:pt x="103334" y="112800"/>
                  </a:lnTo>
                  <a:lnTo>
                    <a:pt x="96667" y="119467"/>
                  </a:lnTo>
                  <a:lnTo>
                    <a:pt x="138196" y="160996"/>
                  </a:lnTo>
                  <a:cubicBezTo>
                    <a:pt x="144673" y="167473"/>
                    <a:pt x="155150" y="167473"/>
                    <a:pt x="161627" y="160996"/>
                  </a:cubicBezTo>
                  <a:lnTo>
                    <a:pt x="161627" y="160996"/>
                  </a:lnTo>
                  <a:cubicBezTo>
                    <a:pt x="168104" y="154519"/>
                    <a:pt x="168104" y="144042"/>
                    <a:pt x="161627" y="137565"/>
                  </a:cubicBezTo>
                  <a:close/>
                  <a:moveTo>
                    <a:pt x="59138" y="102513"/>
                  </a:moveTo>
                  <a:cubicBezTo>
                    <a:pt x="54471" y="102513"/>
                    <a:pt x="49899" y="101751"/>
                    <a:pt x="45612" y="100417"/>
                  </a:cubicBezTo>
                  <a:cubicBezTo>
                    <a:pt x="33611" y="96512"/>
                    <a:pt x="23896" y="87463"/>
                    <a:pt x="19133" y="75938"/>
                  </a:cubicBezTo>
                  <a:cubicBezTo>
                    <a:pt x="16942" y="70794"/>
                    <a:pt x="15799" y="65175"/>
                    <a:pt x="15799" y="59269"/>
                  </a:cubicBezTo>
                  <a:cubicBezTo>
                    <a:pt x="15799" y="35361"/>
                    <a:pt x="35231" y="15931"/>
                    <a:pt x="59138" y="15931"/>
                  </a:cubicBezTo>
                  <a:cubicBezTo>
                    <a:pt x="65044" y="15931"/>
                    <a:pt x="70663" y="17074"/>
                    <a:pt x="75807" y="19264"/>
                  </a:cubicBezTo>
                  <a:cubicBezTo>
                    <a:pt x="87332" y="24122"/>
                    <a:pt x="96381" y="33742"/>
                    <a:pt x="100286" y="45744"/>
                  </a:cubicBezTo>
                  <a:cubicBezTo>
                    <a:pt x="101715" y="50030"/>
                    <a:pt x="102382" y="54507"/>
                    <a:pt x="102382" y="59269"/>
                  </a:cubicBezTo>
                  <a:cubicBezTo>
                    <a:pt x="102382" y="83177"/>
                    <a:pt x="83046" y="102513"/>
                    <a:pt x="59138" y="1025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30"/>
            <p:cNvSpPr/>
            <p:nvPr/>
          </p:nvSpPr>
          <p:spPr>
            <a:xfrm>
              <a:off x="7475124" y="3290220"/>
              <a:ext cx="7620" cy="174307"/>
            </a:xfrm>
            <a:custGeom>
              <a:rect b="b" l="l" r="r" t="t"/>
              <a:pathLst>
                <a:path extrusionOk="0" h="174307" w="7620">
                  <a:moveTo>
                    <a:pt x="3810" y="174308"/>
                  </a:moveTo>
                  <a:lnTo>
                    <a:pt x="3810" y="174308"/>
                  </a:lnTo>
                  <a:cubicBezTo>
                    <a:pt x="1714" y="174308"/>
                    <a:pt x="0" y="172593"/>
                    <a:pt x="0" y="170497"/>
                  </a:cubicBezTo>
                  <a:lnTo>
                    <a:pt x="0" y="3810"/>
                  </a:lnTo>
                  <a:cubicBezTo>
                    <a:pt x="0" y="1714"/>
                    <a:pt x="1714" y="0"/>
                    <a:pt x="3810" y="0"/>
                  </a:cubicBezTo>
                  <a:lnTo>
                    <a:pt x="3810" y="0"/>
                  </a:lnTo>
                  <a:cubicBezTo>
                    <a:pt x="5905" y="0"/>
                    <a:pt x="7620" y="1714"/>
                    <a:pt x="7620" y="3810"/>
                  </a:cubicBezTo>
                  <a:lnTo>
                    <a:pt x="7620" y="170497"/>
                  </a:lnTo>
                  <a:cubicBezTo>
                    <a:pt x="7620" y="172593"/>
                    <a:pt x="5905" y="174308"/>
                    <a:pt x="3810" y="174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7" name="Google Shape;867;p30"/>
          <p:cNvSpPr/>
          <p:nvPr/>
        </p:nvSpPr>
        <p:spPr>
          <a:xfrm flipH="1" rot="532502">
            <a:off x="-514115" y="4385276"/>
            <a:ext cx="1514959" cy="122499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8" name="Google Shape;868;p30"/>
          <p:cNvGrpSpPr/>
          <p:nvPr/>
        </p:nvGrpSpPr>
        <p:grpSpPr>
          <a:xfrm>
            <a:off x="-148774" y="4544215"/>
            <a:ext cx="784225" cy="584398"/>
            <a:chOff x="1914620" y="1930431"/>
            <a:chExt cx="572929" cy="426911"/>
          </a:xfrm>
        </p:grpSpPr>
        <p:grpSp>
          <p:nvGrpSpPr>
            <p:cNvPr id="869" name="Google Shape;869;p30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870" name="Google Shape;870;p30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1" name="Google Shape;871;p30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rect b="b" l="l" r="r" t="t"/>
                <a:pathLst>
                  <a:path extrusionOk="0" h="299465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2" name="Google Shape;872;p30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73" name="Google Shape;873;p30"/>
            <p:cNvSpPr/>
            <p:nvPr/>
          </p:nvSpPr>
          <p:spPr>
            <a:xfrm>
              <a:off x="2024157" y="2180272"/>
              <a:ext cx="222980" cy="101917"/>
            </a:xfrm>
            <a:custGeom>
              <a:rect b="b" l="l" r="r" t="t"/>
              <a:pathLst>
                <a:path extrusionOk="0" h="101917" w="22298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4" name="Google Shape;874;p30"/>
          <p:cNvSpPr/>
          <p:nvPr/>
        </p:nvSpPr>
        <p:spPr>
          <a:xfrm rot="5844200">
            <a:off x="8030548" y="2339312"/>
            <a:ext cx="2404301" cy="131859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31"/>
          <p:cNvSpPr txBox="1"/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7" name="Google Shape;877;p31"/>
          <p:cNvSpPr txBox="1"/>
          <p:nvPr>
            <p:ph idx="1" type="subTitle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878" name="Google Shape;878;p31"/>
          <p:cNvSpPr/>
          <p:nvPr>
            <p:ph idx="2" type="pic"/>
          </p:nvPr>
        </p:nvSpPr>
        <p:spPr>
          <a:xfrm>
            <a:off x="566897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879" name="Google Shape;879;p31"/>
          <p:cNvSpPr/>
          <p:nvPr/>
        </p:nvSpPr>
        <p:spPr>
          <a:xfrm rot="-2381697">
            <a:off x="-1265120" y="-661594"/>
            <a:ext cx="3096202" cy="2008988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31"/>
          <p:cNvSpPr/>
          <p:nvPr/>
        </p:nvSpPr>
        <p:spPr>
          <a:xfrm rot="-7296874">
            <a:off x="-735040" y="4231574"/>
            <a:ext cx="2036053" cy="150886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81" name="Google Shape;881;p31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882" name="Google Shape;882;p31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883" name="Google Shape;883;p31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4" name="Google Shape;884;p31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5" name="Google Shape;885;p31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6" name="Google Shape;886;p31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32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89" name="Google Shape;889;p32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32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32"/>
          <p:cNvSpPr/>
          <p:nvPr/>
        </p:nvSpPr>
        <p:spPr>
          <a:xfrm flipH="1" rot="-4592116">
            <a:off x="6189" y="113200"/>
            <a:ext cx="642877" cy="51982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33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4" name="Google Shape;894;p33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95" name="Google Shape;895;p33"/>
          <p:cNvSpPr/>
          <p:nvPr/>
        </p:nvSpPr>
        <p:spPr>
          <a:xfrm rot="3263452">
            <a:off x="-163955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33"/>
          <p:cNvSpPr/>
          <p:nvPr/>
        </p:nvSpPr>
        <p:spPr>
          <a:xfrm rot="-460623">
            <a:off x="-1793263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33"/>
          <p:cNvSpPr/>
          <p:nvPr/>
        </p:nvSpPr>
        <p:spPr>
          <a:xfrm rot="4592047">
            <a:off x="7797256" y="593203"/>
            <a:ext cx="1475158" cy="119280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34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35"/>
          <p:cNvSpPr txBox="1"/>
          <p:nvPr>
            <p:ph hasCustomPrompt="1" type="title"/>
          </p:nvPr>
        </p:nvSpPr>
        <p:spPr>
          <a:xfrm>
            <a:off x="713225" y="1477363"/>
            <a:ext cx="6576000" cy="152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902" name="Google Shape;902;p35"/>
          <p:cNvSpPr txBox="1"/>
          <p:nvPr>
            <p:ph idx="1" type="subTitle"/>
          </p:nvPr>
        </p:nvSpPr>
        <p:spPr>
          <a:xfrm>
            <a:off x="713225" y="3169038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03" name="Google Shape;903;p35"/>
          <p:cNvSpPr/>
          <p:nvPr/>
        </p:nvSpPr>
        <p:spPr>
          <a:xfrm flipH="1" rot="-1900174">
            <a:off x="-500059" y="-436065"/>
            <a:ext cx="1729608" cy="139855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35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35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35"/>
          <p:cNvSpPr/>
          <p:nvPr/>
        </p:nvSpPr>
        <p:spPr>
          <a:xfrm flipH="1" rot="531593">
            <a:off x="-1222788" y="3829381"/>
            <a:ext cx="2902962" cy="234732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7" name="Google Shape;907;p35"/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908" name="Google Shape;908;p35"/>
            <p:cNvSpPr/>
            <p:nvPr/>
          </p:nvSpPr>
          <p:spPr>
            <a:xfrm>
              <a:off x="6737915" y="169351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35"/>
            <p:cNvSpPr/>
            <p:nvPr/>
          </p:nvSpPr>
          <p:spPr>
            <a:xfrm>
              <a:off x="6653203" y="8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0" name="Google Shape;910;p35"/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911" name="Google Shape;911;p35"/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rect b="b" l="l" r="r" t="t"/>
                <a:pathLst>
                  <a:path extrusionOk="0" h="1983676" w="1959864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2" name="Google Shape;912;p35"/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rect b="b" l="l" r="r" t="t"/>
                <a:pathLst>
                  <a:path extrusionOk="0" h="172307" w="1959958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13" name="Google Shape;913;p35"/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914" name="Google Shape;914;p35"/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5" name="Google Shape;915;p35"/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16" name="Google Shape;916;p35"/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17" name="Google Shape;917;p35"/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918" name="Google Shape;918;p35"/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919" name="Google Shape;919;p35"/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0" name="Google Shape;920;p35"/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1" name="Google Shape;921;p35"/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2" name="Google Shape;922;p35"/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3" name="Google Shape;923;p35"/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4" name="Google Shape;924;p35"/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5" name="Google Shape;925;p35"/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6" name="Google Shape;926;p35"/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7" name="Google Shape;927;p35"/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8" name="Google Shape;928;p35"/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29" name="Google Shape;929;p35"/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930" name="Google Shape;930;p35"/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1" name="Google Shape;931;p35"/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2" name="Google Shape;932;p35"/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3" name="Google Shape;933;p35"/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4" name="Google Shape;934;p35"/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5" name="Google Shape;935;p35"/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6" name="Google Shape;936;p35"/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7" name="Google Shape;937;p35"/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8" name="Google Shape;938;p35"/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39" name="Google Shape;939;p35"/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40" name="Google Shape;940;p35"/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941" name="Google Shape;941;p35"/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2" name="Google Shape;942;p35"/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3" name="Google Shape;943;p35"/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4" name="Google Shape;944;p35"/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5" name="Google Shape;945;p35"/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6" name="Google Shape;946;p35"/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7" name="Google Shape;947;p35"/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8" name="Google Shape;948;p35"/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49" name="Google Shape;949;p35"/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rect b="b" l="l" r="r" t="t"/>
                <a:pathLst>
                  <a:path extrusionOk="0" h="438816" w="605885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0" name="Google Shape;950;p35"/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rect b="b" l="l" r="r" t="t"/>
                <a:pathLst>
                  <a:path extrusionOk="0" h="815149" w="605885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1" name="Google Shape;951;p35"/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952" name="Google Shape;952;p35"/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953" name="Google Shape;953;p35"/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4" name="Google Shape;954;p35"/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5" name="Google Shape;955;p35"/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56" name="Google Shape;956;p35"/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57" name="Google Shape;957;p35"/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958" name="Google Shape;958;p35"/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959" name="Google Shape;959;p35"/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0" name="Google Shape;960;p35"/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1" name="Google Shape;961;p35"/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62" name="Google Shape;962;p35"/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963" name="Google Shape;963;p35"/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4" name="Google Shape;964;p35"/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65" name="Google Shape;965;p35"/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966" name="Google Shape;966;p35"/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7" name="Google Shape;967;p35"/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8" name="Google Shape;968;p35"/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969" name="Google Shape;969;p35"/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970" name="Google Shape;970;p35"/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rect b="b" l="l" r="r" t="t"/>
                <a:pathLst>
                  <a:path extrusionOk="0" h="149542" w="256508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71" name="Google Shape;971;p35"/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972" name="Google Shape;972;p35"/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973" name="Google Shape;973;p35"/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rect b="b" l="l" r="r" t="t"/>
                    <a:pathLst>
                      <a:path extrusionOk="0" h="42672" w="42671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74" name="Google Shape;974;p35"/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rect b="b" l="l" r="r" t="t"/>
                    <a:pathLst>
                      <a:path extrusionOk="0" h="65418" w="65418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75" name="Google Shape;975;p35"/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976" name="Google Shape;976;p35"/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rect b="b" l="l" r="r" t="t"/>
                    <a:pathLst>
                      <a:path extrusionOk="0" h="98921" w="98773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77" name="Google Shape;977;p35"/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rect b="b" l="l" r="r" t="t"/>
                    <a:pathLst>
                      <a:path extrusionOk="0" h="15573" w="15573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81" name="Google Shape;981;p37"/>
          <p:cNvSpPr txBox="1"/>
          <p:nvPr>
            <p:ph hasCustomPrompt="1" idx="2" type="title"/>
          </p:nvPr>
        </p:nvSpPr>
        <p:spPr>
          <a:xfrm>
            <a:off x="1100975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2" name="Google Shape;982;p37"/>
          <p:cNvSpPr txBox="1"/>
          <p:nvPr>
            <p:ph hasCustomPrompt="1" idx="3" type="title"/>
          </p:nvPr>
        </p:nvSpPr>
        <p:spPr>
          <a:xfrm>
            <a:off x="1100975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3" name="Google Shape;983;p37"/>
          <p:cNvSpPr txBox="1"/>
          <p:nvPr>
            <p:ph hasCustomPrompt="1" idx="4" type="title"/>
          </p:nvPr>
        </p:nvSpPr>
        <p:spPr>
          <a:xfrm>
            <a:off x="3419250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4" name="Google Shape;984;p37"/>
          <p:cNvSpPr txBox="1"/>
          <p:nvPr>
            <p:ph hasCustomPrompt="1" idx="5" type="title"/>
          </p:nvPr>
        </p:nvSpPr>
        <p:spPr>
          <a:xfrm>
            <a:off x="3419250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5" name="Google Shape;985;p37"/>
          <p:cNvSpPr txBox="1"/>
          <p:nvPr>
            <p:ph hasCustomPrompt="1" idx="6" type="title"/>
          </p:nvPr>
        </p:nvSpPr>
        <p:spPr>
          <a:xfrm>
            <a:off x="5737525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6" name="Google Shape;986;p37"/>
          <p:cNvSpPr txBox="1"/>
          <p:nvPr>
            <p:ph hasCustomPrompt="1" idx="7" type="title"/>
          </p:nvPr>
        </p:nvSpPr>
        <p:spPr>
          <a:xfrm>
            <a:off x="5737525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7" name="Google Shape;987;p37"/>
          <p:cNvSpPr txBox="1"/>
          <p:nvPr>
            <p:ph idx="1" type="subTitle"/>
          </p:nvPr>
        </p:nvSpPr>
        <p:spPr>
          <a:xfrm>
            <a:off x="1100975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88" name="Google Shape;988;p37"/>
          <p:cNvSpPr txBox="1"/>
          <p:nvPr>
            <p:ph idx="8" type="subTitle"/>
          </p:nvPr>
        </p:nvSpPr>
        <p:spPr>
          <a:xfrm>
            <a:off x="3419250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89" name="Google Shape;989;p37"/>
          <p:cNvSpPr txBox="1"/>
          <p:nvPr>
            <p:ph idx="9" type="subTitle"/>
          </p:nvPr>
        </p:nvSpPr>
        <p:spPr>
          <a:xfrm>
            <a:off x="5737525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90" name="Google Shape;990;p37"/>
          <p:cNvSpPr txBox="1"/>
          <p:nvPr>
            <p:ph idx="13" type="subTitle"/>
          </p:nvPr>
        </p:nvSpPr>
        <p:spPr>
          <a:xfrm>
            <a:off x="1100975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91" name="Google Shape;991;p37"/>
          <p:cNvSpPr txBox="1"/>
          <p:nvPr>
            <p:ph idx="14" type="subTitle"/>
          </p:nvPr>
        </p:nvSpPr>
        <p:spPr>
          <a:xfrm>
            <a:off x="3419250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92" name="Google Shape;992;p37"/>
          <p:cNvSpPr txBox="1"/>
          <p:nvPr>
            <p:ph idx="15" type="subTitle"/>
          </p:nvPr>
        </p:nvSpPr>
        <p:spPr>
          <a:xfrm>
            <a:off x="5737525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993" name="Google Shape;993;p37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37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95" name="Google Shape;995;p37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996" name="Google Shape;996;p37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997" name="Google Shape;997;p37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98" name="Google Shape;998;p37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999" name="Google Shape;999;p37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0" name="Google Shape;1000;p37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01" name="Google Shape;1001;p37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02" name="Google Shape;1002;p37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1003" name="Google Shape;1003;p37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04" name="Google Shape;1004;p37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1005" name="Google Shape;1005;p37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1006" name="Google Shape;1006;p37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7" name="Google Shape;1007;p37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08" name="Google Shape;1008;p37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1009" name="Google Shape;1009;p37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10" name="Google Shape;1010;p37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11" name="Google Shape;1011;p37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1012" name="Google Shape;1012;p37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13" name="Google Shape;1013;p37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1014" name="Google Shape;1014;p37"/>
          <p:cNvSpPr/>
          <p:nvPr/>
        </p:nvSpPr>
        <p:spPr>
          <a:xfrm>
            <a:off x="62832" y="4828541"/>
            <a:ext cx="734045" cy="45268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15" name="Google Shape;1015;p37"/>
          <p:cNvGrpSpPr/>
          <p:nvPr/>
        </p:nvGrpSpPr>
        <p:grpSpPr>
          <a:xfrm>
            <a:off x="103395" y="3891186"/>
            <a:ext cx="668783" cy="959747"/>
            <a:chOff x="10519314" y="4728596"/>
            <a:chExt cx="751780" cy="1078731"/>
          </a:xfrm>
        </p:grpSpPr>
        <p:grpSp>
          <p:nvGrpSpPr>
            <p:cNvPr id="1016" name="Google Shape;1016;p37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1017" name="Google Shape;1017;p37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1018" name="Google Shape;1018;p37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9" name="Google Shape;1019;p37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0" name="Google Shape;1020;p37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21" name="Google Shape;1021;p37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1022" name="Google Shape;1022;p37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23" name="Google Shape;1023;p37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24" name="Google Shape;1024;p37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25" name="Google Shape;1025;p37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026" name="Google Shape;1026;p37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1027" name="Google Shape;1027;p37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28" name="Google Shape;1028;p37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29" name="Google Shape;1029;p37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1030" name="Google Shape;1030;p37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31" name="Google Shape;1031;p37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32" name="Google Shape;1032;p37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1033" name="Google Shape;1033;p37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34" name="Google Shape;1034;p37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035" name="Google Shape;1035;p37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1036" name="Google Shape;1036;p37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7" name="Google Shape;1037;p37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38" name="Google Shape;1038;p37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1039" name="Google Shape;1039;p37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40" name="Google Shape;1040;p37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41" name="Google Shape;1041;p37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1042" name="Google Shape;1042;p37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43" name="Google Shape;1043;p37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044" name="Google Shape;1044;p37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1045" name="Google Shape;1045;p37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" name="Google Shape;1046;p37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47" name="Google Shape;1047;p37"/>
          <p:cNvGrpSpPr/>
          <p:nvPr/>
        </p:nvGrpSpPr>
        <p:grpSpPr>
          <a:xfrm>
            <a:off x="150676" y="2823493"/>
            <a:ext cx="516117" cy="779220"/>
            <a:chOff x="10572463" y="3528536"/>
            <a:chExt cx="580168" cy="875823"/>
          </a:xfrm>
        </p:grpSpPr>
        <p:grpSp>
          <p:nvGrpSpPr>
            <p:cNvPr id="1048" name="Google Shape;1048;p37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1049" name="Google Shape;1049;p37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50" name="Google Shape;1050;p37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1051" name="Google Shape;1051;p37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2" name="Google Shape;1052;p37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3" name="Google Shape;1053;p37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4" name="Google Shape;1054;p37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5" name="Google Shape;1055;p37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6" name="Google Shape;1056;p37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57" name="Google Shape;1057;p37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1058" name="Google Shape;1058;p37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9" name="Google Shape;1059;p37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0" name="Google Shape;1060;p37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1" name="Google Shape;1061;p37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62" name="Google Shape;1062;p37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3" name="Google Shape;1063;p37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1064" name="Google Shape;1064;p37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65" name="Google Shape;1065;p37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1066" name="Google Shape;1066;p37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7" name="Google Shape;1067;p37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8" name="Google Shape;1068;p37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9" name="Google Shape;1069;p37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0" name="Google Shape;1070;p37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1" name="Google Shape;1071;p37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72" name="Google Shape;1072;p37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1073" name="Google Shape;1073;p37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4" name="Google Shape;1074;p37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5" name="Google Shape;1075;p37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6" name="Google Shape;1076;p37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77" name="Google Shape;1077;p37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78" name="Google Shape;1078;p37"/>
          <p:cNvGrpSpPr/>
          <p:nvPr/>
        </p:nvGrpSpPr>
        <p:grpSpPr>
          <a:xfrm>
            <a:off x="361835" y="3601018"/>
            <a:ext cx="22030" cy="294484"/>
            <a:chOff x="10809827" y="4402455"/>
            <a:chExt cx="24764" cy="330993"/>
          </a:xfrm>
        </p:grpSpPr>
        <p:sp>
          <p:nvSpPr>
            <p:cNvPr id="1079" name="Google Shape;1079;p37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0" name="Google Shape;1080;p37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37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38"/>
          <p:cNvSpPr txBox="1"/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84" name="Google Shape;1084;p38"/>
          <p:cNvSpPr txBox="1"/>
          <p:nvPr>
            <p:ph idx="1" type="subTitle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085" name="Google Shape;1085;p38"/>
          <p:cNvSpPr/>
          <p:nvPr>
            <p:ph idx="2" type="pic"/>
          </p:nvPr>
        </p:nvSpPr>
        <p:spPr>
          <a:xfrm>
            <a:off x="566897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086" name="Google Shape;1086;p38"/>
          <p:cNvSpPr/>
          <p:nvPr/>
        </p:nvSpPr>
        <p:spPr>
          <a:xfrm rot="-2381697">
            <a:off x="-1265120" y="-661594"/>
            <a:ext cx="3096202" cy="2008988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38"/>
          <p:cNvSpPr/>
          <p:nvPr/>
        </p:nvSpPr>
        <p:spPr>
          <a:xfrm rot="-7296874">
            <a:off x="-735040" y="4231574"/>
            <a:ext cx="2036053" cy="150886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88" name="Google Shape;1088;p38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089" name="Google Shape;1089;p38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090" name="Google Shape;1090;p38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1" name="Google Shape;1091;p38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2" name="Google Shape;1092;p38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3" name="Google Shape;1093;p38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_1"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39"/>
          <p:cNvSpPr txBox="1"/>
          <p:nvPr>
            <p:ph type="title"/>
          </p:nvPr>
        </p:nvSpPr>
        <p:spPr>
          <a:xfrm>
            <a:off x="2013850" y="841075"/>
            <a:ext cx="5116200" cy="139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96" name="Google Shape;1096;p39"/>
          <p:cNvSpPr txBox="1"/>
          <p:nvPr>
            <p:ph idx="1" type="subTitle"/>
          </p:nvPr>
        </p:nvSpPr>
        <p:spPr>
          <a:xfrm>
            <a:off x="2013850" y="2231525"/>
            <a:ext cx="51162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097" name="Google Shape;1097;p39"/>
          <p:cNvSpPr/>
          <p:nvPr/>
        </p:nvSpPr>
        <p:spPr>
          <a:xfrm flipH="1" rot="9076707">
            <a:off x="7972821" y="-586852"/>
            <a:ext cx="1683799" cy="167281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98" name="Google Shape;1098;p39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1099" name="Google Shape;1099;p39"/>
            <p:cNvSpPr/>
            <p:nvPr/>
          </p:nvSpPr>
          <p:spPr>
            <a:xfrm>
              <a:off x="7385113" y="1535430"/>
              <a:ext cx="435673" cy="541115"/>
            </a:xfrm>
            <a:custGeom>
              <a:rect b="b" l="l" r="r" t="t"/>
              <a:pathLst>
                <a:path extrusionOk="0" h="541115" w="435673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00" name="Google Shape;1100;p39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1101" name="Google Shape;1101;p39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2" name="Google Shape;1102;p39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3" name="Google Shape;1103;p39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rect b="b" l="l" r="r" t="t"/>
                <a:pathLst>
                  <a:path extrusionOk="0" h="41529" w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04" name="Google Shape;1104;p39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1105" name="Google Shape;1105;p39"/>
            <p:cNvSpPr/>
            <p:nvPr/>
          </p:nvSpPr>
          <p:spPr>
            <a:xfrm>
              <a:off x="7420451" y="1852041"/>
              <a:ext cx="357473" cy="163258"/>
            </a:xfrm>
            <a:custGeom>
              <a:rect b="b" l="l" r="r" t="t"/>
              <a:pathLst>
                <a:path extrusionOk="0" h="163258" w="357473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39"/>
            <p:cNvSpPr/>
            <p:nvPr/>
          </p:nvSpPr>
          <p:spPr>
            <a:xfrm>
              <a:off x="7425594" y="1639728"/>
              <a:ext cx="353948" cy="180117"/>
            </a:xfrm>
            <a:custGeom>
              <a:rect b="b" l="l" r="r" t="t"/>
              <a:pathLst>
                <a:path extrusionOk="0" h="180117" w="353948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7" name="Google Shape;1107;p39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1108" name="Google Shape;1108;p39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1109" name="Google Shape;1109;p39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0" name="Google Shape;1110;p39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11" name="Google Shape;1111;p39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2" name="Google Shape;1112;p39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1113" name="Google Shape;1113;p39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14" name="Google Shape;1114;p39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115" name="Google Shape;1115;p39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116" name="Google Shape;1116;p39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117" name="Google Shape;1117;p39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18" name="Google Shape;1118;p39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19" name="Google Shape;1119;p39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120" name="Google Shape;1120;p39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1" name="Google Shape;1121;p39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22" name="Google Shape;1122;p39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123" name="Google Shape;1123;p39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24" name="Google Shape;1124;p39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125" name="Google Shape;1125;p39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6" name="Google Shape;1126;p39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7" name="Google Shape;1127;p39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28" name="Google Shape;1128;p39"/>
          <p:cNvGrpSpPr/>
          <p:nvPr/>
        </p:nvGrpSpPr>
        <p:grpSpPr>
          <a:xfrm flipH="1" rot="5400000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1129" name="Google Shape;1129;p39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39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39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2" name="Google Shape;1132;p39"/>
          <p:cNvSpPr/>
          <p:nvPr/>
        </p:nvSpPr>
        <p:spPr>
          <a:xfrm rot="-532595">
            <a:off x="7984139" y="4422751"/>
            <a:ext cx="1661199" cy="134324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39"/>
          <p:cNvSpPr/>
          <p:nvPr/>
        </p:nvSpPr>
        <p:spPr>
          <a:xfrm flipH="1" rot="-5145822">
            <a:off x="-1235221" y="72085"/>
            <a:ext cx="2404292" cy="131859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36" name="Google Shape;1136;p40"/>
          <p:cNvSpPr txBox="1"/>
          <p:nvPr>
            <p:ph idx="1" type="subTitle"/>
          </p:nvPr>
        </p:nvSpPr>
        <p:spPr>
          <a:xfrm>
            <a:off x="937625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37" name="Google Shape;1137;p40"/>
          <p:cNvSpPr txBox="1"/>
          <p:nvPr>
            <p:ph idx="2" type="subTitle"/>
          </p:nvPr>
        </p:nvSpPr>
        <p:spPr>
          <a:xfrm>
            <a:off x="3484347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38" name="Google Shape;1138;p40"/>
          <p:cNvSpPr txBox="1"/>
          <p:nvPr>
            <p:ph idx="3" type="subTitle"/>
          </p:nvPr>
        </p:nvSpPr>
        <p:spPr>
          <a:xfrm>
            <a:off x="6031075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39" name="Google Shape;1139;p40"/>
          <p:cNvSpPr txBox="1"/>
          <p:nvPr>
            <p:ph idx="4" type="subTitle"/>
          </p:nvPr>
        </p:nvSpPr>
        <p:spPr>
          <a:xfrm>
            <a:off x="937625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40" name="Google Shape;1140;p40"/>
          <p:cNvSpPr txBox="1"/>
          <p:nvPr>
            <p:ph idx="5" type="subTitle"/>
          </p:nvPr>
        </p:nvSpPr>
        <p:spPr>
          <a:xfrm>
            <a:off x="3484350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41" name="Google Shape;1141;p40"/>
          <p:cNvSpPr txBox="1"/>
          <p:nvPr>
            <p:ph idx="6" type="subTitle"/>
          </p:nvPr>
        </p:nvSpPr>
        <p:spPr>
          <a:xfrm>
            <a:off x="6031075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42" name="Google Shape;1142;p40"/>
          <p:cNvSpPr/>
          <p:nvPr/>
        </p:nvSpPr>
        <p:spPr>
          <a:xfrm flipH="1" rot="8800738">
            <a:off x="7902412" y="4181666"/>
            <a:ext cx="1680262" cy="135858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40"/>
          <p:cNvSpPr/>
          <p:nvPr/>
        </p:nvSpPr>
        <p:spPr>
          <a:xfrm flipH="1" rot="-8942362">
            <a:off x="-983149" y="4040244"/>
            <a:ext cx="2474148" cy="200058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40"/>
          <p:cNvSpPr/>
          <p:nvPr/>
        </p:nvSpPr>
        <p:spPr>
          <a:xfrm flipH="1" rot="1554271">
            <a:off x="7563507" y="-664049"/>
            <a:ext cx="2112334" cy="200257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40"/>
          <p:cNvSpPr/>
          <p:nvPr/>
        </p:nvSpPr>
        <p:spPr>
          <a:xfrm>
            <a:off x="62825" y="1725386"/>
            <a:ext cx="606206" cy="37384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46" name="Google Shape;1146;p40"/>
          <p:cNvGrpSpPr/>
          <p:nvPr/>
        </p:nvGrpSpPr>
        <p:grpSpPr>
          <a:xfrm>
            <a:off x="96399" y="951293"/>
            <a:ext cx="552408" cy="792759"/>
            <a:chOff x="10519314" y="4728596"/>
            <a:chExt cx="751780" cy="1078731"/>
          </a:xfrm>
        </p:grpSpPr>
        <p:grpSp>
          <p:nvGrpSpPr>
            <p:cNvPr id="1147" name="Google Shape;1147;p40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1148" name="Google Shape;1148;p40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1149" name="Google Shape;1149;p40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0" name="Google Shape;1150;p40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1" name="Google Shape;1151;p40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52" name="Google Shape;1152;p40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1153" name="Google Shape;1153;p40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54" name="Google Shape;1154;p40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55" name="Google Shape;1155;p40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56" name="Google Shape;1156;p40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157" name="Google Shape;1157;p40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1158" name="Google Shape;1158;p40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59" name="Google Shape;1159;p40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60" name="Google Shape;1160;p40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1161" name="Google Shape;1161;p40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62" name="Google Shape;1162;p40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63" name="Google Shape;1163;p40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1164" name="Google Shape;1164;p40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65" name="Google Shape;1165;p40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166" name="Google Shape;1166;p40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1167" name="Google Shape;1167;p40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68" name="Google Shape;1168;p40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169" name="Google Shape;1169;p40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1170" name="Google Shape;1170;p40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71" name="Google Shape;1171;p40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172" name="Google Shape;1172;p40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1173" name="Google Shape;1173;p40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174" name="Google Shape;1174;p40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175" name="Google Shape;1175;p40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1176" name="Google Shape;1176;p40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7" name="Google Shape;1177;p40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78" name="Google Shape;1178;p40"/>
          <p:cNvGrpSpPr/>
          <p:nvPr/>
        </p:nvGrpSpPr>
        <p:grpSpPr>
          <a:xfrm>
            <a:off x="135453" y="69369"/>
            <a:ext cx="426307" cy="643642"/>
            <a:chOff x="10572463" y="3528536"/>
            <a:chExt cx="580168" cy="875823"/>
          </a:xfrm>
        </p:grpSpPr>
        <p:grpSp>
          <p:nvGrpSpPr>
            <p:cNvPr id="1179" name="Google Shape;1179;p40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1180" name="Google Shape;1180;p40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81" name="Google Shape;1181;p40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1182" name="Google Shape;1182;p40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3" name="Google Shape;1183;p40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4" name="Google Shape;1184;p40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5" name="Google Shape;1185;p40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6" name="Google Shape;1186;p40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7" name="Google Shape;1187;p40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188" name="Google Shape;1188;p40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1189" name="Google Shape;1189;p40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0" name="Google Shape;1190;p40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1" name="Google Shape;1191;p40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2" name="Google Shape;1192;p40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193" name="Google Shape;1193;p40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94" name="Google Shape;1194;p40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1195" name="Google Shape;1195;p40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196" name="Google Shape;1196;p40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1197" name="Google Shape;1197;p40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8" name="Google Shape;1198;p40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99" name="Google Shape;1199;p40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0" name="Google Shape;1200;p40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1" name="Google Shape;1201;p40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2" name="Google Shape;1202;p40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03" name="Google Shape;1203;p40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1204" name="Google Shape;1204;p40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5" name="Google Shape;1205;p40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6" name="Google Shape;1206;p40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07" name="Google Shape;1207;p40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08" name="Google Shape;1208;p40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09" name="Google Shape;1209;p40"/>
          <p:cNvGrpSpPr/>
          <p:nvPr/>
        </p:nvGrpSpPr>
        <p:grpSpPr>
          <a:xfrm>
            <a:off x="309868" y="711612"/>
            <a:ext cx="18197" cy="243247"/>
            <a:chOff x="10809827" y="4402455"/>
            <a:chExt cx="24764" cy="330993"/>
          </a:xfrm>
        </p:grpSpPr>
        <p:sp>
          <p:nvSpPr>
            <p:cNvPr id="1210" name="Google Shape;1210;p40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40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40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3" name="Google Shape;1213;p40"/>
          <p:cNvGrpSpPr/>
          <p:nvPr/>
        </p:nvGrpSpPr>
        <p:grpSpPr>
          <a:xfrm>
            <a:off x="8421644" y="1045085"/>
            <a:ext cx="396068" cy="717683"/>
            <a:chOff x="1945386" y="5582316"/>
            <a:chExt cx="470725" cy="852963"/>
          </a:xfrm>
        </p:grpSpPr>
        <p:grpSp>
          <p:nvGrpSpPr>
            <p:cNvPr id="1214" name="Google Shape;1214;p40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1215" name="Google Shape;1215;p40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6" name="Google Shape;1216;p40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17" name="Google Shape;1217;p40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8" name="Google Shape;1218;p40"/>
          <p:cNvGrpSpPr/>
          <p:nvPr/>
        </p:nvGrpSpPr>
        <p:grpSpPr>
          <a:xfrm>
            <a:off x="8088695" y="57742"/>
            <a:ext cx="1061979" cy="558999"/>
            <a:chOff x="3859815" y="2867310"/>
            <a:chExt cx="1262157" cy="664368"/>
          </a:xfrm>
        </p:grpSpPr>
        <p:sp>
          <p:nvSpPr>
            <p:cNvPr id="1219" name="Google Shape;1219;p40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20" name="Google Shape;1220;p40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221" name="Google Shape;1221;p40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222" name="Google Shape;1222;p40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223" name="Google Shape;1223;p40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24" name="Google Shape;1224;p40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25" name="Google Shape;1225;p40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226" name="Google Shape;1226;p40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27" name="Google Shape;1227;p40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28" name="Google Shape;1228;p40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229" name="Google Shape;1229;p40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30" name="Google Shape;1230;p40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231" name="Google Shape;1231;p40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2" name="Google Shape;1232;p40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3" name="Google Shape;1233;p40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34" name="Google Shape;1234;p40"/>
          <p:cNvGrpSpPr/>
          <p:nvPr/>
        </p:nvGrpSpPr>
        <p:grpSpPr>
          <a:xfrm>
            <a:off x="8582238" y="611818"/>
            <a:ext cx="33124" cy="442802"/>
            <a:chOff x="10809827" y="4402455"/>
            <a:chExt cx="24764" cy="330993"/>
          </a:xfrm>
        </p:grpSpPr>
        <p:sp>
          <p:nvSpPr>
            <p:cNvPr id="1235" name="Google Shape;1235;p40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" name="Google Shape;1236;p40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40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40" name="Google Shape;1240;p41"/>
          <p:cNvSpPr txBox="1"/>
          <p:nvPr>
            <p:ph idx="1" type="subTitle"/>
          </p:nvPr>
        </p:nvSpPr>
        <p:spPr>
          <a:xfrm>
            <a:off x="1253225" y="20537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41" name="Google Shape;1241;p41"/>
          <p:cNvSpPr txBox="1"/>
          <p:nvPr>
            <p:ph idx="2" type="subTitle"/>
          </p:nvPr>
        </p:nvSpPr>
        <p:spPr>
          <a:xfrm>
            <a:off x="5079776" y="20537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42" name="Google Shape;1242;p41"/>
          <p:cNvSpPr txBox="1"/>
          <p:nvPr>
            <p:ph idx="3" type="subTitle"/>
          </p:nvPr>
        </p:nvSpPr>
        <p:spPr>
          <a:xfrm>
            <a:off x="1253225" y="35653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43" name="Google Shape;1243;p41"/>
          <p:cNvSpPr txBox="1"/>
          <p:nvPr>
            <p:ph idx="4" type="subTitle"/>
          </p:nvPr>
        </p:nvSpPr>
        <p:spPr>
          <a:xfrm>
            <a:off x="5079776" y="35653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44" name="Google Shape;1244;p41"/>
          <p:cNvSpPr txBox="1"/>
          <p:nvPr>
            <p:ph idx="5" type="subTitle"/>
          </p:nvPr>
        </p:nvSpPr>
        <p:spPr>
          <a:xfrm>
            <a:off x="1253225" y="1363500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45" name="Google Shape;1245;p41"/>
          <p:cNvSpPr txBox="1"/>
          <p:nvPr>
            <p:ph idx="6" type="subTitle"/>
          </p:nvPr>
        </p:nvSpPr>
        <p:spPr>
          <a:xfrm>
            <a:off x="1253225" y="2875125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46" name="Google Shape;1246;p41"/>
          <p:cNvSpPr txBox="1"/>
          <p:nvPr>
            <p:ph idx="7" type="subTitle"/>
          </p:nvPr>
        </p:nvSpPr>
        <p:spPr>
          <a:xfrm>
            <a:off x="5079750" y="1363500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47" name="Google Shape;1247;p41"/>
          <p:cNvSpPr txBox="1"/>
          <p:nvPr>
            <p:ph idx="8" type="subTitle"/>
          </p:nvPr>
        </p:nvSpPr>
        <p:spPr>
          <a:xfrm>
            <a:off x="5079750" y="2875125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48" name="Google Shape;1248;p41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41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0" name="Google Shape;1250;p41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251" name="Google Shape;1251;p41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252" name="Google Shape;1252;p41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3" name="Google Shape;1253;p41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4" name="Google Shape;1254;p41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55" name="Google Shape;1255;p41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6" name="Google Shape;1256;p41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1257" name="Google Shape;1257;p41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1258" name="Google Shape;1258;p41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59" name="Google Shape;1259;p41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1260" name="Google Shape;1260;p41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1" name="Google Shape;1261;p41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62" name="Google Shape;1262;p41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263" name="Google Shape;1263;p41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1264" name="Google Shape;1264;p41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65" name="Google Shape;1265;p41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1266" name="Google Shape;1266;p41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1267" name="Google Shape;1267;p41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68" name="Google Shape;1268;p41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69" name="Google Shape;1269;p41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1270" name="Google Shape;1270;p41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1" name="Google Shape;1271;p41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72" name="Google Shape;1272;p41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1273" name="Google Shape;1273;p41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4" name="Google Shape;1274;p41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7" name="Google Shape;1277;p42"/>
          <p:cNvSpPr txBox="1"/>
          <p:nvPr>
            <p:ph idx="1" type="subTitle"/>
          </p:nvPr>
        </p:nvSpPr>
        <p:spPr>
          <a:xfrm>
            <a:off x="723900" y="171015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78" name="Google Shape;1278;p42"/>
          <p:cNvSpPr txBox="1"/>
          <p:nvPr>
            <p:ph idx="2" type="subTitle"/>
          </p:nvPr>
        </p:nvSpPr>
        <p:spPr>
          <a:xfrm>
            <a:off x="3577144" y="171016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79" name="Google Shape;1279;p42"/>
          <p:cNvSpPr txBox="1"/>
          <p:nvPr>
            <p:ph idx="3" type="subTitle"/>
          </p:nvPr>
        </p:nvSpPr>
        <p:spPr>
          <a:xfrm>
            <a:off x="723900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80" name="Google Shape;1280;p42"/>
          <p:cNvSpPr txBox="1"/>
          <p:nvPr>
            <p:ph idx="4" type="subTitle"/>
          </p:nvPr>
        </p:nvSpPr>
        <p:spPr>
          <a:xfrm>
            <a:off x="3577144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81" name="Google Shape;1281;p42"/>
          <p:cNvSpPr txBox="1"/>
          <p:nvPr>
            <p:ph idx="5" type="subTitle"/>
          </p:nvPr>
        </p:nvSpPr>
        <p:spPr>
          <a:xfrm>
            <a:off x="6430388" y="171016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82" name="Google Shape;1282;p42"/>
          <p:cNvSpPr txBox="1"/>
          <p:nvPr>
            <p:ph idx="6" type="subTitle"/>
          </p:nvPr>
        </p:nvSpPr>
        <p:spPr>
          <a:xfrm>
            <a:off x="6430388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83" name="Google Shape;1283;p42"/>
          <p:cNvSpPr txBox="1"/>
          <p:nvPr>
            <p:ph idx="7" type="subTitle"/>
          </p:nvPr>
        </p:nvSpPr>
        <p:spPr>
          <a:xfrm>
            <a:off x="731700" y="1060275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84" name="Google Shape;1284;p42"/>
          <p:cNvSpPr txBox="1"/>
          <p:nvPr>
            <p:ph idx="8" type="subTitle"/>
          </p:nvPr>
        </p:nvSpPr>
        <p:spPr>
          <a:xfrm>
            <a:off x="3582994" y="1060284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85" name="Google Shape;1285;p42"/>
          <p:cNvSpPr txBox="1"/>
          <p:nvPr>
            <p:ph idx="9" type="subTitle"/>
          </p:nvPr>
        </p:nvSpPr>
        <p:spPr>
          <a:xfrm>
            <a:off x="6434288" y="1060284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86" name="Google Shape;1286;p42"/>
          <p:cNvSpPr txBox="1"/>
          <p:nvPr>
            <p:ph idx="13" type="subTitle"/>
          </p:nvPr>
        </p:nvSpPr>
        <p:spPr>
          <a:xfrm>
            <a:off x="723900" y="2845800"/>
            <a:ext cx="19860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87" name="Google Shape;1287;p42"/>
          <p:cNvSpPr txBox="1"/>
          <p:nvPr>
            <p:ph idx="14" type="subTitle"/>
          </p:nvPr>
        </p:nvSpPr>
        <p:spPr>
          <a:xfrm>
            <a:off x="3582995" y="2845800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88" name="Google Shape;1288;p42"/>
          <p:cNvSpPr txBox="1"/>
          <p:nvPr>
            <p:ph idx="15" type="subTitle"/>
          </p:nvPr>
        </p:nvSpPr>
        <p:spPr>
          <a:xfrm>
            <a:off x="6434290" y="2845800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289" name="Google Shape;1289;p42"/>
          <p:cNvSpPr/>
          <p:nvPr/>
        </p:nvSpPr>
        <p:spPr>
          <a:xfrm flipH="1" rot="-3263452">
            <a:off x="7372110" y="40383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0" name="Google Shape;1290;p42"/>
          <p:cNvSpPr/>
          <p:nvPr/>
        </p:nvSpPr>
        <p:spPr>
          <a:xfrm flipH="1" rot="531647">
            <a:off x="-1621232" y="4095570"/>
            <a:ext cx="2581069" cy="208704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1" name="Google Shape;1291;p42"/>
          <p:cNvSpPr/>
          <p:nvPr/>
        </p:nvSpPr>
        <p:spPr>
          <a:xfrm flipH="1" rot="460658">
            <a:off x="7344116" y="-1448948"/>
            <a:ext cx="3053845" cy="246933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92" name="Google Shape;1292;p42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1293" name="Google Shape;1293;p42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1294" name="Google Shape;1294;p42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rect b="b" l="l" r="r" t="t"/>
                <a:pathLst>
                  <a:path extrusionOk="0" h="225742" w="652843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5" name="Google Shape;1295;p42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rect b="b" l="l" r="r" t="t"/>
                <a:pathLst>
                  <a:path extrusionOk="0" h="151161" w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96" name="Google Shape;1296;p42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1297" name="Google Shape;1297;p42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rect b="b" l="l" r="r" t="t"/>
                  <a:pathLst>
                    <a:path extrusionOk="0" h="20383" w="332041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8" name="Google Shape;1298;p42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rect b="b" l="l" r="r" t="t"/>
                  <a:pathLst>
                    <a:path extrusionOk="0" h="20383" w="290322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99" name="Google Shape;1299;p42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rect b="b" l="l" r="r" t="t"/>
                  <a:pathLst>
                    <a:path extrusionOk="0" h="20383" w="303942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0" name="Google Shape;1300;p42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rect b="b" l="l" r="r" t="t"/>
                  <a:pathLst>
                    <a:path extrusionOk="0" h="20383" w="171545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301" name="Google Shape;1301;p42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1302" name="Google Shape;1302;p42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1303" name="Google Shape;1303;p42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rect b="b" l="l" r="r" t="t"/>
                  <a:pathLst>
                    <a:path extrusionOk="0" h="225742" w="652843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04" name="Google Shape;1304;p42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rect b="b" l="l" r="r" t="t"/>
                  <a:pathLst>
                    <a:path extrusionOk="0" h="151161" w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05" name="Google Shape;1305;p42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1306" name="Google Shape;1306;p42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rect b="b" l="l" r="r" t="t"/>
                    <a:pathLst>
                      <a:path extrusionOk="0" h="20383" w="280034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07" name="Google Shape;1307;p42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rect b="b" l="l" r="r" t="t"/>
                    <a:pathLst>
                      <a:path extrusionOk="0" h="20383" w="20507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08" name="Google Shape;1308;p42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rect b="b" l="l" r="r" t="t"/>
                    <a:pathLst>
                      <a:path extrusionOk="0" h="20383" w="332041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09" name="Google Shape;1309;p42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rect b="b" l="l" r="r" t="t"/>
                    <a:pathLst>
                      <a:path extrusionOk="0" h="20383" w="171545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310" name="Google Shape;1310;p42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rect b="b" l="l" r="r" t="t"/>
                <a:pathLst>
                  <a:path extrusionOk="0" h="60632" w="50734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11" name="Google Shape;1311;p42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1312" name="Google Shape;1312;p42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1313" name="Google Shape;1313;p42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rect b="b" l="l" r="r" t="t"/>
                  <a:pathLst>
                    <a:path extrusionOk="0" h="63817" w="123062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14" name="Google Shape;1314;p42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rect b="b" l="l" r="r" t="t"/>
                  <a:pathLst>
                    <a:path extrusionOk="0" h="39243" w="39242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315" name="Google Shape;1315;p42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rect b="b" l="l" r="r" t="t"/>
                <a:pathLst>
                  <a:path extrusionOk="0" h="9715" w="103346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316" name="Shape 1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7" name="Google Shape;1317;p43"/>
          <p:cNvSpPr txBox="1"/>
          <p:nvPr>
            <p:ph hasCustomPrompt="1" type="title"/>
          </p:nvPr>
        </p:nvSpPr>
        <p:spPr>
          <a:xfrm>
            <a:off x="798388" y="2997571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18" name="Google Shape;1318;p43"/>
          <p:cNvSpPr txBox="1"/>
          <p:nvPr>
            <p:ph idx="1" type="subTitle"/>
          </p:nvPr>
        </p:nvSpPr>
        <p:spPr>
          <a:xfrm>
            <a:off x="798388" y="3772215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19" name="Google Shape;1319;p43"/>
          <p:cNvSpPr txBox="1"/>
          <p:nvPr>
            <p:ph hasCustomPrompt="1" idx="2" type="title"/>
          </p:nvPr>
        </p:nvSpPr>
        <p:spPr>
          <a:xfrm>
            <a:off x="2825700" y="1029535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20" name="Google Shape;1320;p43"/>
          <p:cNvSpPr txBox="1"/>
          <p:nvPr>
            <p:ph idx="3" type="subTitle"/>
          </p:nvPr>
        </p:nvSpPr>
        <p:spPr>
          <a:xfrm>
            <a:off x="2825700" y="1804473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21" name="Google Shape;1321;p43"/>
          <p:cNvSpPr txBox="1"/>
          <p:nvPr>
            <p:ph hasCustomPrompt="1" idx="4" type="title"/>
          </p:nvPr>
        </p:nvSpPr>
        <p:spPr>
          <a:xfrm>
            <a:off x="4853013" y="2997571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22" name="Google Shape;1322;p43"/>
          <p:cNvSpPr txBox="1"/>
          <p:nvPr>
            <p:ph idx="5" type="subTitle"/>
          </p:nvPr>
        </p:nvSpPr>
        <p:spPr>
          <a:xfrm>
            <a:off x="4853013" y="3772215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323" name="Google Shape;1323;p43"/>
          <p:cNvSpPr/>
          <p:nvPr/>
        </p:nvSpPr>
        <p:spPr>
          <a:xfrm rot="-5710536">
            <a:off x="-1869285" y="3438573"/>
            <a:ext cx="3168438" cy="230790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43"/>
          <p:cNvSpPr/>
          <p:nvPr/>
        </p:nvSpPr>
        <p:spPr>
          <a:xfrm rot="-294905">
            <a:off x="7350387" y="3903245"/>
            <a:ext cx="3168449" cy="256199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325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27" name="Google Shape;1327;p44"/>
          <p:cNvSpPr/>
          <p:nvPr/>
        </p:nvSpPr>
        <p:spPr>
          <a:xfrm flipH="1" rot="337739">
            <a:off x="8212271" y="3187242"/>
            <a:ext cx="3158465" cy="3518480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8" name="Google Shape;1328;p44"/>
          <p:cNvGrpSpPr/>
          <p:nvPr/>
        </p:nvGrpSpPr>
        <p:grpSpPr>
          <a:xfrm>
            <a:off x="90200" y="4214393"/>
            <a:ext cx="516117" cy="779220"/>
            <a:chOff x="10572463" y="3528536"/>
            <a:chExt cx="580168" cy="875823"/>
          </a:xfrm>
        </p:grpSpPr>
        <p:grpSp>
          <p:nvGrpSpPr>
            <p:cNvPr id="1329" name="Google Shape;1329;p44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1330" name="Google Shape;1330;p44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31" name="Google Shape;1331;p44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1332" name="Google Shape;1332;p44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3" name="Google Shape;1333;p44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4" name="Google Shape;1334;p44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5" name="Google Shape;1335;p44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6" name="Google Shape;1336;p44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37" name="Google Shape;1337;p44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38" name="Google Shape;1338;p44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1339" name="Google Shape;1339;p44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0" name="Google Shape;1340;p44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1" name="Google Shape;1341;p44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2" name="Google Shape;1342;p44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343" name="Google Shape;1343;p44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44" name="Google Shape;1344;p44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1345" name="Google Shape;1345;p44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46" name="Google Shape;1346;p44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1347" name="Google Shape;1347;p44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8" name="Google Shape;1348;p44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49" name="Google Shape;1349;p44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0" name="Google Shape;1350;p44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1" name="Google Shape;1351;p44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2" name="Google Shape;1352;p44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353" name="Google Shape;1353;p44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1354" name="Google Shape;1354;p44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5" name="Google Shape;1355;p44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6" name="Google Shape;1356;p44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57" name="Google Shape;1357;p44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358" name="Google Shape;1358;p44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59" name="Google Shape;1359;p44"/>
          <p:cNvSpPr/>
          <p:nvPr/>
        </p:nvSpPr>
        <p:spPr>
          <a:xfrm flipH="1" rot="-3657034">
            <a:off x="-1404232" y="-737971"/>
            <a:ext cx="2746020" cy="162787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60" name="Google Shape;1360;p44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1361" name="Google Shape;1361;p4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1362" name="Google Shape;1362;p4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63" name="Google Shape;1363;p4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1364" name="Google Shape;1364;p4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5" name="Google Shape;1365;p4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366" name="Google Shape;1366;p4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367" name="Google Shape;1367;p4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1368" name="Google Shape;1368;p4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369" name="Google Shape;1369;p4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1370" name="Google Shape;1370;p4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1371" name="Google Shape;1371;p4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72" name="Google Shape;1372;p4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373" name="Google Shape;1373;p4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1374" name="Google Shape;1374;p4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75" name="Google Shape;1375;p4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376" name="Google Shape;1376;p4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1377" name="Google Shape;1377;p4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78" name="Google Shape;1378;p4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379" name="Shape 1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0" name="Google Shape;1380;p45"/>
          <p:cNvSpPr/>
          <p:nvPr/>
        </p:nvSpPr>
        <p:spPr>
          <a:xfrm flipH="1" rot="9076707">
            <a:off x="7972821" y="-586852"/>
            <a:ext cx="1683799" cy="167281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1" name="Google Shape;1381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382" name="Google Shape;1382;p45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1383" name="Google Shape;1383;p45"/>
            <p:cNvSpPr/>
            <p:nvPr/>
          </p:nvSpPr>
          <p:spPr>
            <a:xfrm>
              <a:off x="7385113" y="1535430"/>
              <a:ext cx="435673" cy="541115"/>
            </a:xfrm>
            <a:custGeom>
              <a:rect b="b" l="l" r="r" t="t"/>
              <a:pathLst>
                <a:path extrusionOk="0" h="541115" w="435673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84" name="Google Shape;1384;p45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1385" name="Google Shape;1385;p45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6" name="Google Shape;1386;p45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7" name="Google Shape;1387;p45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rect b="b" l="l" r="r" t="t"/>
                <a:pathLst>
                  <a:path extrusionOk="0" h="41529" w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88" name="Google Shape;1388;p45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1389" name="Google Shape;1389;p45"/>
            <p:cNvSpPr/>
            <p:nvPr/>
          </p:nvSpPr>
          <p:spPr>
            <a:xfrm>
              <a:off x="7420451" y="1852041"/>
              <a:ext cx="357473" cy="163258"/>
            </a:xfrm>
            <a:custGeom>
              <a:rect b="b" l="l" r="r" t="t"/>
              <a:pathLst>
                <a:path extrusionOk="0" h="163258" w="357473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0" name="Google Shape;1390;p45"/>
            <p:cNvSpPr/>
            <p:nvPr/>
          </p:nvSpPr>
          <p:spPr>
            <a:xfrm>
              <a:off x="7425594" y="1639728"/>
              <a:ext cx="353948" cy="180117"/>
            </a:xfrm>
            <a:custGeom>
              <a:rect b="b" l="l" r="r" t="t"/>
              <a:pathLst>
                <a:path extrusionOk="0" h="180117" w="353948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1" name="Google Shape;1391;p45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1392" name="Google Shape;1392;p45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1393" name="Google Shape;1393;p45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4" name="Google Shape;1394;p45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95" name="Google Shape;1395;p45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6" name="Google Shape;1396;p45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1397" name="Google Shape;1397;p45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98" name="Google Shape;1398;p45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399" name="Google Shape;1399;p45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400" name="Google Shape;1400;p45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401" name="Google Shape;1401;p45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02" name="Google Shape;1402;p45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403" name="Google Shape;1403;p45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404" name="Google Shape;1404;p45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05" name="Google Shape;1405;p45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406" name="Google Shape;1406;p45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407" name="Google Shape;1407;p45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08" name="Google Shape;1408;p45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409" name="Google Shape;1409;p45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0" name="Google Shape;1410;p45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1" name="Google Shape;1411;p45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12" name="Google Shape;1412;p45"/>
          <p:cNvGrpSpPr/>
          <p:nvPr/>
        </p:nvGrpSpPr>
        <p:grpSpPr>
          <a:xfrm flipH="1" rot="5400000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1413" name="Google Shape;1413;p45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4" name="Google Shape;1414;p45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5" name="Google Shape;1415;p45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6" name="Google Shape;1416;p45"/>
          <p:cNvSpPr/>
          <p:nvPr/>
        </p:nvSpPr>
        <p:spPr>
          <a:xfrm rot="-532595">
            <a:off x="7984139" y="4422751"/>
            <a:ext cx="1661199" cy="134324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45"/>
          <p:cNvSpPr/>
          <p:nvPr/>
        </p:nvSpPr>
        <p:spPr>
          <a:xfrm flipH="1" rot="-5145822">
            <a:off x="-1235221" y="72085"/>
            <a:ext cx="2404292" cy="131859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46"/>
          <p:cNvSpPr txBox="1"/>
          <p:nvPr>
            <p:ph type="title"/>
          </p:nvPr>
        </p:nvSpPr>
        <p:spPr>
          <a:xfrm>
            <a:off x="2347938" y="997200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420" name="Google Shape;1420;p46"/>
          <p:cNvSpPr txBox="1"/>
          <p:nvPr>
            <p:ph idx="1" type="subTitle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21" name="Google Shape;1421;p46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icons, infographics &amp; images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2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2" name="Google Shape;1422;p46"/>
          <p:cNvSpPr/>
          <p:nvPr/>
        </p:nvSpPr>
        <p:spPr>
          <a:xfrm flipH="1" rot="-2493044">
            <a:off x="-1086706" y="-570280"/>
            <a:ext cx="2902912" cy="234728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46"/>
          <p:cNvSpPr/>
          <p:nvPr/>
        </p:nvSpPr>
        <p:spPr>
          <a:xfrm flipH="1" rot="-5051288">
            <a:off x="7227752" y="3451481"/>
            <a:ext cx="2997828" cy="2576307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46"/>
          <p:cNvSpPr/>
          <p:nvPr/>
        </p:nvSpPr>
        <p:spPr>
          <a:xfrm flipH="1" rot="460638">
            <a:off x="178423" y="3742788"/>
            <a:ext cx="1359611" cy="122255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46"/>
          <p:cNvSpPr/>
          <p:nvPr/>
        </p:nvSpPr>
        <p:spPr>
          <a:xfrm flipH="1" rot="460623">
            <a:off x="6683138" y="-2074210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47"/>
          <p:cNvSpPr/>
          <p:nvPr/>
        </p:nvSpPr>
        <p:spPr>
          <a:xfrm flipH="1" rot="-1900174">
            <a:off x="-500059" y="-436065"/>
            <a:ext cx="1729608" cy="139855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8" name="Google Shape;1428;p47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47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0" name="Google Shape;1430;p47"/>
          <p:cNvSpPr/>
          <p:nvPr/>
        </p:nvSpPr>
        <p:spPr>
          <a:xfrm flipH="1" rot="531593">
            <a:off x="-1222788" y="3829381"/>
            <a:ext cx="2902962" cy="234732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31" name="Google Shape;1431;p47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1432" name="Google Shape;1432;p47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1433" name="Google Shape;1433;p47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rect b="b" l="l" r="r" t="t"/>
                <a:pathLst>
                  <a:path extrusionOk="0" h="225742" w="652843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4" name="Google Shape;1434;p47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rect b="b" l="l" r="r" t="t"/>
                <a:pathLst>
                  <a:path extrusionOk="0" h="151161" w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35" name="Google Shape;1435;p47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1436" name="Google Shape;1436;p47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rect b="b" l="l" r="r" t="t"/>
                  <a:pathLst>
                    <a:path extrusionOk="0" h="20383" w="332041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7" name="Google Shape;1437;p47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rect b="b" l="l" r="r" t="t"/>
                  <a:pathLst>
                    <a:path extrusionOk="0" h="20383" w="290322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8" name="Google Shape;1438;p47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rect b="b" l="l" r="r" t="t"/>
                  <a:pathLst>
                    <a:path extrusionOk="0" h="20383" w="303942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39" name="Google Shape;1439;p47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rect b="b" l="l" r="r" t="t"/>
                  <a:pathLst>
                    <a:path extrusionOk="0" h="20383" w="171545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440" name="Google Shape;1440;p47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1441" name="Google Shape;1441;p47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1442" name="Google Shape;1442;p47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rect b="b" l="l" r="r" t="t"/>
                  <a:pathLst>
                    <a:path extrusionOk="0" h="225742" w="652843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43" name="Google Shape;1443;p47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rect b="b" l="l" r="r" t="t"/>
                  <a:pathLst>
                    <a:path extrusionOk="0" h="151161" w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44" name="Google Shape;1444;p47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1445" name="Google Shape;1445;p47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rect b="b" l="l" r="r" t="t"/>
                    <a:pathLst>
                      <a:path extrusionOk="0" h="20383" w="280034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46" name="Google Shape;1446;p47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rect b="b" l="l" r="r" t="t"/>
                    <a:pathLst>
                      <a:path extrusionOk="0" h="20383" w="20507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47" name="Google Shape;1447;p47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rect b="b" l="l" r="r" t="t"/>
                    <a:pathLst>
                      <a:path extrusionOk="0" h="20383" w="332041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48" name="Google Shape;1448;p47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rect b="b" l="l" r="r" t="t"/>
                    <a:pathLst>
                      <a:path extrusionOk="0" h="20383" w="171545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449" name="Google Shape;1449;p47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rect b="b" l="l" r="r" t="t"/>
                <a:pathLst>
                  <a:path extrusionOk="0" h="60632" w="50734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50" name="Google Shape;1450;p47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1451" name="Google Shape;1451;p47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1452" name="Google Shape;1452;p47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rect b="b" l="l" r="r" t="t"/>
                  <a:pathLst>
                    <a:path extrusionOk="0" h="63817" w="123062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53" name="Google Shape;1453;p47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rect b="b" l="l" r="r" t="t"/>
                  <a:pathLst>
                    <a:path extrusionOk="0" h="39243" w="39242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454" name="Google Shape;1454;p47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rect b="b" l="l" r="r" t="t"/>
                <a:pathLst>
                  <a:path extrusionOk="0" h="9715" w="103346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48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7" name="Google Shape;1457;p48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58" name="Google Shape;1458;p48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459" name="Google Shape;1459;p48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460" name="Google Shape;1460;p48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1" name="Google Shape;1461;p48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2" name="Google Shape;1462;p48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63" name="Google Shape;1463;p48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4" name="Google Shape;1464;p48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1465" name="Google Shape;1465;p48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1466" name="Google Shape;1466;p48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67" name="Google Shape;1467;p48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1468" name="Google Shape;1468;p48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69" name="Google Shape;1469;p48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470" name="Google Shape;1470;p48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471" name="Google Shape;1471;p48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1472" name="Google Shape;1472;p48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473" name="Google Shape;1473;p48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1474" name="Google Shape;1474;p48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1475" name="Google Shape;1475;p48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76" name="Google Shape;1476;p48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477" name="Google Shape;1477;p48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1478" name="Google Shape;1478;p48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79" name="Google Shape;1479;p48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480" name="Google Shape;1480;p48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1481" name="Google Shape;1481;p48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82" name="Google Shape;1482;p48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3a814282a_34_0)">
  <p:cSld name="Generated (g3f3a814282a_34_0)"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51"/>
          <p:cNvSpPr txBox="1"/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489" name="Google Shape;1489;p51"/>
          <p:cNvSpPr txBox="1"/>
          <p:nvPr>
            <p:ph idx="1" type="subTitle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90" name="Google Shape;1490;p51"/>
          <p:cNvSpPr/>
          <p:nvPr/>
        </p:nvSpPr>
        <p:spPr>
          <a:xfrm rot="10800000">
            <a:off x="-1604593" y="-845132"/>
            <a:ext cx="3281418" cy="2132806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51"/>
          <p:cNvSpPr/>
          <p:nvPr/>
        </p:nvSpPr>
        <p:spPr>
          <a:xfrm flipH="1" rot="-9899992">
            <a:off x="-1515196" y="4121356"/>
            <a:ext cx="3953580" cy="192177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92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p52"/>
          <p:cNvSpPr txBox="1"/>
          <p:nvPr>
            <p:ph type="title"/>
          </p:nvPr>
        </p:nvSpPr>
        <p:spPr>
          <a:xfrm>
            <a:off x="4047175" y="2571975"/>
            <a:ext cx="4383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94" name="Google Shape;1494;p52"/>
          <p:cNvSpPr txBox="1"/>
          <p:nvPr>
            <p:ph hasCustomPrompt="1" idx="2" type="title"/>
          </p:nvPr>
        </p:nvSpPr>
        <p:spPr>
          <a:xfrm>
            <a:off x="4047175" y="1321975"/>
            <a:ext cx="1235700" cy="841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95" name="Google Shape;1495;p52"/>
          <p:cNvSpPr/>
          <p:nvPr>
            <p:ph idx="3" type="pic"/>
          </p:nvPr>
        </p:nvSpPr>
        <p:spPr>
          <a:xfrm>
            <a:off x="48462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496" name="Google Shape;1496;p52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52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8" name="Google Shape;1498;p52"/>
          <p:cNvSpPr/>
          <p:nvPr/>
        </p:nvSpPr>
        <p:spPr>
          <a:xfrm flipH="1" rot="-4592116">
            <a:off x="6189" y="113200"/>
            <a:ext cx="642877" cy="51982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01" name="Google Shape;1501;p53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502" name="Google Shape;1502;p53"/>
          <p:cNvSpPr/>
          <p:nvPr/>
        </p:nvSpPr>
        <p:spPr>
          <a:xfrm flipH="1" rot="-4014673">
            <a:off x="-1798429" y="-1029372"/>
            <a:ext cx="3158476" cy="250963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p53"/>
          <p:cNvSpPr/>
          <p:nvPr/>
        </p:nvSpPr>
        <p:spPr>
          <a:xfrm flipH="1">
            <a:off x="8355841" y="2667287"/>
            <a:ext cx="734045" cy="45268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04" name="Google Shape;1504;p53"/>
          <p:cNvGrpSpPr/>
          <p:nvPr/>
        </p:nvGrpSpPr>
        <p:grpSpPr>
          <a:xfrm flipH="1">
            <a:off x="8380540" y="1729933"/>
            <a:ext cx="668783" cy="959747"/>
            <a:chOff x="10519314" y="4728596"/>
            <a:chExt cx="751780" cy="1078731"/>
          </a:xfrm>
        </p:grpSpPr>
        <p:grpSp>
          <p:nvGrpSpPr>
            <p:cNvPr id="1505" name="Google Shape;1505;p53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1506" name="Google Shape;1506;p53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1507" name="Google Shape;1507;p53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8" name="Google Shape;1508;p53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09" name="Google Shape;1509;p53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10" name="Google Shape;1510;p53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1511" name="Google Shape;1511;p53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12" name="Google Shape;1512;p53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13" name="Google Shape;1513;p53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14" name="Google Shape;1514;p53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515" name="Google Shape;1515;p53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1516" name="Google Shape;1516;p53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17" name="Google Shape;1517;p53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18" name="Google Shape;1518;p53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1519" name="Google Shape;1519;p53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20" name="Google Shape;1520;p53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521" name="Google Shape;1521;p53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1522" name="Google Shape;1522;p53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23" name="Google Shape;1523;p53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524" name="Google Shape;1524;p53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1525" name="Google Shape;1525;p53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26" name="Google Shape;1526;p53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527" name="Google Shape;1527;p53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1528" name="Google Shape;1528;p53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29" name="Google Shape;1529;p53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530" name="Google Shape;1530;p53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1531" name="Google Shape;1531;p53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32" name="Google Shape;1532;p53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533" name="Google Shape;1533;p53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1534" name="Google Shape;1534;p53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5" name="Google Shape;1535;p53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36" name="Google Shape;1536;p53"/>
          <p:cNvGrpSpPr/>
          <p:nvPr/>
        </p:nvGrpSpPr>
        <p:grpSpPr>
          <a:xfrm flipH="1">
            <a:off x="8485925" y="662239"/>
            <a:ext cx="516117" cy="779220"/>
            <a:chOff x="10572463" y="3528536"/>
            <a:chExt cx="580168" cy="875823"/>
          </a:xfrm>
        </p:grpSpPr>
        <p:grpSp>
          <p:nvGrpSpPr>
            <p:cNvPr id="1537" name="Google Shape;1537;p53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1538" name="Google Shape;1538;p53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39" name="Google Shape;1539;p53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1540" name="Google Shape;1540;p53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1" name="Google Shape;1541;p53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2" name="Google Shape;1542;p53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3" name="Google Shape;1543;p53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4" name="Google Shape;1544;p53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5" name="Google Shape;1545;p53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46" name="Google Shape;1546;p53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1547" name="Google Shape;1547;p53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8" name="Google Shape;1548;p53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49" name="Google Shape;1549;p53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0" name="Google Shape;1550;p53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551" name="Google Shape;1551;p53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52" name="Google Shape;1552;p53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1553" name="Google Shape;1553;p53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54" name="Google Shape;1554;p53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1555" name="Google Shape;1555;p53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6" name="Google Shape;1556;p53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7" name="Google Shape;1557;p53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8" name="Google Shape;1558;p53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9" name="Google Shape;1559;p53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0" name="Google Shape;1560;p53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561" name="Google Shape;1561;p53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1562" name="Google Shape;1562;p53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3" name="Google Shape;1563;p53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4" name="Google Shape;1564;p53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5" name="Google Shape;1565;p53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566" name="Google Shape;1566;p53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567" name="Google Shape;1567;p53"/>
          <p:cNvGrpSpPr/>
          <p:nvPr/>
        </p:nvGrpSpPr>
        <p:grpSpPr>
          <a:xfrm flipH="1">
            <a:off x="8768853" y="1439765"/>
            <a:ext cx="22030" cy="294484"/>
            <a:chOff x="10809827" y="4402455"/>
            <a:chExt cx="24764" cy="330993"/>
          </a:xfrm>
        </p:grpSpPr>
        <p:sp>
          <p:nvSpPr>
            <p:cNvPr id="1568" name="Google Shape;1568;p53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9" name="Google Shape;1569;p53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0" name="Google Shape;1570;p53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71" name="Google Shape;1571;p53"/>
          <p:cNvSpPr/>
          <p:nvPr/>
        </p:nvSpPr>
        <p:spPr>
          <a:xfrm flipH="1" rot="8662747">
            <a:off x="7370974" y="4168319"/>
            <a:ext cx="2746019" cy="192168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72" name="Google Shape;1572;p53"/>
          <p:cNvGrpSpPr/>
          <p:nvPr/>
        </p:nvGrpSpPr>
        <p:grpSpPr>
          <a:xfrm flipH="1">
            <a:off x="122956" y="4228558"/>
            <a:ext cx="829992" cy="750888"/>
            <a:chOff x="8114596" y="445039"/>
            <a:chExt cx="633002" cy="572716"/>
          </a:xfrm>
        </p:grpSpPr>
        <p:grpSp>
          <p:nvGrpSpPr>
            <p:cNvPr id="1573" name="Google Shape;1573;p53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1574" name="Google Shape;1574;p53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75" name="Google Shape;1575;p53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1576" name="Google Shape;1576;p53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7" name="Google Shape;1577;p53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8" name="Google Shape;1578;p53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79" name="Google Shape;1579;p53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1580" name="Google Shape;1580;p53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81" name="Google Shape;1581;p53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1582" name="Google Shape;1582;p53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1583" name="Google Shape;1583;p53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84" name="Google Shape;1584;p53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585" name="Google Shape;1585;p53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1586" name="Google Shape;1586;p53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87" name="Google Shape;1587;p53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588" name="Google Shape;1588;p53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1589" name="Google Shape;1589;p53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590" name="Google Shape;1590;p53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93" name="Google Shape;1593;p54"/>
          <p:cNvSpPr txBox="1"/>
          <p:nvPr>
            <p:ph idx="1" type="subTitle"/>
          </p:nvPr>
        </p:nvSpPr>
        <p:spPr>
          <a:xfrm>
            <a:off x="4679150" y="2453574"/>
            <a:ext cx="3384300" cy="11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94" name="Google Shape;1594;p54"/>
          <p:cNvSpPr txBox="1"/>
          <p:nvPr>
            <p:ph idx="2" type="subTitle"/>
          </p:nvPr>
        </p:nvSpPr>
        <p:spPr>
          <a:xfrm>
            <a:off x="1080525" y="2453574"/>
            <a:ext cx="3384300" cy="11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95" name="Google Shape;1595;p54"/>
          <p:cNvSpPr txBox="1"/>
          <p:nvPr>
            <p:ph idx="3" type="subTitle"/>
          </p:nvPr>
        </p:nvSpPr>
        <p:spPr>
          <a:xfrm>
            <a:off x="1080536" y="1817200"/>
            <a:ext cx="3384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596" name="Google Shape;1596;p54"/>
          <p:cNvSpPr txBox="1"/>
          <p:nvPr>
            <p:ph idx="4" type="subTitle"/>
          </p:nvPr>
        </p:nvSpPr>
        <p:spPr>
          <a:xfrm>
            <a:off x="4679164" y="1817200"/>
            <a:ext cx="3384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597" name="Google Shape;1597;p54"/>
          <p:cNvSpPr/>
          <p:nvPr/>
        </p:nvSpPr>
        <p:spPr>
          <a:xfrm rot="5551952">
            <a:off x="-721531" y="4084618"/>
            <a:ext cx="2053998" cy="1765206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54"/>
          <p:cNvSpPr/>
          <p:nvPr/>
        </p:nvSpPr>
        <p:spPr>
          <a:xfrm rot="-460685">
            <a:off x="-850641" y="-888875"/>
            <a:ext cx="2082611" cy="168399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9" name="Google Shape;1599;p54"/>
          <p:cNvSpPr/>
          <p:nvPr/>
        </p:nvSpPr>
        <p:spPr>
          <a:xfrm rot="3259731">
            <a:off x="7063135" y="-804478"/>
            <a:ext cx="3168421" cy="256197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p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02" name="Google Shape;1602;p55"/>
          <p:cNvSpPr/>
          <p:nvPr/>
        </p:nvSpPr>
        <p:spPr>
          <a:xfrm rot="-9076707">
            <a:off x="85462" y="-755109"/>
            <a:ext cx="1683799" cy="1313891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03" name="Google Shape;1603;p55"/>
          <p:cNvGrpSpPr/>
          <p:nvPr/>
        </p:nvGrpSpPr>
        <p:grpSpPr>
          <a:xfrm>
            <a:off x="6779278" y="192982"/>
            <a:ext cx="2107998" cy="297419"/>
            <a:chOff x="6108096" y="3265836"/>
            <a:chExt cx="1633727" cy="230504"/>
          </a:xfrm>
        </p:grpSpPr>
        <p:sp>
          <p:nvSpPr>
            <p:cNvPr id="1604" name="Google Shape;1604;p55"/>
            <p:cNvSpPr/>
            <p:nvPr/>
          </p:nvSpPr>
          <p:spPr>
            <a:xfrm>
              <a:off x="6108096" y="3265836"/>
              <a:ext cx="1633727" cy="230504"/>
            </a:xfrm>
            <a:custGeom>
              <a:rect b="b" l="l" r="r" t="t"/>
              <a:pathLst>
                <a:path extrusionOk="0" h="230504" w="1633727">
                  <a:moveTo>
                    <a:pt x="1518476" y="0"/>
                  </a:moveTo>
                  <a:cubicBezTo>
                    <a:pt x="1582128" y="0"/>
                    <a:pt x="1633728" y="51600"/>
                    <a:pt x="1633728" y="115253"/>
                  </a:cubicBezTo>
                  <a:lnTo>
                    <a:pt x="1633728" y="115253"/>
                  </a:lnTo>
                  <a:cubicBezTo>
                    <a:pt x="1633728" y="178905"/>
                    <a:pt x="1582128" y="230505"/>
                    <a:pt x="1518476" y="230505"/>
                  </a:cubicBezTo>
                  <a:lnTo>
                    <a:pt x="115252" y="230505"/>
                  </a:lnTo>
                  <a:cubicBezTo>
                    <a:pt x="51601" y="230505"/>
                    <a:pt x="0" y="178905"/>
                    <a:pt x="0" y="115253"/>
                  </a:cubicBezTo>
                  <a:lnTo>
                    <a:pt x="0" y="115253"/>
                  </a:lnTo>
                  <a:cubicBezTo>
                    <a:pt x="0" y="51600"/>
                    <a:pt x="51601" y="0"/>
                    <a:pt x="115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5" name="Google Shape;1605;p55"/>
            <p:cNvSpPr/>
            <p:nvPr/>
          </p:nvSpPr>
          <p:spPr>
            <a:xfrm>
              <a:off x="7528381" y="3292292"/>
              <a:ext cx="166485" cy="165854"/>
            </a:xfrm>
            <a:custGeom>
              <a:rect b="b" l="l" r="r" t="t"/>
              <a:pathLst>
                <a:path extrusionOk="0" h="165854" w="166485">
                  <a:moveTo>
                    <a:pt x="161532" y="137469"/>
                  </a:moveTo>
                  <a:lnTo>
                    <a:pt x="120003" y="95941"/>
                  </a:lnTo>
                  <a:lnTo>
                    <a:pt x="113336" y="102608"/>
                  </a:lnTo>
                  <a:lnTo>
                    <a:pt x="105811" y="95083"/>
                  </a:lnTo>
                  <a:cubicBezTo>
                    <a:pt x="123622" y="71842"/>
                    <a:pt x="122194" y="38600"/>
                    <a:pt x="100953" y="17359"/>
                  </a:cubicBezTo>
                  <a:cubicBezTo>
                    <a:pt x="77807" y="-5786"/>
                    <a:pt x="40374" y="-5786"/>
                    <a:pt x="17324" y="17359"/>
                  </a:cubicBezTo>
                  <a:cubicBezTo>
                    <a:pt x="-5727" y="40505"/>
                    <a:pt x="-5822" y="77938"/>
                    <a:pt x="17324" y="100989"/>
                  </a:cubicBezTo>
                  <a:cubicBezTo>
                    <a:pt x="38850" y="122515"/>
                    <a:pt x="72568" y="123754"/>
                    <a:pt x="95809" y="105275"/>
                  </a:cubicBezTo>
                  <a:lnTo>
                    <a:pt x="103334" y="112800"/>
                  </a:lnTo>
                  <a:lnTo>
                    <a:pt x="96667" y="119467"/>
                  </a:lnTo>
                  <a:lnTo>
                    <a:pt x="138196" y="160996"/>
                  </a:lnTo>
                  <a:cubicBezTo>
                    <a:pt x="144673" y="167473"/>
                    <a:pt x="155150" y="167473"/>
                    <a:pt x="161627" y="160996"/>
                  </a:cubicBezTo>
                  <a:lnTo>
                    <a:pt x="161627" y="160996"/>
                  </a:lnTo>
                  <a:cubicBezTo>
                    <a:pt x="168104" y="154519"/>
                    <a:pt x="168104" y="144042"/>
                    <a:pt x="161627" y="137565"/>
                  </a:cubicBezTo>
                  <a:close/>
                  <a:moveTo>
                    <a:pt x="59138" y="102513"/>
                  </a:moveTo>
                  <a:cubicBezTo>
                    <a:pt x="54471" y="102513"/>
                    <a:pt x="49899" y="101751"/>
                    <a:pt x="45612" y="100417"/>
                  </a:cubicBezTo>
                  <a:cubicBezTo>
                    <a:pt x="33611" y="96512"/>
                    <a:pt x="23896" y="87463"/>
                    <a:pt x="19133" y="75938"/>
                  </a:cubicBezTo>
                  <a:cubicBezTo>
                    <a:pt x="16942" y="70794"/>
                    <a:pt x="15799" y="65175"/>
                    <a:pt x="15799" y="59269"/>
                  </a:cubicBezTo>
                  <a:cubicBezTo>
                    <a:pt x="15799" y="35361"/>
                    <a:pt x="35231" y="15931"/>
                    <a:pt x="59138" y="15931"/>
                  </a:cubicBezTo>
                  <a:cubicBezTo>
                    <a:pt x="65044" y="15931"/>
                    <a:pt x="70663" y="17074"/>
                    <a:pt x="75807" y="19264"/>
                  </a:cubicBezTo>
                  <a:cubicBezTo>
                    <a:pt x="87332" y="24122"/>
                    <a:pt x="96381" y="33742"/>
                    <a:pt x="100286" y="45744"/>
                  </a:cubicBezTo>
                  <a:cubicBezTo>
                    <a:pt x="101715" y="50030"/>
                    <a:pt x="102382" y="54507"/>
                    <a:pt x="102382" y="59269"/>
                  </a:cubicBezTo>
                  <a:cubicBezTo>
                    <a:pt x="102382" y="83177"/>
                    <a:pt x="83046" y="102513"/>
                    <a:pt x="59138" y="1025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6" name="Google Shape;1606;p55"/>
            <p:cNvSpPr/>
            <p:nvPr/>
          </p:nvSpPr>
          <p:spPr>
            <a:xfrm>
              <a:off x="7475124" y="3290220"/>
              <a:ext cx="7620" cy="174307"/>
            </a:xfrm>
            <a:custGeom>
              <a:rect b="b" l="l" r="r" t="t"/>
              <a:pathLst>
                <a:path extrusionOk="0" h="174307" w="7620">
                  <a:moveTo>
                    <a:pt x="3810" y="174308"/>
                  </a:moveTo>
                  <a:lnTo>
                    <a:pt x="3810" y="174308"/>
                  </a:lnTo>
                  <a:cubicBezTo>
                    <a:pt x="1714" y="174308"/>
                    <a:pt x="0" y="172593"/>
                    <a:pt x="0" y="170497"/>
                  </a:cubicBezTo>
                  <a:lnTo>
                    <a:pt x="0" y="3810"/>
                  </a:lnTo>
                  <a:cubicBezTo>
                    <a:pt x="0" y="1714"/>
                    <a:pt x="1714" y="0"/>
                    <a:pt x="3810" y="0"/>
                  </a:cubicBezTo>
                  <a:lnTo>
                    <a:pt x="3810" y="0"/>
                  </a:lnTo>
                  <a:cubicBezTo>
                    <a:pt x="5905" y="0"/>
                    <a:pt x="7620" y="1714"/>
                    <a:pt x="7620" y="3810"/>
                  </a:cubicBezTo>
                  <a:lnTo>
                    <a:pt x="7620" y="170497"/>
                  </a:lnTo>
                  <a:cubicBezTo>
                    <a:pt x="7620" y="172593"/>
                    <a:pt x="5905" y="174308"/>
                    <a:pt x="3810" y="174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7" name="Google Shape;1607;p55"/>
          <p:cNvSpPr/>
          <p:nvPr/>
        </p:nvSpPr>
        <p:spPr>
          <a:xfrm flipH="1" rot="532502">
            <a:off x="-514115" y="4385276"/>
            <a:ext cx="1514959" cy="122499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08" name="Google Shape;1608;p55"/>
          <p:cNvGrpSpPr/>
          <p:nvPr/>
        </p:nvGrpSpPr>
        <p:grpSpPr>
          <a:xfrm>
            <a:off x="-148774" y="4544215"/>
            <a:ext cx="784225" cy="584398"/>
            <a:chOff x="1914620" y="1930431"/>
            <a:chExt cx="572929" cy="426911"/>
          </a:xfrm>
        </p:grpSpPr>
        <p:grpSp>
          <p:nvGrpSpPr>
            <p:cNvPr id="1609" name="Google Shape;1609;p55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610" name="Google Shape;1610;p55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1" name="Google Shape;1611;p55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rect b="b" l="l" r="r" t="t"/>
                <a:pathLst>
                  <a:path extrusionOk="0" h="299465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2" name="Google Shape;1612;p55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13" name="Google Shape;1613;p55"/>
            <p:cNvSpPr/>
            <p:nvPr/>
          </p:nvSpPr>
          <p:spPr>
            <a:xfrm>
              <a:off x="2024157" y="2180272"/>
              <a:ext cx="222980" cy="101917"/>
            </a:xfrm>
            <a:custGeom>
              <a:rect b="b" l="l" r="r" t="t"/>
              <a:pathLst>
                <a:path extrusionOk="0" h="101917" w="22298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4" name="Google Shape;1614;p55"/>
          <p:cNvSpPr/>
          <p:nvPr/>
        </p:nvSpPr>
        <p:spPr>
          <a:xfrm rot="5844200">
            <a:off x="8030548" y="2339312"/>
            <a:ext cx="2404301" cy="131859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56"/>
          <p:cNvSpPr txBox="1"/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17" name="Google Shape;1617;p56"/>
          <p:cNvSpPr txBox="1"/>
          <p:nvPr>
            <p:ph idx="1" type="subTitle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618" name="Google Shape;1618;p56"/>
          <p:cNvSpPr/>
          <p:nvPr>
            <p:ph idx="2" type="pic"/>
          </p:nvPr>
        </p:nvSpPr>
        <p:spPr>
          <a:xfrm>
            <a:off x="566897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619" name="Google Shape;1619;p56"/>
          <p:cNvSpPr/>
          <p:nvPr/>
        </p:nvSpPr>
        <p:spPr>
          <a:xfrm rot="-2381697">
            <a:off x="-1265120" y="-661594"/>
            <a:ext cx="3096202" cy="2008988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0" name="Google Shape;1620;p56"/>
          <p:cNvSpPr/>
          <p:nvPr/>
        </p:nvSpPr>
        <p:spPr>
          <a:xfrm rot="-7296874">
            <a:off x="-735040" y="4231574"/>
            <a:ext cx="2036053" cy="150886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21" name="Google Shape;1621;p56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622" name="Google Shape;1622;p56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623" name="Google Shape;1623;p56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4" name="Google Shape;1624;p56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5" name="Google Shape;1625;p56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26" name="Google Shape;1626;p56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27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p57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29" name="Google Shape;1629;p57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0" name="Google Shape;1630;p57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1" name="Google Shape;1631;p57"/>
          <p:cNvSpPr/>
          <p:nvPr/>
        </p:nvSpPr>
        <p:spPr>
          <a:xfrm flipH="1" rot="-4592116">
            <a:off x="6189" y="113200"/>
            <a:ext cx="642877" cy="51982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58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34" name="Google Shape;1634;p58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35" name="Google Shape;1635;p58"/>
          <p:cNvSpPr/>
          <p:nvPr/>
        </p:nvSpPr>
        <p:spPr>
          <a:xfrm rot="3263452">
            <a:off x="-163955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58"/>
          <p:cNvSpPr/>
          <p:nvPr/>
        </p:nvSpPr>
        <p:spPr>
          <a:xfrm rot="-460623">
            <a:off x="-1793263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7" name="Google Shape;1637;p58"/>
          <p:cNvSpPr/>
          <p:nvPr/>
        </p:nvSpPr>
        <p:spPr>
          <a:xfrm rot="4592047">
            <a:off x="7797256" y="593203"/>
            <a:ext cx="1475158" cy="119280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638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p59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640" name="Shape 1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1" name="Google Shape;1641;p60"/>
          <p:cNvSpPr txBox="1"/>
          <p:nvPr>
            <p:ph hasCustomPrompt="1" type="title"/>
          </p:nvPr>
        </p:nvSpPr>
        <p:spPr>
          <a:xfrm>
            <a:off x="713225" y="1477363"/>
            <a:ext cx="6576000" cy="152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42" name="Google Shape;1642;p60"/>
          <p:cNvSpPr txBox="1"/>
          <p:nvPr>
            <p:ph idx="1" type="subTitle"/>
          </p:nvPr>
        </p:nvSpPr>
        <p:spPr>
          <a:xfrm>
            <a:off x="713225" y="3169038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43" name="Google Shape;1643;p60"/>
          <p:cNvSpPr/>
          <p:nvPr/>
        </p:nvSpPr>
        <p:spPr>
          <a:xfrm flipH="1" rot="-1900174">
            <a:off x="-500059" y="-436065"/>
            <a:ext cx="1729608" cy="139855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4" name="Google Shape;1644;p60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60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6" name="Google Shape;1646;p60"/>
          <p:cNvSpPr/>
          <p:nvPr/>
        </p:nvSpPr>
        <p:spPr>
          <a:xfrm flipH="1" rot="531593">
            <a:off x="-1222788" y="3829381"/>
            <a:ext cx="2902962" cy="234732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47" name="Google Shape;1647;p60"/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1648" name="Google Shape;1648;p60"/>
            <p:cNvSpPr/>
            <p:nvPr/>
          </p:nvSpPr>
          <p:spPr>
            <a:xfrm>
              <a:off x="6737915" y="169351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9" name="Google Shape;1649;p60"/>
            <p:cNvSpPr/>
            <p:nvPr/>
          </p:nvSpPr>
          <p:spPr>
            <a:xfrm>
              <a:off x="6653203" y="8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50" name="Google Shape;1650;p60"/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1651" name="Google Shape;1651;p60"/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rect b="b" l="l" r="r" t="t"/>
                <a:pathLst>
                  <a:path extrusionOk="0" h="1983676" w="1959864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52" name="Google Shape;1652;p60"/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rect b="b" l="l" r="r" t="t"/>
                <a:pathLst>
                  <a:path extrusionOk="0" h="172307" w="1959958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653" name="Google Shape;1653;p60"/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1654" name="Google Shape;1654;p60"/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5" name="Google Shape;1655;p60"/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6" name="Google Shape;1656;p60"/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657" name="Google Shape;1657;p60"/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1658" name="Google Shape;1658;p60"/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1659" name="Google Shape;1659;p60"/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0" name="Google Shape;1660;p60"/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1" name="Google Shape;1661;p60"/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2" name="Google Shape;1662;p60"/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3" name="Google Shape;1663;p60"/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4" name="Google Shape;1664;p60"/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5" name="Google Shape;1665;p60"/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6" name="Google Shape;1666;p60"/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7" name="Google Shape;1667;p60"/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8" name="Google Shape;1668;p60"/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69" name="Google Shape;1669;p60"/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1670" name="Google Shape;1670;p60"/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1" name="Google Shape;1671;p60"/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2" name="Google Shape;1672;p60"/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3" name="Google Shape;1673;p60"/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4" name="Google Shape;1674;p60"/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5" name="Google Shape;1675;p60"/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6" name="Google Shape;1676;p60"/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7" name="Google Shape;1677;p60"/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8" name="Google Shape;1678;p60"/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9" name="Google Shape;1679;p60"/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80" name="Google Shape;1680;p60"/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1681" name="Google Shape;1681;p60"/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2" name="Google Shape;1682;p60"/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3" name="Google Shape;1683;p60"/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4" name="Google Shape;1684;p60"/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5" name="Google Shape;1685;p60"/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6" name="Google Shape;1686;p60"/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7" name="Google Shape;1687;p60"/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8" name="Google Shape;1688;p60"/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689" name="Google Shape;1689;p60"/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rect b="b" l="l" r="r" t="t"/>
                <a:pathLst>
                  <a:path extrusionOk="0" h="438816" w="605885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90" name="Google Shape;1690;p60"/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rect b="b" l="l" r="r" t="t"/>
                <a:pathLst>
                  <a:path extrusionOk="0" h="815149" w="605885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1" name="Google Shape;1691;p60"/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1692" name="Google Shape;1692;p60"/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1693" name="Google Shape;1693;p60"/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4" name="Google Shape;1694;p60"/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5" name="Google Shape;1695;p60"/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6" name="Google Shape;1696;p60"/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697" name="Google Shape;1697;p60"/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1698" name="Google Shape;1698;p60"/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1699" name="Google Shape;1699;p60"/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00" name="Google Shape;1700;p60"/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01" name="Google Shape;1701;p60"/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702" name="Google Shape;1702;p60"/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1703" name="Google Shape;1703;p60"/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04" name="Google Shape;1704;p60"/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705" name="Google Shape;1705;p60"/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1706" name="Google Shape;1706;p60"/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07" name="Google Shape;1707;p60"/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08" name="Google Shape;1708;p60"/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709" name="Google Shape;1709;p60"/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1710" name="Google Shape;1710;p60"/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rect b="b" l="l" r="r" t="t"/>
                <a:pathLst>
                  <a:path extrusionOk="0" h="149542" w="256508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11" name="Google Shape;1711;p60"/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1712" name="Google Shape;1712;p60"/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1713" name="Google Shape;1713;p60"/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rect b="b" l="l" r="r" t="t"/>
                    <a:pathLst>
                      <a:path extrusionOk="0" h="42672" w="42671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14" name="Google Shape;1714;p60"/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rect b="b" l="l" r="r" t="t"/>
                    <a:pathLst>
                      <a:path extrusionOk="0" h="65418" w="65418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715" name="Google Shape;1715;p60"/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1716" name="Google Shape;1716;p60"/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rect b="b" l="l" r="r" t="t"/>
                    <a:pathLst>
                      <a:path extrusionOk="0" h="98921" w="98773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17" name="Google Shape;1717;p60"/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rect b="b" l="l" r="r" t="t"/>
                    <a:pathLst>
                      <a:path extrusionOk="0" h="15573" w="15573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718" name="Shape 17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1719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p6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21" name="Google Shape;1721;p62"/>
          <p:cNvSpPr txBox="1"/>
          <p:nvPr>
            <p:ph hasCustomPrompt="1" idx="2" type="title"/>
          </p:nvPr>
        </p:nvSpPr>
        <p:spPr>
          <a:xfrm>
            <a:off x="1100975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22" name="Google Shape;1722;p62"/>
          <p:cNvSpPr txBox="1"/>
          <p:nvPr>
            <p:ph hasCustomPrompt="1" idx="3" type="title"/>
          </p:nvPr>
        </p:nvSpPr>
        <p:spPr>
          <a:xfrm>
            <a:off x="1100975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23" name="Google Shape;1723;p62"/>
          <p:cNvSpPr txBox="1"/>
          <p:nvPr>
            <p:ph hasCustomPrompt="1" idx="4" type="title"/>
          </p:nvPr>
        </p:nvSpPr>
        <p:spPr>
          <a:xfrm>
            <a:off x="3419250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24" name="Google Shape;1724;p62"/>
          <p:cNvSpPr txBox="1"/>
          <p:nvPr>
            <p:ph hasCustomPrompt="1" idx="5" type="title"/>
          </p:nvPr>
        </p:nvSpPr>
        <p:spPr>
          <a:xfrm>
            <a:off x="3419250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25" name="Google Shape;1725;p62"/>
          <p:cNvSpPr txBox="1"/>
          <p:nvPr>
            <p:ph hasCustomPrompt="1" idx="6" type="title"/>
          </p:nvPr>
        </p:nvSpPr>
        <p:spPr>
          <a:xfrm>
            <a:off x="5737525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26" name="Google Shape;1726;p62"/>
          <p:cNvSpPr txBox="1"/>
          <p:nvPr>
            <p:ph hasCustomPrompt="1" idx="7" type="title"/>
          </p:nvPr>
        </p:nvSpPr>
        <p:spPr>
          <a:xfrm>
            <a:off x="5737525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727" name="Google Shape;1727;p62"/>
          <p:cNvSpPr txBox="1"/>
          <p:nvPr>
            <p:ph idx="1" type="subTitle"/>
          </p:nvPr>
        </p:nvSpPr>
        <p:spPr>
          <a:xfrm>
            <a:off x="1100975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28" name="Google Shape;1728;p62"/>
          <p:cNvSpPr txBox="1"/>
          <p:nvPr>
            <p:ph idx="8" type="subTitle"/>
          </p:nvPr>
        </p:nvSpPr>
        <p:spPr>
          <a:xfrm>
            <a:off x="3419250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29" name="Google Shape;1729;p62"/>
          <p:cNvSpPr txBox="1"/>
          <p:nvPr>
            <p:ph idx="9" type="subTitle"/>
          </p:nvPr>
        </p:nvSpPr>
        <p:spPr>
          <a:xfrm>
            <a:off x="5737525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30" name="Google Shape;1730;p62"/>
          <p:cNvSpPr txBox="1"/>
          <p:nvPr>
            <p:ph idx="13" type="subTitle"/>
          </p:nvPr>
        </p:nvSpPr>
        <p:spPr>
          <a:xfrm>
            <a:off x="1100975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31" name="Google Shape;1731;p62"/>
          <p:cNvSpPr txBox="1"/>
          <p:nvPr>
            <p:ph idx="14" type="subTitle"/>
          </p:nvPr>
        </p:nvSpPr>
        <p:spPr>
          <a:xfrm>
            <a:off x="3419250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32" name="Google Shape;1732;p62"/>
          <p:cNvSpPr txBox="1"/>
          <p:nvPr>
            <p:ph idx="15" type="subTitle"/>
          </p:nvPr>
        </p:nvSpPr>
        <p:spPr>
          <a:xfrm>
            <a:off x="5737525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733" name="Google Shape;1733;p62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4" name="Google Shape;1734;p62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35" name="Google Shape;1735;p62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1736" name="Google Shape;1736;p62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1737" name="Google Shape;1737;p62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38" name="Google Shape;1738;p62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1739" name="Google Shape;1739;p62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0" name="Google Shape;1740;p62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41" name="Google Shape;1741;p62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42" name="Google Shape;1742;p62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1743" name="Google Shape;1743;p62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44" name="Google Shape;1744;p62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1745" name="Google Shape;1745;p62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1746" name="Google Shape;1746;p62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47" name="Google Shape;1747;p62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748" name="Google Shape;1748;p62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1749" name="Google Shape;1749;p62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50" name="Google Shape;1750;p62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751" name="Google Shape;1751;p62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1752" name="Google Shape;1752;p62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53" name="Google Shape;1753;p62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1754" name="Google Shape;1754;p62"/>
          <p:cNvSpPr/>
          <p:nvPr/>
        </p:nvSpPr>
        <p:spPr>
          <a:xfrm>
            <a:off x="62832" y="4828541"/>
            <a:ext cx="734045" cy="45268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5" name="Google Shape;1755;p62"/>
          <p:cNvGrpSpPr/>
          <p:nvPr/>
        </p:nvGrpSpPr>
        <p:grpSpPr>
          <a:xfrm>
            <a:off x="103395" y="3891186"/>
            <a:ext cx="668783" cy="959747"/>
            <a:chOff x="10519314" y="4728596"/>
            <a:chExt cx="751780" cy="1078731"/>
          </a:xfrm>
        </p:grpSpPr>
        <p:grpSp>
          <p:nvGrpSpPr>
            <p:cNvPr id="1756" name="Google Shape;1756;p62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1757" name="Google Shape;1757;p62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1758" name="Google Shape;1758;p62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59" name="Google Shape;1759;p62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0" name="Google Shape;1760;p62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61" name="Google Shape;1761;p62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1762" name="Google Shape;1762;p62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63" name="Google Shape;1763;p62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64" name="Google Shape;1764;p62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65" name="Google Shape;1765;p62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766" name="Google Shape;1766;p62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1767" name="Google Shape;1767;p62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8" name="Google Shape;1768;p62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69" name="Google Shape;1769;p62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1770" name="Google Shape;1770;p62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71" name="Google Shape;1771;p62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772" name="Google Shape;1772;p62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1773" name="Google Shape;1773;p62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74" name="Google Shape;1774;p62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775" name="Google Shape;1775;p62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1776" name="Google Shape;1776;p62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7" name="Google Shape;1777;p62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778" name="Google Shape;1778;p62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1779" name="Google Shape;1779;p62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80" name="Google Shape;1780;p62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781" name="Google Shape;1781;p62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1782" name="Google Shape;1782;p62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783" name="Google Shape;1783;p62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784" name="Google Shape;1784;p62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1785" name="Google Shape;1785;p62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6" name="Google Shape;1786;p62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787" name="Google Shape;1787;p62"/>
          <p:cNvGrpSpPr/>
          <p:nvPr/>
        </p:nvGrpSpPr>
        <p:grpSpPr>
          <a:xfrm>
            <a:off x="150676" y="2823493"/>
            <a:ext cx="516117" cy="779220"/>
            <a:chOff x="10572463" y="3528536"/>
            <a:chExt cx="580168" cy="875823"/>
          </a:xfrm>
        </p:grpSpPr>
        <p:grpSp>
          <p:nvGrpSpPr>
            <p:cNvPr id="1788" name="Google Shape;1788;p62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1789" name="Google Shape;1789;p62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90" name="Google Shape;1790;p62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1791" name="Google Shape;1791;p62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2" name="Google Shape;1792;p62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3" name="Google Shape;1793;p62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4" name="Google Shape;1794;p62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5" name="Google Shape;1795;p62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6" name="Google Shape;1796;p62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97" name="Google Shape;1797;p62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1798" name="Google Shape;1798;p62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99" name="Google Shape;1799;p62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0" name="Google Shape;1800;p62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1" name="Google Shape;1801;p62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802" name="Google Shape;1802;p62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03" name="Google Shape;1803;p62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1804" name="Google Shape;1804;p62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05" name="Google Shape;1805;p62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1806" name="Google Shape;1806;p62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7" name="Google Shape;1807;p62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8" name="Google Shape;1808;p62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09" name="Google Shape;1809;p62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0" name="Google Shape;1810;p62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1" name="Google Shape;1811;p62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12" name="Google Shape;1812;p62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1813" name="Google Shape;1813;p62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4" name="Google Shape;1814;p62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5" name="Google Shape;1815;p62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6" name="Google Shape;1816;p62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817" name="Google Shape;1817;p62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18" name="Google Shape;1818;p62"/>
          <p:cNvGrpSpPr/>
          <p:nvPr/>
        </p:nvGrpSpPr>
        <p:grpSpPr>
          <a:xfrm>
            <a:off x="361835" y="3601018"/>
            <a:ext cx="22030" cy="294484"/>
            <a:chOff x="10809827" y="4402455"/>
            <a:chExt cx="24764" cy="330993"/>
          </a:xfrm>
        </p:grpSpPr>
        <p:sp>
          <p:nvSpPr>
            <p:cNvPr id="1819" name="Google Shape;1819;p62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0" name="Google Shape;1820;p62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1" name="Google Shape;1821;p62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1822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p63"/>
          <p:cNvSpPr txBox="1"/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24" name="Google Shape;1824;p63"/>
          <p:cNvSpPr txBox="1"/>
          <p:nvPr>
            <p:ph idx="1" type="subTitle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825" name="Google Shape;1825;p63"/>
          <p:cNvSpPr/>
          <p:nvPr>
            <p:ph idx="2" type="pic"/>
          </p:nvPr>
        </p:nvSpPr>
        <p:spPr>
          <a:xfrm>
            <a:off x="566897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1826" name="Google Shape;1826;p63"/>
          <p:cNvSpPr/>
          <p:nvPr/>
        </p:nvSpPr>
        <p:spPr>
          <a:xfrm rot="-2381697">
            <a:off x="-1265120" y="-661594"/>
            <a:ext cx="3096202" cy="2008988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63"/>
          <p:cNvSpPr/>
          <p:nvPr/>
        </p:nvSpPr>
        <p:spPr>
          <a:xfrm rot="-7296874">
            <a:off x="-735040" y="4231574"/>
            <a:ext cx="2036053" cy="150886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28" name="Google Shape;1828;p63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829" name="Google Shape;1829;p63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830" name="Google Shape;1830;p63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1" name="Google Shape;1831;p63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2" name="Google Shape;1832;p63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33" name="Google Shape;1833;p63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_1"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p64"/>
          <p:cNvSpPr txBox="1"/>
          <p:nvPr>
            <p:ph type="title"/>
          </p:nvPr>
        </p:nvSpPr>
        <p:spPr>
          <a:xfrm>
            <a:off x="2013850" y="841075"/>
            <a:ext cx="5116200" cy="139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36" name="Google Shape;1836;p64"/>
          <p:cNvSpPr txBox="1"/>
          <p:nvPr>
            <p:ph idx="1" type="subTitle"/>
          </p:nvPr>
        </p:nvSpPr>
        <p:spPr>
          <a:xfrm>
            <a:off x="2013850" y="2231525"/>
            <a:ext cx="51162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1837" name="Google Shape;1837;p64"/>
          <p:cNvSpPr/>
          <p:nvPr/>
        </p:nvSpPr>
        <p:spPr>
          <a:xfrm flipH="1" rot="9076707">
            <a:off x="7972821" y="-586852"/>
            <a:ext cx="1683799" cy="167281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38" name="Google Shape;1838;p64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1839" name="Google Shape;1839;p64"/>
            <p:cNvSpPr/>
            <p:nvPr/>
          </p:nvSpPr>
          <p:spPr>
            <a:xfrm>
              <a:off x="7385113" y="1535430"/>
              <a:ext cx="435673" cy="541115"/>
            </a:xfrm>
            <a:custGeom>
              <a:rect b="b" l="l" r="r" t="t"/>
              <a:pathLst>
                <a:path extrusionOk="0" h="541115" w="435673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40" name="Google Shape;1840;p64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1841" name="Google Shape;1841;p64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2" name="Google Shape;1842;p64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3" name="Google Shape;1843;p64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rect b="b" l="l" r="r" t="t"/>
                <a:pathLst>
                  <a:path extrusionOk="0" h="41529" w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44" name="Google Shape;1844;p64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1845" name="Google Shape;1845;p64"/>
            <p:cNvSpPr/>
            <p:nvPr/>
          </p:nvSpPr>
          <p:spPr>
            <a:xfrm>
              <a:off x="7420451" y="1852041"/>
              <a:ext cx="357473" cy="163258"/>
            </a:xfrm>
            <a:custGeom>
              <a:rect b="b" l="l" r="r" t="t"/>
              <a:pathLst>
                <a:path extrusionOk="0" h="163258" w="357473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6" name="Google Shape;1846;p64"/>
            <p:cNvSpPr/>
            <p:nvPr/>
          </p:nvSpPr>
          <p:spPr>
            <a:xfrm>
              <a:off x="7425594" y="1639728"/>
              <a:ext cx="353948" cy="180117"/>
            </a:xfrm>
            <a:custGeom>
              <a:rect b="b" l="l" r="r" t="t"/>
              <a:pathLst>
                <a:path extrusionOk="0" h="180117" w="353948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7" name="Google Shape;1847;p64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1848" name="Google Shape;1848;p64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1849" name="Google Shape;1849;p64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0" name="Google Shape;1850;p64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51" name="Google Shape;1851;p64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2" name="Google Shape;1852;p64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1853" name="Google Shape;1853;p64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54" name="Google Shape;1854;p64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855" name="Google Shape;1855;p64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856" name="Google Shape;1856;p64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857" name="Google Shape;1857;p64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58" name="Google Shape;1858;p64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859" name="Google Shape;1859;p64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860" name="Google Shape;1860;p64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61" name="Google Shape;1861;p64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862" name="Google Shape;1862;p64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863" name="Google Shape;1863;p64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64" name="Google Shape;1864;p64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865" name="Google Shape;1865;p64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6" name="Google Shape;1866;p64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7" name="Google Shape;1867;p64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68" name="Google Shape;1868;p64"/>
          <p:cNvGrpSpPr/>
          <p:nvPr/>
        </p:nvGrpSpPr>
        <p:grpSpPr>
          <a:xfrm flipH="1" rot="5400000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1869" name="Google Shape;1869;p64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0" name="Google Shape;1870;p64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1" name="Google Shape;1871;p64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2" name="Google Shape;1872;p64"/>
          <p:cNvSpPr/>
          <p:nvPr/>
        </p:nvSpPr>
        <p:spPr>
          <a:xfrm rot="-532595">
            <a:off x="7984139" y="4422751"/>
            <a:ext cx="1661199" cy="134324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3" name="Google Shape;1873;p64"/>
          <p:cNvSpPr/>
          <p:nvPr/>
        </p:nvSpPr>
        <p:spPr>
          <a:xfrm flipH="1" rot="-5145822">
            <a:off x="-1235221" y="72085"/>
            <a:ext cx="2404292" cy="131859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6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76" name="Google Shape;1876;p65"/>
          <p:cNvSpPr txBox="1"/>
          <p:nvPr>
            <p:ph idx="1" type="subTitle"/>
          </p:nvPr>
        </p:nvSpPr>
        <p:spPr>
          <a:xfrm>
            <a:off x="937625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77" name="Google Shape;1877;p65"/>
          <p:cNvSpPr txBox="1"/>
          <p:nvPr>
            <p:ph idx="2" type="subTitle"/>
          </p:nvPr>
        </p:nvSpPr>
        <p:spPr>
          <a:xfrm>
            <a:off x="3484347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78" name="Google Shape;1878;p65"/>
          <p:cNvSpPr txBox="1"/>
          <p:nvPr>
            <p:ph idx="3" type="subTitle"/>
          </p:nvPr>
        </p:nvSpPr>
        <p:spPr>
          <a:xfrm>
            <a:off x="6031075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79" name="Google Shape;1879;p65"/>
          <p:cNvSpPr txBox="1"/>
          <p:nvPr>
            <p:ph idx="4" type="subTitle"/>
          </p:nvPr>
        </p:nvSpPr>
        <p:spPr>
          <a:xfrm>
            <a:off x="937625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80" name="Google Shape;1880;p65"/>
          <p:cNvSpPr txBox="1"/>
          <p:nvPr>
            <p:ph idx="5" type="subTitle"/>
          </p:nvPr>
        </p:nvSpPr>
        <p:spPr>
          <a:xfrm>
            <a:off x="3484350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81" name="Google Shape;1881;p65"/>
          <p:cNvSpPr txBox="1"/>
          <p:nvPr>
            <p:ph idx="6" type="subTitle"/>
          </p:nvPr>
        </p:nvSpPr>
        <p:spPr>
          <a:xfrm>
            <a:off x="6031075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882" name="Google Shape;1882;p65"/>
          <p:cNvSpPr/>
          <p:nvPr/>
        </p:nvSpPr>
        <p:spPr>
          <a:xfrm flipH="1" rot="8800738">
            <a:off x="7902412" y="4181666"/>
            <a:ext cx="1680262" cy="135858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3" name="Google Shape;1883;p65"/>
          <p:cNvSpPr/>
          <p:nvPr/>
        </p:nvSpPr>
        <p:spPr>
          <a:xfrm flipH="1" rot="-8942362">
            <a:off x="-983149" y="4040244"/>
            <a:ext cx="2474148" cy="200058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p65"/>
          <p:cNvSpPr/>
          <p:nvPr/>
        </p:nvSpPr>
        <p:spPr>
          <a:xfrm flipH="1" rot="1554271">
            <a:off x="7563507" y="-664049"/>
            <a:ext cx="2112334" cy="200257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5" name="Google Shape;1885;p65"/>
          <p:cNvSpPr/>
          <p:nvPr/>
        </p:nvSpPr>
        <p:spPr>
          <a:xfrm>
            <a:off x="62825" y="1725386"/>
            <a:ext cx="606206" cy="37384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86" name="Google Shape;1886;p65"/>
          <p:cNvGrpSpPr/>
          <p:nvPr/>
        </p:nvGrpSpPr>
        <p:grpSpPr>
          <a:xfrm>
            <a:off x="96399" y="951293"/>
            <a:ext cx="552408" cy="792759"/>
            <a:chOff x="10519314" y="4728596"/>
            <a:chExt cx="751780" cy="1078731"/>
          </a:xfrm>
        </p:grpSpPr>
        <p:grpSp>
          <p:nvGrpSpPr>
            <p:cNvPr id="1887" name="Google Shape;1887;p65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1888" name="Google Shape;1888;p65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1889" name="Google Shape;1889;p65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0" name="Google Shape;1890;p65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1" name="Google Shape;1891;p65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892" name="Google Shape;1892;p65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1893" name="Google Shape;1893;p65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94" name="Google Shape;1894;p65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95" name="Google Shape;1895;p65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896" name="Google Shape;1896;p65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897" name="Google Shape;1897;p65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1898" name="Google Shape;1898;p65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9" name="Google Shape;1899;p65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00" name="Google Shape;1900;p65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1901" name="Google Shape;1901;p65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02" name="Google Shape;1902;p65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903" name="Google Shape;1903;p65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1904" name="Google Shape;1904;p65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05" name="Google Shape;1905;p65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906" name="Google Shape;1906;p65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1907" name="Google Shape;1907;p65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8" name="Google Shape;1908;p65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909" name="Google Shape;1909;p65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1910" name="Google Shape;1910;p65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11" name="Google Shape;1911;p65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912" name="Google Shape;1912;p65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1913" name="Google Shape;1913;p65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14" name="Google Shape;1914;p65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915" name="Google Shape;1915;p65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1916" name="Google Shape;1916;p65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7" name="Google Shape;1917;p65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18" name="Google Shape;1918;p65"/>
          <p:cNvGrpSpPr/>
          <p:nvPr/>
        </p:nvGrpSpPr>
        <p:grpSpPr>
          <a:xfrm>
            <a:off x="135453" y="69369"/>
            <a:ext cx="426307" cy="643642"/>
            <a:chOff x="10572463" y="3528536"/>
            <a:chExt cx="580168" cy="875823"/>
          </a:xfrm>
        </p:grpSpPr>
        <p:grpSp>
          <p:nvGrpSpPr>
            <p:cNvPr id="1919" name="Google Shape;1919;p65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1920" name="Google Shape;1920;p65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21" name="Google Shape;1921;p65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1922" name="Google Shape;1922;p65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3" name="Google Shape;1923;p65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4" name="Google Shape;1924;p65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5" name="Google Shape;1925;p65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6" name="Google Shape;1926;p65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7" name="Google Shape;1927;p65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28" name="Google Shape;1928;p65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1929" name="Google Shape;1929;p65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0" name="Google Shape;1930;p65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1" name="Google Shape;1931;p65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2" name="Google Shape;1932;p65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933" name="Google Shape;1933;p65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34" name="Google Shape;1934;p65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1935" name="Google Shape;1935;p65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36" name="Google Shape;1936;p65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1937" name="Google Shape;1937;p65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8" name="Google Shape;1938;p65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9" name="Google Shape;1939;p65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0" name="Google Shape;1940;p65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1" name="Google Shape;1941;p65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2" name="Google Shape;1942;p65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43" name="Google Shape;1943;p65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1944" name="Google Shape;1944;p65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5" name="Google Shape;1945;p65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6" name="Google Shape;1946;p65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7" name="Google Shape;1947;p65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948" name="Google Shape;1948;p65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49" name="Google Shape;1949;p65"/>
          <p:cNvGrpSpPr/>
          <p:nvPr/>
        </p:nvGrpSpPr>
        <p:grpSpPr>
          <a:xfrm>
            <a:off x="309868" y="711612"/>
            <a:ext cx="18197" cy="243247"/>
            <a:chOff x="10809827" y="4402455"/>
            <a:chExt cx="24764" cy="330993"/>
          </a:xfrm>
        </p:grpSpPr>
        <p:sp>
          <p:nvSpPr>
            <p:cNvPr id="1950" name="Google Shape;1950;p65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1" name="Google Shape;1951;p65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2" name="Google Shape;1952;p65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3" name="Google Shape;1953;p65"/>
          <p:cNvGrpSpPr/>
          <p:nvPr/>
        </p:nvGrpSpPr>
        <p:grpSpPr>
          <a:xfrm>
            <a:off x="8421644" y="1045085"/>
            <a:ext cx="396068" cy="717683"/>
            <a:chOff x="1945386" y="5582316"/>
            <a:chExt cx="470725" cy="852963"/>
          </a:xfrm>
        </p:grpSpPr>
        <p:grpSp>
          <p:nvGrpSpPr>
            <p:cNvPr id="1954" name="Google Shape;1954;p65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1955" name="Google Shape;1955;p65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6" name="Google Shape;1956;p65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57" name="Google Shape;1957;p65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8" name="Google Shape;1958;p65"/>
          <p:cNvGrpSpPr/>
          <p:nvPr/>
        </p:nvGrpSpPr>
        <p:grpSpPr>
          <a:xfrm>
            <a:off x="8088695" y="57742"/>
            <a:ext cx="1061979" cy="558999"/>
            <a:chOff x="3859815" y="2867310"/>
            <a:chExt cx="1262157" cy="664368"/>
          </a:xfrm>
        </p:grpSpPr>
        <p:sp>
          <p:nvSpPr>
            <p:cNvPr id="1959" name="Google Shape;1959;p65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60" name="Google Shape;1960;p65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961" name="Google Shape;1961;p65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962" name="Google Shape;1962;p65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963" name="Google Shape;1963;p65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64" name="Google Shape;1964;p65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965" name="Google Shape;1965;p65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966" name="Google Shape;1966;p65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67" name="Google Shape;1967;p65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968" name="Google Shape;1968;p65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969" name="Google Shape;1969;p65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70" name="Google Shape;1970;p65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971" name="Google Shape;1971;p65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2" name="Google Shape;1972;p65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3" name="Google Shape;1973;p65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974" name="Google Shape;1974;p65"/>
          <p:cNvGrpSpPr/>
          <p:nvPr/>
        </p:nvGrpSpPr>
        <p:grpSpPr>
          <a:xfrm>
            <a:off x="8582238" y="611818"/>
            <a:ext cx="33124" cy="442802"/>
            <a:chOff x="10809827" y="4402455"/>
            <a:chExt cx="24764" cy="330993"/>
          </a:xfrm>
        </p:grpSpPr>
        <p:sp>
          <p:nvSpPr>
            <p:cNvPr id="1975" name="Google Shape;1975;p65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6" name="Google Shape;1976;p65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7" name="Google Shape;1977;p65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978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9" name="Google Shape;1979;p6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80" name="Google Shape;1980;p66"/>
          <p:cNvSpPr txBox="1"/>
          <p:nvPr>
            <p:ph idx="1" type="subTitle"/>
          </p:nvPr>
        </p:nvSpPr>
        <p:spPr>
          <a:xfrm>
            <a:off x="1253225" y="20537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81" name="Google Shape;1981;p66"/>
          <p:cNvSpPr txBox="1"/>
          <p:nvPr>
            <p:ph idx="2" type="subTitle"/>
          </p:nvPr>
        </p:nvSpPr>
        <p:spPr>
          <a:xfrm>
            <a:off x="5079776" y="20537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82" name="Google Shape;1982;p66"/>
          <p:cNvSpPr txBox="1"/>
          <p:nvPr>
            <p:ph idx="3" type="subTitle"/>
          </p:nvPr>
        </p:nvSpPr>
        <p:spPr>
          <a:xfrm>
            <a:off x="1253225" y="35653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83" name="Google Shape;1983;p66"/>
          <p:cNvSpPr txBox="1"/>
          <p:nvPr>
            <p:ph idx="4" type="subTitle"/>
          </p:nvPr>
        </p:nvSpPr>
        <p:spPr>
          <a:xfrm>
            <a:off x="5079776" y="35653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84" name="Google Shape;1984;p66"/>
          <p:cNvSpPr txBox="1"/>
          <p:nvPr>
            <p:ph idx="5" type="subTitle"/>
          </p:nvPr>
        </p:nvSpPr>
        <p:spPr>
          <a:xfrm>
            <a:off x="1253225" y="1363500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85" name="Google Shape;1985;p66"/>
          <p:cNvSpPr txBox="1"/>
          <p:nvPr>
            <p:ph idx="6" type="subTitle"/>
          </p:nvPr>
        </p:nvSpPr>
        <p:spPr>
          <a:xfrm>
            <a:off x="1253225" y="2875125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86" name="Google Shape;1986;p66"/>
          <p:cNvSpPr txBox="1"/>
          <p:nvPr>
            <p:ph idx="7" type="subTitle"/>
          </p:nvPr>
        </p:nvSpPr>
        <p:spPr>
          <a:xfrm>
            <a:off x="5079750" y="1363500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87" name="Google Shape;1987;p66"/>
          <p:cNvSpPr txBox="1"/>
          <p:nvPr>
            <p:ph idx="8" type="subTitle"/>
          </p:nvPr>
        </p:nvSpPr>
        <p:spPr>
          <a:xfrm>
            <a:off x="5079750" y="2875125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988" name="Google Shape;1988;p66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9" name="Google Shape;1989;p66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990" name="Google Shape;1990;p66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991" name="Google Shape;1991;p66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992" name="Google Shape;1992;p66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3" name="Google Shape;1993;p66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4" name="Google Shape;1994;p66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95" name="Google Shape;1995;p66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96" name="Google Shape;1996;p66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1997" name="Google Shape;1997;p66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1998" name="Google Shape;1998;p66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999" name="Google Shape;1999;p66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000" name="Google Shape;2000;p66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1" name="Google Shape;2001;p66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2" name="Google Shape;2002;p66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03" name="Google Shape;2003;p66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004" name="Google Shape;2004;p66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05" name="Google Shape;2005;p66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006" name="Google Shape;2006;p66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007" name="Google Shape;2007;p66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08" name="Google Shape;2008;p66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009" name="Google Shape;2009;p66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010" name="Google Shape;2010;p66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1" name="Google Shape;2011;p66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012" name="Google Shape;2012;p66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013" name="Google Shape;2013;p66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4" name="Google Shape;2014;p66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015" name="Shape 2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" name="Google Shape;2016;p6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17" name="Google Shape;2017;p67"/>
          <p:cNvSpPr txBox="1"/>
          <p:nvPr>
            <p:ph idx="1" type="subTitle"/>
          </p:nvPr>
        </p:nvSpPr>
        <p:spPr>
          <a:xfrm>
            <a:off x="723900" y="171015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18" name="Google Shape;2018;p67"/>
          <p:cNvSpPr txBox="1"/>
          <p:nvPr>
            <p:ph idx="2" type="subTitle"/>
          </p:nvPr>
        </p:nvSpPr>
        <p:spPr>
          <a:xfrm>
            <a:off x="3577144" y="171016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19" name="Google Shape;2019;p67"/>
          <p:cNvSpPr txBox="1"/>
          <p:nvPr>
            <p:ph idx="3" type="subTitle"/>
          </p:nvPr>
        </p:nvSpPr>
        <p:spPr>
          <a:xfrm>
            <a:off x="723900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20" name="Google Shape;2020;p67"/>
          <p:cNvSpPr txBox="1"/>
          <p:nvPr>
            <p:ph idx="4" type="subTitle"/>
          </p:nvPr>
        </p:nvSpPr>
        <p:spPr>
          <a:xfrm>
            <a:off x="3577144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21" name="Google Shape;2021;p67"/>
          <p:cNvSpPr txBox="1"/>
          <p:nvPr>
            <p:ph idx="5" type="subTitle"/>
          </p:nvPr>
        </p:nvSpPr>
        <p:spPr>
          <a:xfrm>
            <a:off x="6430388" y="171016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22" name="Google Shape;2022;p67"/>
          <p:cNvSpPr txBox="1"/>
          <p:nvPr>
            <p:ph idx="6" type="subTitle"/>
          </p:nvPr>
        </p:nvSpPr>
        <p:spPr>
          <a:xfrm>
            <a:off x="6430388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23" name="Google Shape;2023;p67"/>
          <p:cNvSpPr txBox="1"/>
          <p:nvPr>
            <p:ph idx="7" type="subTitle"/>
          </p:nvPr>
        </p:nvSpPr>
        <p:spPr>
          <a:xfrm>
            <a:off x="731700" y="1060275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24" name="Google Shape;2024;p67"/>
          <p:cNvSpPr txBox="1"/>
          <p:nvPr>
            <p:ph idx="8" type="subTitle"/>
          </p:nvPr>
        </p:nvSpPr>
        <p:spPr>
          <a:xfrm>
            <a:off x="3582994" y="1060284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25" name="Google Shape;2025;p67"/>
          <p:cNvSpPr txBox="1"/>
          <p:nvPr>
            <p:ph idx="9" type="subTitle"/>
          </p:nvPr>
        </p:nvSpPr>
        <p:spPr>
          <a:xfrm>
            <a:off x="6434288" y="1060284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26" name="Google Shape;2026;p67"/>
          <p:cNvSpPr txBox="1"/>
          <p:nvPr>
            <p:ph idx="13" type="subTitle"/>
          </p:nvPr>
        </p:nvSpPr>
        <p:spPr>
          <a:xfrm>
            <a:off x="723900" y="2845800"/>
            <a:ext cx="19860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27" name="Google Shape;2027;p67"/>
          <p:cNvSpPr txBox="1"/>
          <p:nvPr>
            <p:ph idx="14" type="subTitle"/>
          </p:nvPr>
        </p:nvSpPr>
        <p:spPr>
          <a:xfrm>
            <a:off x="3582995" y="2845800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28" name="Google Shape;2028;p67"/>
          <p:cNvSpPr txBox="1"/>
          <p:nvPr>
            <p:ph idx="15" type="subTitle"/>
          </p:nvPr>
        </p:nvSpPr>
        <p:spPr>
          <a:xfrm>
            <a:off x="6434290" y="2845800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29" name="Google Shape;2029;p67"/>
          <p:cNvSpPr/>
          <p:nvPr/>
        </p:nvSpPr>
        <p:spPr>
          <a:xfrm flipH="1" rot="-3263452">
            <a:off x="7372110" y="40383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0" name="Google Shape;2030;p67"/>
          <p:cNvSpPr/>
          <p:nvPr/>
        </p:nvSpPr>
        <p:spPr>
          <a:xfrm flipH="1" rot="531647">
            <a:off x="-1621232" y="4095570"/>
            <a:ext cx="2581069" cy="208704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1" name="Google Shape;2031;p67"/>
          <p:cNvSpPr/>
          <p:nvPr/>
        </p:nvSpPr>
        <p:spPr>
          <a:xfrm flipH="1" rot="460658">
            <a:off x="7344116" y="-1448948"/>
            <a:ext cx="3053845" cy="246933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32" name="Google Shape;2032;p67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2033" name="Google Shape;2033;p67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2034" name="Google Shape;2034;p67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rect b="b" l="l" r="r" t="t"/>
                <a:pathLst>
                  <a:path extrusionOk="0" h="225742" w="652843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5" name="Google Shape;2035;p67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rect b="b" l="l" r="r" t="t"/>
                <a:pathLst>
                  <a:path extrusionOk="0" h="151161" w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36" name="Google Shape;2036;p67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2037" name="Google Shape;2037;p67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rect b="b" l="l" r="r" t="t"/>
                  <a:pathLst>
                    <a:path extrusionOk="0" h="20383" w="332041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8" name="Google Shape;2038;p67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rect b="b" l="l" r="r" t="t"/>
                  <a:pathLst>
                    <a:path extrusionOk="0" h="20383" w="290322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9" name="Google Shape;2039;p67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rect b="b" l="l" r="r" t="t"/>
                  <a:pathLst>
                    <a:path extrusionOk="0" h="20383" w="303942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0" name="Google Shape;2040;p67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rect b="b" l="l" r="r" t="t"/>
                  <a:pathLst>
                    <a:path extrusionOk="0" h="20383" w="171545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41" name="Google Shape;2041;p67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2042" name="Google Shape;2042;p67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2043" name="Google Shape;2043;p67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rect b="b" l="l" r="r" t="t"/>
                  <a:pathLst>
                    <a:path extrusionOk="0" h="225742" w="652843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4" name="Google Shape;2044;p67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rect b="b" l="l" r="r" t="t"/>
                  <a:pathLst>
                    <a:path extrusionOk="0" h="151161" w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045" name="Google Shape;2045;p67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2046" name="Google Shape;2046;p67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rect b="b" l="l" r="r" t="t"/>
                    <a:pathLst>
                      <a:path extrusionOk="0" h="20383" w="280034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7" name="Google Shape;2047;p67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rect b="b" l="l" r="r" t="t"/>
                    <a:pathLst>
                      <a:path extrusionOk="0" h="20383" w="20507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8" name="Google Shape;2048;p67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rect b="b" l="l" r="r" t="t"/>
                    <a:pathLst>
                      <a:path extrusionOk="0" h="20383" w="332041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49" name="Google Shape;2049;p67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rect b="b" l="l" r="r" t="t"/>
                    <a:pathLst>
                      <a:path extrusionOk="0" h="20383" w="171545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050" name="Google Shape;2050;p67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rect b="b" l="l" r="r" t="t"/>
                <a:pathLst>
                  <a:path extrusionOk="0" h="60632" w="50734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51" name="Google Shape;2051;p67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2052" name="Google Shape;2052;p67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2053" name="Google Shape;2053;p67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rect b="b" l="l" r="r" t="t"/>
                  <a:pathLst>
                    <a:path extrusionOk="0" h="63817" w="123062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4" name="Google Shape;2054;p67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rect b="b" l="l" r="r" t="t"/>
                  <a:pathLst>
                    <a:path extrusionOk="0" h="39243" w="39242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055" name="Google Shape;2055;p67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rect b="b" l="l" r="r" t="t"/>
                <a:pathLst>
                  <a:path extrusionOk="0" h="9715" w="103346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056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Google Shape;2057;p68"/>
          <p:cNvSpPr txBox="1"/>
          <p:nvPr>
            <p:ph hasCustomPrompt="1" type="title"/>
          </p:nvPr>
        </p:nvSpPr>
        <p:spPr>
          <a:xfrm>
            <a:off x="798388" y="2997571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58" name="Google Shape;2058;p68"/>
          <p:cNvSpPr txBox="1"/>
          <p:nvPr>
            <p:ph idx="1" type="subTitle"/>
          </p:nvPr>
        </p:nvSpPr>
        <p:spPr>
          <a:xfrm>
            <a:off x="798388" y="3772215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059" name="Google Shape;2059;p68"/>
          <p:cNvSpPr txBox="1"/>
          <p:nvPr>
            <p:ph hasCustomPrompt="1" idx="2" type="title"/>
          </p:nvPr>
        </p:nvSpPr>
        <p:spPr>
          <a:xfrm>
            <a:off x="2825700" y="1029535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0" name="Google Shape;2060;p68"/>
          <p:cNvSpPr txBox="1"/>
          <p:nvPr>
            <p:ph idx="3" type="subTitle"/>
          </p:nvPr>
        </p:nvSpPr>
        <p:spPr>
          <a:xfrm>
            <a:off x="2825700" y="1804473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061" name="Google Shape;2061;p68"/>
          <p:cNvSpPr txBox="1"/>
          <p:nvPr>
            <p:ph hasCustomPrompt="1" idx="4" type="title"/>
          </p:nvPr>
        </p:nvSpPr>
        <p:spPr>
          <a:xfrm>
            <a:off x="4853013" y="2997571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2" name="Google Shape;2062;p68"/>
          <p:cNvSpPr txBox="1"/>
          <p:nvPr>
            <p:ph idx="5" type="subTitle"/>
          </p:nvPr>
        </p:nvSpPr>
        <p:spPr>
          <a:xfrm>
            <a:off x="4853013" y="3772215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063" name="Google Shape;2063;p68"/>
          <p:cNvSpPr/>
          <p:nvPr/>
        </p:nvSpPr>
        <p:spPr>
          <a:xfrm rot="-5710536">
            <a:off x="-1869285" y="3438573"/>
            <a:ext cx="3168438" cy="230790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4" name="Google Shape;2064;p68"/>
          <p:cNvSpPr/>
          <p:nvPr/>
        </p:nvSpPr>
        <p:spPr>
          <a:xfrm rot="-294905">
            <a:off x="7350387" y="3903245"/>
            <a:ext cx="3168449" cy="256199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2065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Google Shape;2066;p6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067" name="Google Shape;2067;p69"/>
          <p:cNvSpPr/>
          <p:nvPr/>
        </p:nvSpPr>
        <p:spPr>
          <a:xfrm flipH="1" rot="337739">
            <a:off x="8212271" y="3187242"/>
            <a:ext cx="3158465" cy="3518480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68" name="Google Shape;2068;p69"/>
          <p:cNvGrpSpPr/>
          <p:nvPr/>
        </p:nvGrpSpPr>
        <p:grpSpPr>
          <a:xfrm>
            <a:off x="90200" y="4214393"/>
            <a:ext cx="516117" cy="779220"/>
            <a:chOff x="10572463" y="3528536"/>
            <a:chExt cx="580168" cy="875823"/>
          </a:xfrm>
        </p:grpSpPr>
        <p:grpSp>
          <p:nvGrpSpPr>
            <p:cNvPr id="2069" name="Google Shape;2069;p69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2070" name="Google Shape;2070;p69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71" name="Google Shape;2071;p69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2072" name="Google Shape;2072;p69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3" name="Google Shape;2073;p69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4" name="Google Shape;2074;p69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5" name="Google Shape;2075;p69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6" name="Google Shape;2076;p69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7" name="Google Shape;2077;p69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78" name="Google Shape;2078;p69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2079" name="Google Shape;2079;p69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0" name="Google Shape;2080;p69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1" name="Google Shape;2081;p69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2" name="Google Shape;2082;p69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083" name="Google Shape;2083;p69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84" name="Google Shape;2084;p69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2085" name="Google Shape;2085;p69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086" name="Google Shape;2086;p69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2087" name="Google Shape;2087;p69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8" name="Google Shape;2088;p69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9" name="Google Shape;2089;p69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0" name="Google Shape;2090;p69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1" name="Google Shape;2091;p69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2" name="Google Shape;2092;p69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93" name="Google Shape;2093;p69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2094" name="Google Shape;2094;p69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5" name="Google Shape;2095;p69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6" name="Google Shape;2096;p69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7" name="Google Shape;2097;p69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098" name="Google Shape;2098;p69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099" name="Google Shape;2099;p69"/>
          <p:cNvSpPr/>
          <p:nvPr/>
        </p:nvSpPr>
        <p:spPr>
          <a:xfrm flipH="1" rot="-3657034">
            <a:off x="-1404232" y="-737971"/>
            <a:ext cx="2746020" cy="162787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00" name="Google Shape;2100;p69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2101" name="Google Shape;2101;p69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2102" name="Google Shape;2102;p69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103" name="Google Shape;2103;p69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104" name="Google Shape;2104;p69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05" name="Google Shape;2105;p69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06" name="Google Shape;2106;p69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107" name="Google Shape;2107;p69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108" name="Google Shape;2108;p69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109" name="Google Shape;2109;p69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110" name="Google Shape;2110;p69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111" name="Google Shape;2111;p69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12" name="Google Shape;2112;p69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13" name="Google Shape;2113;p69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114" name="Google Shape;2114;p69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15" name="Google Shape;2115;p69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16" name="Google Shape;2116;p69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117" name="Google Shape;2117;p69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18" name="Google Shape;2118;p69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2119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p70"/>
          <p:cNvSpPr/>
          <p:nvPr/>
        </p:nvSpPr>
        <p:spPr>
          <a:xfrm flipH="1" rot="9076707">
            <a:off x="7972821" y="-586852"/>
            <a:ext cx="1683799" cy="167281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1" name="Google Shape;2121;p7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122" name="Google Shape;2122;p70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2123" name="Google Shape;2123;p70"/>
            <p:cNvSpPr/>
            <p:nvPr/>
          </p:nvSpPr>
          <p:spPr>
            <a:xfrm>
              <a:off x="7385113" y="1535430"/>
              <a:ext cx="435673" cy="541115"/>
            </a:xfrm>
            <a:custGeom>
              <a:rect b="b" l="l" r="r" t="t"/>
              <a:pathLst>
                <a:path extrusionOk="0" h="541115" w="435673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24" name="Google Shape;2124;p70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2125" name="Google Shape;2125;p70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6" name="Google Shape;2126;p70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7" name="Google Shape;2127;p70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rect b="b" l="l" r="r" t="t"/>
                <a:pathLst>
                  <a:path extrusionOk="0" h="41529" w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28" name="Google Shape;2128;p70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2129" name="Google Shape;2129;p70"/>
            <p:cNvSpPr/>
            <p:nvPr/>
          </p:nvSpPr>
          <p:spPr>
            <a:xfrm>
              <a:off x="7420451" y="1852041"/>
              <a:ext cx="357473" cy="163258"/>
            </a:xfrm>
            <a:custGeom>
              <a:rect b="b" l="l" r="r" t="t"/>
              <a:pathLst>
                <a:path extrusionOk="0" h="163258" w="357473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0" name="Google Shape;2130;p70"/>
            <p:cNvSpPr/>
            <p:nvPr/>
          </p:nvSpPr>
          <p:spPr>
            <a:xfrm>
              <a:off x="7425594" y="1639728"/>
              <a:ext cx="353948" cy="180117"/>
            </a:xfrm>
            <a:custGeom>
              <a:rect b="b" l="l" r="r" t="t"/>
              <a:pathLst>
                <a:path extrusionOk="0" h="180117" w="353948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1" name="Google Shape;2131;p70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2132" name="Google Shape;2132;p70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2133" name="Google Shape;2133;p70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4" name="Google Shape;2134;p70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35" name="Google Shape;2135;p70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36" name="Google Shape;2136;p70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2137" name="Google Shape;2137;p70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38" name="Google Shape;2138;p70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2139" name="Google Shape;2139;p70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2140" name="Google Shape;2140;p70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2141" name="Google Shape;2141;p70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42" name="Google Shape;2142;p70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43" name="Google Shape;2143;p70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2144" name="Google Shape;2144;p70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45" name="Google Shape;2145;p70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146" name="Google Shape;2146;p70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2147" name="Google Shape;2147;p70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48" name="Google Shape;2148;p70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149" name="Google Shape;2149;p70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0" name="Google Shape;2150;p70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1" name="Google Shape;2151;p70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52" name="Google Shape;2152;p70"/>
          <p:cNvGrpSpPr/>
          <p:nvPr/>
        </p:nvGrpSpPr>
        <p:grpSpPr>
          <a:xfrm flipH="1" rot="5400000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2153" name="Google Shape;2153;p70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4" name="Google Shape;2154;p70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5" name="Google Shape;2155;p70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56" name="Google Shape;2156;p70"/>
          <p:cNvSpPr/>
          <p:nvPr/>
        </p:nvSpPr>
        <p:spPr>
          <a:xfrm rot="-532595">
            <a:off x="7984139" y="4422751"/>
            <a:ext cx="1661199" cy="134324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7" name="Google Shape;2157;p70"/>
          <p:cNvSpPr/>
          <p:nvPr/>
        </p:nvSpPr>
        <p:spPr>
          <a:xfrm flipH="1" rot="-5145822">
            <a:off x="-1235221" y="72085"/>
            <a:ext cx="2404292" cy="131859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158" name="Shape 2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9" name="Google Shape;2159;p71"/>
          <p:cNvSpPr txBox="1"/>
          <p:nvPr>
            <p:ph type="title"/>
          </p:nvPr>
        </p:nvSpPr>
        <p:spPr>
          <a:xfrm>
            <a:off x="2347938" y="997200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60" name="Google Shape;2160;p71"/>
          <p:cNvSpPr txBox="1"/>
          <p:nvPr>
            <p:ph idx="1" type="subTitle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61" name="Google Shape;2161;p71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icons, infographics &amp; images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2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162" name="Google Shape;2162;p71"/>
          <p:cNvSpPr/>
          <p:nvPr/>
        </p:nvSpPr>
        <p:spPr>
          <a:xfrm flipH="1" rot="-2493044">
            <a:off x="-1086706" y="-570280"/>
            <a:ext cx="2902912" cy="234728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3" name="Google Shape;2163;p71"/>
          <p:cNvSpPr/>
          <p:nvPr/>
        </p:nvSpPr>
        <p:spPr>
          <a:xfrm flipH="1" rot="-5051288">
            <a:off x="7227752" y="3451481"/>
            <a:ext cx="2997828" cy="2576307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4" name="Google Shape;2164;p71"/>
          <p:cNvSpPr/>
          <p:nvPr/>
        </p:nvSpPr>
        <p:spPr>
          <a:xfrm flipH="1" rot="460638">
            <a:off x="178423" y="3742788"/>
            <a:ext cx="1359611" cy="122255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5" name="Google Shape;2165;p71"/>
          <p:cNvSpPr/>
          <p:nvPr/>
        </p:nvSpPr>
        <p:spPr>
          <a:xfrm flipH="1" rot="460623">
            <a:off x="6683138" y="-2074210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166" name="Shape 2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7" name="Google Shape;2167;p72"/>
          <p:cNvSpPr/>
          <p:nvPr/>
        </p:nvSpPr>
        <p:spPr>
          <a:xfrm flipH="1" rot="-1900174">
            <a:off x="-500059" y="-436065"/>
            <a:ext cx="1729608" cy="139855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8" name="Google Shape;2168;p72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9" name="Google Shape;2169;p72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0" name="Google Shape;2170;p72"/>
          <p:cNvSpPr/>
          <p:nvPr/>
        </p:nvSpPr>
        <p:spPr>
          <a:xfrm flipH="1" rot="531593">
            <a:off x="-1222788" y="3829381"/>
            <a:ext cx="2902962" cy="234732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71" name="Google Shape;2171;p72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2172" name="Google Shape;2172;p72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2173" name="Google Shape;2173;p72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rect b="b" l="l" r="r" t="t"/>
                <a:pathLst>
                  <a:path extrusionOk="0" h="225742" w="652843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4" name="Google Shape;2174;p72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rect b="b" l="l" r="r" t="t"/>
                <a:pathLst>
                  <a:path extrusionOk="0" h="151161" w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175" name="Google Shape;2175;p72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2176" name="Google Shape;2176;p72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rect b="b" l="l" r="r" t="t"/>
                  <a:pathLst>
                    <a:path extrusionOk="0" h="20383" w="332041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7" name="Google Shape;2177;p72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rect b="b" l="l" r="r" t="t"/>
                  <a:pathLst>
                    <a:path extrusionOk="0" h="20383" w="290322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8" name="Google Shape;2178;p72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rect b="b" l="l" r="r" t="t"/>
                  <a:pathLst>
                    <a:path extrusionOk="0" h="20383" w="303942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9" name="Google Shape;2179;p72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rect b="b" l="l" r="r" t="t"/>
                  <a:pathLst>
                    <a:path extrusionOk="0" h="20383" w="171545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180" name="Google Shape;2180;p72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2181" name="Google Shape;2181;p72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2182" name="Google Shape;2182;p72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rect b="b" l="l" r="r" t="t"/>
                  <a:pathLst>
                    <a:path extrusionOk="0" h="225742" w="652843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83" name="Google Shape;2183;p72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rect b="b" l="l" r="r" t="t"/>
                  <a:pathLst>
                    <a:path extrusionOk="0" h="151161" w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184" name="Google Shape;2184;p72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2185" name="Google Shape;2185;p72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rect b="b" l="l" r="r" t="t"/>
                    <a:pathLst>
                      <a:path extrusionOk="0" h="20383" w="280034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86" name="Google Shape;2186;p72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rect b="b" l="l" r="r" t="t"/>
                    <a:pathLst>
                      <a:path extrusionOk="0" h="20383" w="20507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87" name="Google Shape;2187;p72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rect b="b" l="l" r="r" t="t"/>
                    <a:pathLst>
                      <a:path extrusionOk="0" h="20383" w="332041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188" name="Google Shape;2188;p72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rect b="b" l="l" r="r" t="t"/>
                    <a:pathLst>
                      <a:path extrusionOk="0" h="20383" w="171545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189" name="Google Shape;2189;p72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rect b="b" l="l" r="r" t="t"/>
                <a:pathLst>
                  <a:path extrusionOk="0" h="60632" w="50734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90" name="Google Shape;2190;p72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2191" name="Google Shape;2191;p72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2192" name="Google Shape;2192;p72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rect b="b" l="l" r="r" t="t"/>
                  <a:pathLst>
                    <a:path extrusionOk="0" h="63817" w="123062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3" name="Google Shape;2193;p72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rect b="b" l="l" r="r" t="t"/>
                  <a:pathLst>
                    <a:path extrusionOk="0" h="39243" w="39242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194" name="Google Shape;2194;p72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rect b="b" l="l" r="r" t="t"/>
                <a:pathLst>
                  <a:path extrusionOk="0" h="9715" w="103346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195" name="Shape 2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6" name="Google Shape;2196;p73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7" name="Google Shape;2197;p73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198" name="Google Shape;2198;p73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2199" name="Google Shape;2199;p73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2200" name="Google Shape;2200;p73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1" name="Google Shape;2201;p73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02" name="Google Shape;2202;p73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03" name="Google Shape;2203;p73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04" name="Google Shape;2204;p73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2205" name="Google Shape;2205;p73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2206" name="Google Shape;2206;p73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207" name="Google Shape;2207;p73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208" name="Google Shape;2208;p73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9" name="Google Shape;2209;p73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10" name="Google Shape;2210;p73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211" name="Google Shape;2211;p73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212" name="Google Shape;2212;p73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213" name="Google Shape;2213;p73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214" name="Google Shape;2214;p73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215" name="Google Shape;2215;p73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6" name="Google Shape;2216;p73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17" name="Google Shape;2217;p73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218" name="Google Shape;2218;p73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9" name="Google Shape;2219;p73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20" name="Google Shape;2220;p73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221" name="Google Shape;2221;p73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2" name="Google Shape;2222;p73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3a86e2076_6_0)">
  <p:cSld name="Generated (g3f3a86e2076_6_0)">
    <p:spTree>
      <p:nvGrpSpPr>
        <p:cNvPr id="2223" name="Shape 22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27" name="Shape 2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8" name="Google Shape;2228;p76"/>
          <p:cNvSpPr txBox="1"/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229" name="Google Shape;2229;p76"/>
          <p:cNvSpPr txBox="1"/>
          <p:nvPr>
            <p:ph idx="1" type="subTitle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230" name="Google Shape;2230;p76"/>
          <p:cNvSpPr/>
          <p:nvPr/>
        </p:nvSpPr>
        <p:spPr>
          <a:xfrm rot="10800000">
            <a:off x="-1604593" y="-845132"/>
            <a:ext cx="3281418" cy="2132806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1" name="Google Shape;2231;p76"/>
          <p:cNvSpPr/>
          <p:nvPr/>
        </p:nvSpPr>
        <p:spPr>
          <a:xfrm flipH="1" rot="-9899992">
            <a:off x="-1515196" y="4121356"/>
            <a:ext cx="3953580" cy="192177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32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Google Shape;2233;p77"/>
          <p:cNvSpPr txBox="1"/>
          <p:nvPr>
            <p:ph type="title"/>
          </p:nvPr>
        </p:nvSpPr>
        <p:spPr>
          <a:xfrm>
            <a:off x="4047175" y="2571975"/>
            <a:ext cx="4383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34" name="Google Shape;2234;p77"/>
          <p:cNvSpPr txBox="1"/>
          <p:nvPr>
            <p:ph hasCustomPrompt="1" idx="2" type="title"/>
          </p:nvPr>
        </p:nvSpPr>
        <p:spPr>
          <a:xfrm>
            <a:off x="4047175" y="1321975"/>
            <a:ext cx="1235700" cy="841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235" name="Google Shape;2235;p77"/>
          <p:cNvSpPr/>
          <p:nvPr>
            <p:ph idx="3" type="pic"/>
          </p:nvPr>
        </p:nvSpPr>
        <p:spPr>
          <a:xfrm>
            <a:off x="48462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236" name="Google Shape;2236;p77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7" name="Google Shape;2237;p77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8" name="Google Shape;2238;p77"/>
          <p:cNvSpPr/>
          <p:nvPr/>
        </p:nvSpPr>
        <p:spPr>
          <a:xfrm flipH="1" rot="-4592116">
            <a:off x="6189" y="113200"/>
            <a:ext cx="642877" cy="51982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39" name="Shape 2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Google Shape;2240;p7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41" name="Google Shape;2241;p78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242" name="Google Shape;2242;p78"/>
          <p:cNvSpPr/>
          <p:nvPr/>
        </p:nvSpPr>
        <p:spPr>
          <a:xfrm flipH="1" rot="-4014673">
            <a:off x="-1798429" y="-1029372"/>
            <a:ext cx="3158476" cy="250963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3" name="Google Shape;2243;p78"/>
          <p:cNvSpPr/>
          <p:nvPr/>
        </p:nvSpPr>
        <p:spPr>
          <a:xfrm flipH="1">
            <a:off x="8355841" y="2667287"/>
            <a:ext cx="734045" cy="45268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44" name="Google Shape;2244;p78"/>
          <p:cNvGrpSpPr/>
          <p:nvPr/>
        </p:nvGrpSpPr>
        <p:grpSpPr>
          <a:xfrm flipH="1">
            <a:off x="8380540" y="1729933"/>
            <a:ext cx="668783" cy="959747"/>
            <a:chOff x="10519314" y="4728596"/>
            <a:chExt cx="751780" cy="1078731"/>
          </a:xfrm>
        </p:grpSpPr>
        <p:grpSp>
          <p:nvGrpSpPr>
            <p:cNvPr id="2245" name="Google Shape;2245;p78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2246" name="Google Shape;2246;p78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2247" name="Google Shape;2247;p78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48" name="Google Shape;2248;p78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49" name="Google Shape;2249;p78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250" name="Google Shape;2250;p78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2251" name="Google Shape;2251;p78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2" name="Google Shape;2252;p78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3" name="Google Shape;2253;p78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4" name="Google Shape;2254;p78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255" name="Google Shape;2255;p78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2256" name="Google Shape;2256;p78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57" name="Google Shape;2257;p78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258" name="Google Shape;2258;p78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2259" name="Google Shape;2259;p78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60" name="Google Shape;2260;p78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61" name="Google Shape;2261;p78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2262" name="Google Shape;2262;p78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63" name="Google Shape;2263;p78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264" name="Google Shape;2264;p78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2265" name="Google Shape;2265;p78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66" name="Google Shape;2266;p78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267" name="Google Shape;2267;p78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2268" name="Google Shape;2268;p78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69" name="Google Shape;2269;p78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70" name="Google Shape;2270;p78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2271" name="Google Shape;2271;p78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72" name="Google Shape;2272;p78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2273" name="Google Shape;2273;p78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2274" name="Google Shape;2274;p78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75" name="Google Shape;2275;p78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76" name="Google Shape;2276;p78"/>
          <p:cNvGrpSpPr/>
          <p:nvPr/>
        </p:nvGrpSpPr>
        <p:grpSpPr>
          <a:xfrm flipH="1">
            <a:off x="8485925" y="662239"/>
            <a:ext cx="516117" cy="779220"/>
            <a:chOff x="10572463" y="3528536"/>
            <a:chExt cx="580168" cy="875823"/>
          </a:xfrm>
        </p:grpSpPr>
        <p:grpSp>
          <p:nvGrpSpPr>
            <p:cNvPr id="2277" name="Google Shape;2277;p78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2278" name="Google Shape;2278;p78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279" name="Google Shape;2279;p78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2280" name="Google Shape;2280;p78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81" name="Google Shape;2281;p78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82" name="Google Shape;2282;p78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83" name="Google Shape;2283;p78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84" name="Google Shape;2284;p78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85" name="Google Shape;2285;p78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286" name="Google Shape;2286;p78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2287" name="Google Shape;2287;p78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88" name="Google Shape;2288;p78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89" name="Google Shape;2289;p78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0" name="Google Shape;2290;p78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291" name="Google Shape;2291;p78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92" name="Google Shape;2292;p78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2293" name="Google Shape;2293;p78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294" name="Google Shape;2294;p78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2295" name="Google Shape;2295;p78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6" name="Google Shape;2296;p78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7" name="Google Shape;2297;p78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8" name="Google Shape;2298;p78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99" name="Google Shape;2299;p78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00" name="Google Shape;2300;p78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301" name="Google Shape;2301;p78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2302" name="Google Shape;2302;p78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03" name="Google Shape;2303;p78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04" name="Google Shape;2304;p78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05" name="Google Shape;2305;p78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306" name="Google Shape;2306;p78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307" name="Google Shape;2307;p78"/>
          <p:cNvGrpSpPr/>
          <p:nvPr/>
        </p:nvGrpSpPr>
        <p:grpSpPr>
          <a:xfrm flipH="1">
            <a:off x="8768853" y="1439765"/>
            <a:ext cx="22030" cy="294484"/>
            <a:chOff x="10809827" y="4402455"/>
            <a:chExt cx="24764" cy="330993"/>
          </a:xfrm>
        </p:grpSpPr>
        <p:sp>
          <p:nvSpPr>
            <p:cNvPr id="2308" name="Google Shape;2308;p78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9" name="Google Shape;2309;p78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0" name="Google Shape;2310;p78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1" name="Google Shape;2311;p78"/>
          <p:cNvSpPr/>
          <p:nvPr/>
        </p:nvSpPr>
        <p:spPr>
          <a:xfrm flipH="1" rot="8662747">
            <a:off x="7370974" y="4168319"/>
            <a:ext cx="2746019" cy="192168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12" name="Google Shape;2312;p78"/>
          <p:cNvGrpSpPr/>
          <p:nvPr/>
        </p:nvGrpSpPr>
        <p:grpSpPr>
          <a:xfrm flipH="1">
            <a:off x="122956" y="4228558"/>
            <a:ext cx="829992" cy="750888"/>
            <a:chOff x="8114596" y="445039"/>
            <a:chExt cx="633002" cy="572716"/>
          </a:xfrm>
        </p:grpSpPr>
        <p:grpSp>
          <p:nvGrpSpPr>
            <p:cNvPr id="2313" name="Google Shape;2313;p78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2314" name="Google Shape;2314;p78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15" name="Google Shape;2315;p78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316" name="Google Shape;2316;p78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17" name="Google Shape;2317;p78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18" name="Google Shape;2318;p78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319" name="Google Shape;2319;p78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320" name="Google Shape;2320;p78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21" name="Google Shape;2321;p78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322" name="Google Shape;2322;p78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323" name="Google Shape;2323;p78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24" name="Google Shape;2324;p78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325" name="Google Shape;2325;p78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326" name="Google Shape;2326;p78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27" name="Google Shape;2327;p78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328" name="Google Shape;2328;p78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329" name="Google Shape;2329;p78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30" name="Google Shape;2330;p78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3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7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33" name="Google Shape;2333;p79"/>
          <p:cNvSpPr txBox="1"/>
          <p:nvPr>
            <p:ph idx="1" type="subTitle"/>
          </p:nvPr>
        </p:nvSpPr>
        <p:spPr>
          <a:xfrm>
            <a:off x="4679150" y="2453574"/>
            <a:ext cx="3384300" cy="11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34" name="Google Shape;2334;p79"/>
          <p:cNvSpPr txBox="1"/>
          <p:nvPr>
            <p:ph idx="2" type="subTitle"/>
          </p:nvPr>
        </p:nvSpPr>
        <p:spPr>
          <a:xfrm>
            <a:off x="1080525" y="2453574"/>
            <a:ext cx="3384300" cy="11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35" name="Google Shape;2335;p79"/>
          <p:cNvSpPr txBox="1"/>
          <p:nvPr>
            <p:ph idx="3" type="subTitle"/>
          </p:nvPr>
        </p:nvSpPr>
        <p:spPr>
          <a:xfrm>
            <a:off x="1080536" y="1817200"/>
            <a:ext cx="3384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36" name="Google Shape;2336;p79"/>
          <p:cNvSpPr txBox="1"/>
          <p:nvPr>
            <p:ph idx="4" type="subTitle"/>
          </p:nvPr>
        </p:nvSpPr>
        <p:spPr>
          <a:xfrm>
            <a:off x="4679164" y="1817200"/>
            <a:ext cx="3384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337" name="Google Shape;2337;p79"/>
          <p:cNvSpPr/>
          <p:nvPr/>
        </p:nvSpPr>
        <p:spPr>
          <a:xfrm rot="5551952">
            <a:off x="-721531" y="4084618"/>
            <a:ext cx="2053998" cy="1765206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8" name="Google Shape;2338;p79"/>
          <p:cNvSpPr/>
          <p:nvPr/>
        </p:nvSpPr>
        <p:spPr>
          <a:xfrm rot="-460685">
            <a:off x="-850641" y="-888875"/>
            <a:ext cx="2082611" cy="168399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9" name="Google Shape;2339;p79"/>
          <p:cNvSpPr/>
          <p:nvPr/>
        </p:nvSpPr>
        <p:spPr>
          <a:xfrm rot="3259731">
            <a:off x="7063135" y="-804478"/>
            <a:ext cx="3168421" cy="256197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40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41;p8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42" name="Google Shape;2342;p80"/>
          <p:cNvSpPr/>
          <p:nvPr/>
        </p:nvSpPr>
        <p:spPr>
          <a:xfrm rot="-9076707">
            <a:off x="85462" y="-755109"/>
            <a:ext cx="1683799" cy="1313891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43" name="Google Shape;2343;p80"/>
          <p:cNvGrpSpPr/>
          <p:nvPr/>
        </p:nvGrpSpPr>
        <p:grpSpPr>
          <a:xfrm>
            <a:off x="6779278" y="192982"/>
            <a:ext cx="2107998" cy="297419"/>
            <a:chOff x="6108096" y="3265836"/>
            <a:chExt cx="1633727" cy="230504"/>
          </a:xfrm>
        </p:grpSpPr>
        <p:sp>
          <p:nvSpPr>
            <p:cNvPr id="2344" name="Google Shape;2344;p80"/>
            <p:cNvSpPr/>
            <p:nvPr/>
          </p:nvSpPr>
          <p:spPr>
            <a:xfrm>
              <a:off x="6108096" y="3265836"/>
              <a:ext cx="1633727" cy="230504"/>
            </a:xfrm>
            <a:custGeom>
              <a:rect b="b" l="l" r="r" t="t"/>
              <a:pathLst>
                <a:path extrusionOk="0" h="230504" w="1633727">
                  <a:moveTo>
                    <a:pt x="1518476" y="0"/>
                  </a:moveTo>
                  <a:cubicBezTo>
                    <a:pt x="1582128" y="0"/>
                    <a:pt x="1633728" y="51600"/>
                    <a:pt x="1633728" y="115253"/>
                  </a:cubicBezTo>
                  <a:lnTo>
                    <a:pt x="1633728" y="115253"/>
                  </a:lnTo>
                  <a:cubicBezTo>
                    <a:pt x="1633728" y="178905"/>
                    <a:pt x="1582128" y="230505"/>
                    <a:pt x="1518476" y="230505"/>
                  </a:cubicBezTo>
                  <a:lnTo>
                    <a:pt x="115252" y="230505"/>
                  </a:lnTo>
                  <a:cubicBezTo>
                    <a:pt x="51601" y="230505"/>
                    <a:pt x="0" y="178905"/>
                    <a:pt x="0" y="115253"/>
                  </a:cubicBezTo>
                  <a:lnTo>
                    <a:pt x="0" y="115253"/>
                  </a:lnTo>
                  <a:cubicBezTo>
                    <a:pt x="0" y="51600"/>
                    <a:pt x="51601" y="0"/>
                    <a:pt x="115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5" name="Google Shape;2345;p80"/>
            <p:cNvSpPr/>
            <p:nvPr/>
          </p:nvSpPr>
          <p:spPr>
            <a:xfrm>
              <a:off x="7528381" y="3292292"/>
              <a:ext cx="166485" cy="165854"/>
            </a:xfrm>
            <a:custGeom>
              <a:rect b="b" l="l" r="r" t="t"/>
              <a:pathLst>
                <a:path extrusionOk="0" h="165854" w="166485">
                  <a:moveTo>
                    <a:pt x="161532" y="137469"/>
                  </a:moveTo>
                  <a:lnTo>
                    <a:pt x="120003" y="95941"/>
                  </a:lnTo>
                  <a:lnTo>
                    <a:pt x="113336" y="102608"/>
                  </a:lnTo>
                  <a:lnTo>
                    <a:pt x="105811" y="95083"/>
                  </a:lnTo>
                  <a:cubicBezTo>
                    <a:pt x="123622" y="71842"/>
                    <a:pt x="122194" y="38600"/>
                    <a:pt x="100953" y="17359"/>
                  </a:cubicBezTo>
                  <a:cubicBezTo>
                    <a:pt x="77807" y="-5786"/>
                    <a:pt x="40374" y="-5786"/>
                    <a:pt x="17324" y="17359"/>
                  </a:cubicBezTo>
                  <a:cubicBezTo>
                    <a:pt x="-5727" y="40505"/>
                    <a:pt x="-5822" y="77938"/>
                    <a:pt x="17324" y="100989"/>
                  </a:cubicBezTo>
                  <a:cubicBezTo>
                    <a:pt x="38850" y="122515"/>
                    <a:pt x="72568" y="123754"/>
                    <a:pt x="95809" y="105275"/>
                  </a:cubicBezTo>
                  <a:lnTo>
                    <a:pt x="103334" y="112800"/>
                  </a:lnTo>
                  <a:lnTo>
                    <a:pt x="96667" y="119467"/>
                  </a:lnTo>
                  <a:lnTo>
                    <a:pt x="138196" y="160996"/>
                  </a:lnTo>
                  <a:cubicBezTo>
                    <a:pt x="144673" y="167473"/>
                    <a:pt x="155150" y="167473"/>
                    <a:pt x="161627" y="160996"/>
                  </a:cubicBezTo>
                  <a:lnTo>
                    <a:pt x="161627" y="160996"/>
                  </a:lnTo>
                  <a:cubicBezTo>
                    <a:pt x="168104" y="154519"/>
                    <a:pt x="168104" y="144042"/>
                    <a:pt x="161627" y="137565"/>
                  </a:cubicBezTo>
                  <a:close/>
                  <a:moveTo>
                    <a:pt x="59138" y="102513"/>
                  </a:moveTo>
                  <a:cubicBezTo>
                    <a:pt x="54471" y="102513"/>
                    <a:pt x="49899" y="101751"/>
                    <a:pt x="45612" y="100417"/>
                  </a:cubicBezTo>
                  <a:cubicBezTo>
                    <a:pt x="33611" y="96512"/>
                    <a:pt x="23896" y="87463"/>
                    <a:pt x="19133" y="75938"/>
                  </a:cubicBezTo>
                  <a:cubicBezTo>
                    <a:pt x="16942" y="70794"/>
                    <a:pt x="15799" y="65175"/>
                    <a:pt x="15799" y="59269"/>
                  </a:cubicBezTo>
                  <a:cubicBezTo>
                    <a:pt x="15799" y="35361"/>
                    <a:pt x="35231" y="15931"/>
                    <a:pt x="59138" y="15931"/>
                  </a:cubicBezTo>
                  <a:cubicBezTo>
                    <a:pt x="65044" y="15931"/>
                    <a:pt x="70663" y="17074"/>
                    <a:pt x="75807" y="19264"/>
                  </a:cubicBezTo>
                  <a:cubicBezTo>
                    <a:pt x="87332" y="24122"/>
                    <a:pt x="96381" y="33742"/>
                    <a:pt x="100286" y="45744"/>
                  </a:cubicBezTo>
                  <a:cubicBezTo>
                    <a:pt x="101715" y="50030"/>
                    <a:pt x="102382" y="54507"/>
                    <a:pt x="102382" y="59269"/>
                  </a:cubicBezTo>
                  <a:cubicBezTo>
                    <a:pt x="102382" y="83177"/>
                    <a:pt x="83046" y="102513"/>
                    <a:pt x="59138" y="1025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6" name="Google Shape;2346;p80"/>
            <p:cNvSpPr/>
            <p:nvPr/>
          </p:nvSpPr>
          <p:spPr>
            <a:xfrm>
              <a:off x="7475124" y="3290220"/>
              <a:ext cx="7620" cy="174307"/>
            </a:xfrm>
            <a:custGeom>
              <a:rect b="b" l="l" r="r" t="t"/>
              <a:pathLst>
                <a:path extrusionOk="0" h="174307" w="7620">
                  <a:moveTo>
                    <a:pt x="3810" y="174308"/>
                  </a:moveTo>
                  <a:lnTo>
                    <a:pt x="3810" y="174308"/>
                  </a:lnTo>
                  <a:cubicBezTo>
                    <a:pt x="1714" y="174308"/>
                    <a:pt x="0" y="172593"/>
                    <a:pt x="0" y="170497"/>
                  </a:cubicBezTo>
                  <a:lnTo>
                    <a:pt x="0" y="3810"/>
                  </a:lnTo>
                  <a:cubicBezTo>
                    <a:pt x="0" y="1714"/>
                    <a:pt x="1714" y="0"/>
                    <a:pt x="3810" y="0"/>
                  </a:cubicBezTo>
                  <a:lnTo>
                    <a:pt x="3810" y="0"/>
                  </a:lnTo>
                  <a:cubicBezTo>
                    <a:pt x="5905" y="0"/>
                    <a:pt x="7620" y="1714"/>
                    <a:pt x="7620" y="3810"/>
                  </a:cubicBezTo>
                  <a:lnTo>
                    <a:pt x="7620" y="170497"/>
                  </a:lnTo>
                  <a:cubicBezTo>
                    <a:pt x="7620" y="172593"/>
                    <a:pt x="5905" y="174308"/>
                    <a:pt x="3810" y="174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7" name="Google Shape;2347;p80"/>
          <p:cNvSpPr/>
          <p:nvPr/>
        </p:nvSpPr>
        <p:spPr>
          <a:xfrm flipH="1" rot="532502">
            <a:off x="-514115" y="4385276"/>
            <a:ext cx="1514959" cy="122499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48" name="Google Shape;2348;p80"/>
          <p:cNvGrpSpPr/>
          <p:nvPr/>
        </p:nvGrpSpPr>
        <p:grpSpPr>
          <a:xfrm>
            <a:off x="-148774" y="4544215"/>
            <a:ext cx="784225" cy="584398"/>
            <a:chOff x="1914620" y="1930431"/>
            <a:chExt cx="572929" cy="426911"/>
          </a:xfrm>
        </p:grpSpPr>
        <p:grpSp>
          <p:nvGrpSpPr>
            <p:cNvPr id="2349" name="Google Shape;2349;p80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2350" name="Google Shape;2350;p80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1" name="Google Shape;2351;p80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rect b="b" l="l" r="r" t="t"/>
                <a:pathLst>
                  <a:path extrusionOk="0" h="299465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52" name="Google Shape;2352;p80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53" name="Google Shape;2353;p80"/>
            <p:cNvSpPr/>
            <p:nvPr/>
          </p:nvSpPr>
          <p:spPr>
            <a:xfrm>
              <a:off x="2024157" y="2180272"/>
              <a:ext cx="222980" cy="101917"/>
            </a:xfrm>
            <a:custGeom>
              <a:rect b="b" l="l" r="r" t="t"/>
              <a:pathLst>
                <a:path extrusionOk="0" h="101917" w="22298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4" name="Google Shape;2354;p80"/>
          <p:cNvSpPr/>
          <p:nvPr/>
        </p:nvSpPr>
        <p:spPr>
          <a:xfrm rot="5844200">
            <a:off x="8030548" y="2339312"/>
            <a:ext cx="2404301" cy="131859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355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p81"/>
          <p:cNvSpPr txBox="1"/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57" name="Google Shape;2357;p81"/>
          <p:cNvSpPr txBox="1"/>
          <p:nvPr>
            <p:ph idx="1" type="subTitle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358" name="Google Shape;2358;p81"/>
          <p:cNvSpPr/>
          <p:nvPr>
            <p:ph idx="2" type="pic"/>
          </p:nvPr>
        </p:nvSpPr>
        <p:spPr>
          <a:xfrm>
            <a:off x="566897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59" name="Google Shape;2359;p81"/>
          <p:cNvSpPr/>
          <p:nvPr/>
        </p:nvSpPr>
        <p:spPr>
          <a:xfrm rot="-2381697">
            <a:off x="-1265120" y="-661594"/>
            <a:ext cx="3096202" cy="2008988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0" name="Google Shape;2360;p81"/>
          <p:cNvSpPr/>
          <p:nvPr/>
        </p:nvSpPr>
        <p:spPr>
          <a:xfrm rot="-7296874">
            <a:off x="-735040" y="4231574"/>
            <a:ext cx="2036053" cy="150886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61" name="Google Shape;2361;p81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2362" name="Google Shape;2362;p81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2363" name="Google Shape;2363;p81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4" name="Google Shape;2364;p81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65" name="Google Shape;2365;p81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66" name="Google Shape;2366;p81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367" name="Shape 2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8" name="Google Shape;2368;p82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69" name="Google Shape;2369;p82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0" name="Google Shape;2370;p82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1" name="Google Shape;2371;p82"/>
          <p:cNvSpPr/>
          <p:nvPr/>
        </p:nvSpPr>
        <p:spPr>
          <a:xfrm flipH="1" rot="-4592116">
            <a:off x="6189" y="113200"/>
            <a:ext cx="642877" cy="51982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372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3" name="Google Shape;2373;p83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74" name="Google Shape;2374;p83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75" name="Google Shape;2375;p83"/>
          <p:cNvSpPr/>
          <p:nvPr/>
        </p:nvSpPr>
        <p:spPr>
          <a:xfrm rot="3263452">
            <a:off x="-163955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6" name="Google Shape;2376;p83"/>
          <p:cNvSpPr/>
          <p:nvPr/>
        </p:nvSpPr>
        <p:spPr>
          <a:xfrm rot="-460623">
            <a:off x="-1793263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7" name="Google Shape;2377;p83"/>
          <p:cNvSpPr/>
          <p:nvPr/>
        </p:nvSpPr>
        <p:spPr>
          <a:xfrm rot="4592047">
            <a:off x="7797256" y="593203"/>
            <a:ext cx="1475158" cy="119280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378" name="Shape 2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9" name="Google Shape;2379;p84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380" name="Shape 2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1" name="Google Shape;2381;p85"/>
          <p:cNvSpPr txBox="1"/>
          <p:nvPr>
            <p:ph hasCustomPrompt="1" type="title"/>
          </p:nvPr>
        </p:nvSpPr>
        <p:spPr>
          <a:xfrm>
            <a:off x="713225" y="1477363"/>
            <a:ext cx="6576000" cy="152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382" name="Google Shape;2382;p85"/>
          <p:cNvSpPr txBox="1"/>
          <p:nvPr>
            <p:ph idx="1" type="subTitle"/>
          </p:nvPr>
        </p:nvSpPr>
        <p:spPr>
          <a:xfrm>
            <a:off x="713225" y="3169038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383" name="Google Shape;2383;p85"/>
          <p:cNvSpPr/>
          <p:nvPr/>
        </p:nvSpPr>
        <p:spPr>
          <a:xfrm flipH="1" rot="-1900174">
            <a:off x="-500059" y="-436065"/>
            <a:ext cx="1729608" cy="139855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4" name="Google Shape;2384;p85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5" name="Google Shape;2385;p85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6" name="Google Shape;2386;p85"/>
          <p:cNvSpPr/>
          <p:nvPr/>
        </p:nvSpPr>
        <p:spPr>
          <a:xfrm flipH="1" rot="531593">
            <a:off x="-1222788" y="3829381"/>
            <a:ext cx="2902962" cy="234732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87" name="Google Shape;2387;p85"/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2388" name="Google Shape;2388;p85"/>
            <p:cNvSpPr/>
            <p:nvPr/>
          </p:nvSpPr>
          <p:spPr>
            <a:xfrm>
              <a:off x="6737915" y="169351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9" name="Google Shape;2389;p85"/>
            <p:cNvSpPr/>
            <p:nvPr/>
          </p:nvSpPr>
          <p:spPr>
            <a:xfrm>
              <a:off x="6653203" y="8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90" name="Google Shape;2390;p85"/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2391" name="Google Shape;2391;p85"/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rect b="b" l="l" r="r" t="t"/>
                <a:pathLst>
                  <a:path extrusionOk="0" h="1983676" w="1959864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2" name="Google Shape;2392;p85"/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rect b="b" l="l" r="r" t="t"/>
                <a:pathLst>
                  <a:path extrusionOk="0" h="172307" w="1959958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93" name="Google Shape;2393;p85"/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2394" name="Google Shape;2394;p85"/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95" name="Google Shape;2395;p85"/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396" name="Google Shape;2396;p85"/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397" name="Google Shape;2397;p85"/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2398" name="Google Shape;2398;p85"/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2399" name="Google Shape;2399;p85"/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0" name="Google Shape;2400;p85"/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1" name="Google Shape;2401;p85"/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2" name="Google Shape;2402;p85"/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3" name="Google Shape;2403;p85"/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4" name="Google Shape;2404;p85"/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5" name="Google Shape;2405;p85"/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6" name="Google Shape;2406;p85"/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7" name="Google Shape;2407;p85"/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08" name="Google Shape;2408;p85"/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409" name="Google Shape;2409;p85"/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2410" name="Google Shape;2410;p85"/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11" name="Google Shape;2411;p85"/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12" name="Google Shape;2412;p85"/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13" name="Google Shape;2413;p85"/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14" name="Google Shape;2414;p85"/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15" name="Google Shape;2415;p85"/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16" name="Google Shape;2416;p85"/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17" name="Google Shape;2417;p85"/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18" name="Google Shape;2418;p85"/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19" name="Google Shape;2419;p85"/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420" name="Google Shape;2420;p85"/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2421" name="Google Shape;2421;p85"/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22" name="Google Shape;2422;p85"/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23" name="Google Shape;2423;p85"/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24" name="Google Shape;2424;p85"/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25" name="Google Shape;2425;p85"/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26" name="Google Shape;2426;p85"/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27" name="Google Shape;2427;p85"/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28" name="Google Shape;2428;p85"/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429" name="Google Shape;2429;p85"/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rect b="b" l="l" r="r" t="t"/>
                <a:pathLst>
                  <a:path extrusionOk="0" h="438816" w="605885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30" name="Google Shape;2430;p85"/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rect b="b" l="l" r="r" t="t"/>
                <a:pathLst>
                  <a:path extrusionOk="0" h="815149" w="605885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31" name="Google Shape;2431;p85"/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2432" name="Google Shape;2432;p85"/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2433" name="Google Shape;2433;p85"/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34" name="Google Shape;2434;p85"/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35" name="Google Shape;2435;p85"/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36" name="Google Shape;2436;p85"/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437" name="Google Shape;2437;p85"/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2438" name="Google Shape;2438;p85"/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2439" name="Google Shape;2439;p85"/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40" name="Google Shape;2440;p85"/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41" name="Google Shape;2441;p85"/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442" name="Google Shape;2442;p85"/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2443" name="Google Shape;2443;p85"/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44" name="Google Shape;2444;p85"/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445" name="Google Shape;2445;p85"/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2446" name="Google Shape;2446;p85"/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47" name="Google Shape;2447;p85"/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48" name="Google Shape;2448;p85"/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2449" name="Google Shape;2449;p85"/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2450" name="Google Shape;2450;p85"/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rect b="b" l="l" r="r" t="t"/>
                <a:pathLst>
                  <a:path extrusionOk="0" h="149542" w="256508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451" name="Google Shape;2451;p85"/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2452" name="Google Shape;2452;p85"/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2453" name="Google Shape;2453;p85"/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rect b="b" l="l" r="r" t="t"/>
                    <a:pathLst>
                      <a:path extrusionOk="0" h="42672" w="42671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54" name="Google Shape;2454;p85"/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rect b="b" l="l" r="r" t="t"/>
                    <a:pathLst>
                      <a:path extrusionOk="0" h="65418" w="65418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455" name="Google Shape;2455;p85"/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2456" name="Google Shape;2456;p85"/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rect b="b" l="l" r="r" t="t"/>
                    <a:pathLst>
                      <a:path extrusionOk="0" h="98921" w="98773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57" name="Google Shape;2457;p85"/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rect b="b" l="l" r="r" t="t"/>
                    <a:pathLst>
                      <a:path extrusionOk="0" h="15573" w="15573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458" name="Shape 24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459" name="Shape 2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0" name="Google Shape;2460;p8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61" name="Google Shape;2461;p87"/>
          <p:cNvSpPr txBox="1"/>
          <p:nvPr>
            <p:ph hasCustomPrompt="1" idx="2" type="title"/>
          </p:nvPr>
        </p:nvSpPr>
        <p:spPr>
          <a:xfrm>
            <a:off x="1100975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62" name="Google Shape;2462;p87"/>
          <p:cNvSpPr txBox="1"/>
          <p:nvPr>
            <p:ph hasCustomPrompt="1" idx="3" type="title"/>
          </p:nvPr>
        </p:nvSpPr>
        <p:spPr>
          <a:xfrm>
            <a:off x="1100975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63" name="Google Shape;2463;p87"/>
          <p:cNvSpPr txBox="1"/>
          <p:nvPr>
            <p:ph hasCustomPrompt="1" idx="4" type="title"/>
          </p:nvPr>
        </p:nvSpPr>
        <p:spPr>
          <a:xfrm>
            <a:off x="3419250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64" name="Google Shape;2464;p87"/>
          <p:cNvSpPr txBox="1"/>
          <p:nvPr>
            <p:ph hasCustomPrompt="1" idx="5" type="title"/>
          </p:nvPr>
        </p:nvSpPr>
        <p:spPr>
          <a:xfrm>
            <a:off x="3419250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65" name="Google Shape;2465;p87"/>
          <p:cNvSpPr txBox="1"/>
          <p:nvPr>
            <p:ph hasCustomPrompt="1" idx="6" type="title"/>
          </p:nvPr>
        </p:nvSpPr>
        <p:spPr>
          <a:xfrm>
            <a:off x="5737525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66" name="Google Shape;2466;p87"/>
          <p:cNvSpPr txBox="1"/>
          <p:nvPr>
            <p:ph hasCustomPrompt="1" idx="7" type="title"/>
          </p:nvPr>
        </p:nvSpPr>
        <p:spPr>
          <a:xfrm>
            <a:off x="5737525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67" name="Google Shape;2467;p87"/>
          <p:cNvSpPr txBox="1"/>
          <p:nvPr>
            <p:ph idx="1" type="subTitle"/>
          </p:nvPr>
        </p:nvSpPr>
        <p:spPr>
          <a:xfrm>
            <a:off x="1100975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68" name="Google Shape;2468;p87"/>
          <p:cNvSpPr txBox="1"/>
          <p:nvPr>
            <p:ph idx="8" type="subTitle"/>
          </p:nvPr>
        </p:nvSpPr>
        <p:spPr>
          <a:xfrm>
            <a:off x="3419250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69" name="Google Shape;2469;p87"/>
          <p:cNvSpPr txBox="1"/>
          <p:nvPr>
            <p:ph idx="9" type="subTitle"/>
          </p:nvPr>
        </p:nvSpPr>
        <p:spPr>
          <a:xfrm>
            <a:off x="5737525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70" name="Google Shape;2470;p87"/>
          <p:cNvSpPr txBox="1"/>
          <p:nvPr>
            <p:ph idx="13" type="subTitle"/>
          </p:nvPr>
        </p:nvSpPr>
        <p:spPr>
          <a:xfrm>
            <a:off x="1100975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71" name="Google Shape;2471;p87"/>
          <p:cNvSpPr txBox="1"/>
          <p:nvPr>
            <p:ph idx="14" type="subTitle"/>
          </p:nvPr>
        </p:nvSpPr>
        <p:spPr>
          <a:xfrm>
            <a:off x="3419250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72" name="Google Shape;2472;p87"/>
          <p:cNvSpPr txBox="1"/>
          <p:nvPr>
            <p:ph idx="15" type="subTitle"/>
          </p:nvPr>
        </p:nvSpPr>
        <p:spPr>
          <a:xfrm>
            <a:off x="5737525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473" name="Google Shape;2473;p87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4" name="Google Shape;2474;p87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75" name="Google Shape;2475;p87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2476" name="Google Shape;2476;p87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2477" name="Google Shape;2477;p87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478" name="Google Shape;2478;p87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479" name="Google Shape;2479;p87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0" name="Google Shape;2480;p87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81" name="Google Shape;2481;p87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482" name="Google Shape;2482;p87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483" name="Google Shape;2483;p87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484" name="Google Shape;2484;p87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485" name="Google Shape;2485;p87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486" name="Google Shape;2486;p87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87" name="Google Shape;2487;p87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488" name="Google Shape;2488;p87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489" name="Google Shape;2489;p87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90" name="Google Shape;2490;p87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491" name="Google Shape;2491;p87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492" name="Google Shape;2492;p87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493" name="Google Shape;2493;p87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2494" name="Google Shape;2494;p87"/>
          <p:cNvSpPr/>
          <p:nvPr/>
        </p:nvSpPr>
        <p:spPr>
          <a:xfrm>
            <a:off x="62832" y="4828541"/>
            <a:ext cx="734045" cy="45268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95" name="Google Shape;2495;p87"/>
          <p:cNvGrpSpPr/>
          <p:nvPr/>
        </p:nvGrpSpPr>
        <p:grpSpPr>
          <a:xfrm>
            <a:off x="103395" y="3891186"/>
            <a:ext cx="668783" cy="959747"/>
            <a:chOff x="10519314" y="4728596"/>
            <a:chExt cx="751780" cy="1078731"/>
          </a:xfrm>
        </p:grpSpPr>
        <p:grpSp>
          <p:nvGrpSpPr>
            <p:cNvPr id="2496" name="Google Shape;2496;p87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2497" name="Google Shape;2497;p87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2498" name="Google Shape;2498;p87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499" name="Google Shape;2499;p87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00" name="Google Shape;2500;p87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01" name="Google Shape;2501;p87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2502" name="Google Shape;2502;p87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03" name="Google Shape;2503;p87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04" name="Google Shape;2504;p87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05" name="Google Shape;2505;p87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506" name="Google Shape;2506;p87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2507" name="Google Shape;2507;p87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08" name="Google Shape;2508;p87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09" name="Google Shape;2509;p87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2510" name="Google Shape;2510;p87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11" name="Google Shape;2511;p87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512" name="Google Shape;2512;p87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2513" name="Google Shape;2513;p87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14" name="Google Shape;2514;p87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515" name="Google Shape;2515;p87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2516" name="Google Shape;2516;p87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17" name="Google Shape;2517;p87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518" name="Google Shape;2518;p87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2519" name="Google Shape;2519;p87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20" name="Google Shape;2520;p87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521" name="Google Shape;2521;p87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2522" name="Google Shape;2522;p87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23" name="Google Shape;2523;p87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2524" name="Google Shape;2524;p87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2525" name="Google Shape;2525;p87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26" name="Google Shape;2526;p87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27" name="Google Shape;2527;p87"/>
          <p:cNvGrpSpPr/>
          <p:nvPr/>
        </p:nvGrpSpPr>
        <p:grpSpPr>
          <a:xfrm>
            <a:off x="150676" y="2823493"/>
            <a:ext cx="516117" cy="779220"/>
            <a:chOff x="10572463" y="3528536"/>
            <a:chExt cx="580168" cy="875823"/>
          </a:xfrm>
        </p:grpSpPr>
        <p:grpSp>
          <p:nvGrpSpPr>
            <p:cNvPr id="2528" name="Google Shape;2528;p87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2529" name="Google Shape;2529;p87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30" name="Google Shape;2530;p87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2531" name="Google Shape;2531;p87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2" name="Google Shape;2532;p87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3" name="Google Shape;2533;p87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4" name="Google Shape;2534;p87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5" name="Google Shape;2535;p87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6" name="Google Shape;2536;p87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537" name="Google Shape;2537;p87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2538" name="Google Shape;2538;p87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39" name="Google Shape;2539;p87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40" name="Google Shape;2540;p87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41" name="Google Shape;2541;p87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542" name="Google Shape;2542;p87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43" name="Google Shape;2543;p87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2544" name="Google Shape;2544;p87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45" name="Google Shape;2545;p87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2546" name="Google Shape;2546;p87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47" name="Google Shape;2547;p87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48" name="Google Shape;2548;p87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49" name="Google Shape;2549;p87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50" name="Google Shape;2550;p87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51" name="Google Shape;2551;p87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552" name="Google Shape;2552;p87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2553" name="Google Shape;2553;p87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54" name="Google Shape;2554;p87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55" name="Google Shape;2555;p87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556" name="Google Shape;2556;p87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557" name="Google Shape;2557;p87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58" name="Google Shape;2558;p87"/>
          <p:cNvGrpSpPr/>
          <p:nvPr/>
        </p:nvGrpSpPr>
        <p:grpSpPr>
          <a:xfrm>
            <a:off x="361835" y="3601018"/>
            <a:ext cx="22030" cy="294484"/>
            <a:chOff x="10809827" y="4402455"/>
            <a:chExt cx="24764" cy="330993"/>
          </a:xfrm>
        </p:grpSpPr>
        <p:sp>
          <p:nvSpPr>
            <p:cNvPr id="2559" name="Google Shape;2559;p87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0" name="Google Shape;2560;p87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1" name="Google Shape;2561;p87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2562" name="Shape 2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3" name="Google Shape;2563;p88"/>
          <p:cNvSpPr txBox="1"/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64" name="Google Shape;2564;p88"/>
          <p:cNvSpPr txBox="1"/>
          <p:nvPr>
            <p:ph idx="1" type="subTitle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565" name="Google Shape;2565;p88"/>
          <p:cNvSpPr/>
          <p:nvPr>
            <p:ph idx="2" type="pic"/>
          </p:nvPr>
        </p:nvSpPr>
        <p:spPr>
          <a:xfrm>
            <a:off x="566897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66" name="Google Shape;2566;p88"/>
          <p:cNvSpPr/>
          <p:nvPr/>
        </p:nvSpPr>
        <p:spPr>
          <a:xfrm rot="-2381697">
            <a:off x="-1265120" y="-661594"/>
            <a:ext cx="3096202" cy="2008988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7" name="Google Shape;2567;p88"/>
          <p:cNvSpPr/>
          <p:nvPr/>
        </p:nvSpPr>
        <p:spPr>
          <a:xfrm rot="-7296874">
            <a:off x="-735040" y="4231574"/>
            <a:ext cx="2036053" cy="150886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68" name="Google Shape;2568;p88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2569" name="Google Shape;2569;p88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2570" name="Google Shape;2570;p88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1" name="Google Shape;2571;p88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2" name="Google Shape;2572;p88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73" name="Google Shape;2573;p88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_1">
    <p:spTree>
      <p:nvGrpSpPr>
        <p:cNvPr id="2574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p89"/>
          <p:cNvSpPr txBox="1"/>
          <p:nvPr>
            <p:ph type="title"/>
          </p:nvPr>
        </p:nvSpPr>
        <p:spPr>
          <a:xfrm>
            <a:off x="2013850" y="841075"/>
            <a:ext cx="5116200" cy="139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76" name="Google Shape;2576;p89"/>
          <p:cNvSpPr txBox="1"/>
          <p:nvPr>
            <p:ph idx="1" type="subTitle"/>
          </p:nvPr>
        </p:nvSpPr>
        <p:spPr>
          <a:xfrm>
            <a:off x="2013850" y="2231525"/>
            <a:ext cx="51162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577" name="Google Shape;2577;p89"/>
          <p:cNvSpPr/>
          <p:nvPr/>
        </p:nvSpPr>
        <p:spPr>
          <a:xfrm flipH="1" rot="9076707">
            <a:off x="7972821" y="-586852"/>
            <a:ext cx="1683799" cy="167281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78" name="Google Shape;2578;p89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2579" name="Google Shape;2579;p89"/>
            <p:cNvSpPr/>
            <p:nvPr/>
          </p:nvSpPr>
          <p:spPr>
            <a:xfrm>
              <a:off x="7385113" y="1535430"/>
              <a:ext cx="435673" cy="541115"/>
            </a:xfrm>
            <a:custGeom>
              <a:rect b="b" l="l" r="r" t="t"/>
              <a:pathLst>
                <a:path extrusionOk="0" h="541115" w="435673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80" name="Google Shape;2580;p89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2581" name="Google Shape;2581;p89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2" name="Google Shape;2582;p89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3" name="Google Shape;2583;p89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rect b="b" l="l" r="r" t="t"/>
                <a:pathLst>
                  <a:path extrusionOk="0" h="41529" w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84" name="Google Shape;2584;p89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2585" name="Google Shape;2585;p89"/>
            <p:cNvSpPr/>
            <p:nvPr/>
          </p:nvSpPr>
          <p:spPr>
            <a:xfrm>
              <a:off x="7420451" y="1852041"/>
              <a:ext cx="357473" cy="163258"/>
            </a:xfrm>
            <a:custGeom>
              <a:rect b="b" l="l" r="r" t="t"/>
              <a:pathLst>
                <a:path extrusionOk="0" h="163258" w="357473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6" name="Google Shape;2586;p89"/>
            <p:cNvSpPr/>
            <p:nvPr/>
          </p:nvSpPr>
          <p:spPr>
            <a:xfrm>
              <a:off x="7425594" y="1639728"/>
              <a:ext cx="353948" cy="180117"/>
            </a:xfrm>
            <a:custGeom>
              <a:rect b="b" l="l" r="r" t="t"/>
              <a:pathLst>
                <a:path extrusionOk="0" h="180117" w="353948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87" name="Google Shape;2587;p89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2588" name="Google Shape;2588;p89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2589" name="Google Shape;2589;p89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0" name="Google Shape;2590;p89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91" name="Google Shape;2591;p89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92" name="Google Shape;2592;p89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2593" name="Google Shape;2593;p89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94" name="Google Shape;2594;p89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2595" name="Google Shape;2595;p89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2596" name="Google Shape;2596;p89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2597" name="Google Shape;2597;p89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598" name="Google Shape;2598;p89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599" name="Google Shape;2599;p89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2600" name="Google Shape;2600;p89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01" name="Google Shape;2601;p89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02" name="Google Shape;2602;p89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2603" name="Google Shape;2603;p89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04" name="Google Shape;2604;p89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605" name="Google Shape;2605;p89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6" name="Google Shape;2606;p89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7" name="Google Shape;2607;p89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08" name="Google Shape;2608;p89"/>
          <p:cNvGrpSpPr/>
          <p:nvPr/>
        </p:nvGrpSpPr>
        <p:grpSpPr>
          <a:xfrm flipH="1" rot="5400000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2609" name="Google Shape;2609;p89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0" name="Google Shape;2610;p89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1" name="Google Shape;2611;p89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2" name="Google Shape;2612;p89"/>
          <p:cNvSpPr/>
          <p:nvPr/>
        </p:nvSpPr>
        <p:spPr>
          <a:xfrm rot="-532595">
            <a:off x="7984139" y="4422751"/>
            <a:ext cx="1661199" cy="134324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3" name="Google Shape;2613;p89"/>
          <p:cNvSpPr/>
          <p:nvPr/>
        </p:nvSpPr>
        <p:spPr>
          <a:xfrm flipH="1" rot="-5145822">
            <a:off x="-1235221" y="72085"/>
            <a:ext cx="2404292" cy="131859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614" name="Shape 2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5" name="Google Shape;2615;p9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16" name="Google Shape;2616;p90"/>
          <p:cNvSpPr txBox="1"/>
          <p:nvPr>
            <p:ph idx="1" type="subTitle"/>
          </p:nvPr>
        </p:nvSpPr>
        <p:spPr>
          <a:xfrm>
            <a:off x="937625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17" name="Google Shape;2617;p90"/>
          <p:cNvSpPr txBox="1"/>
          <p:nvPr>
            <p:ph idx="2" type="subTitle"/>
          </p:nvPr>
        </p:nvSpPr>
        <p:spPr>
          <a:xfrm>
            <a:off x="3484347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18" name="Google Shape;2618;p90"/>
          <p:cNvSpPr txBox="1"/>
          <p:nvPr>
            <p:ph idx="3" type="subTitle"/>
          </p:nvPr>
        </p:nvSpPr>
        <p:spPr>
          <a:xfrm>
            <a:off x="6031075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619" name="Google Shape;2619;p90"/>
          <p:cNvSpPr txBox="1"/>
          <p:nvPr>
            <p:ph idx="4" type="subTitle"/>
          </p:nvPr>
        </p:nvSpPr>
        <p:spPr>
          <a:xfrm>
            <a:off x="937625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20" name="Google Shape;2620;p90"/>
          <p:cNvSpPr txBox="1"/>
          <p:nvPr>
            <p:ph idx="5" type="subTitle"/>
          </p:nvPr>
        </p:nvSpPr>
        <p:spPr>
          <a:xfrm>
            <a:off x="3484350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21" name="Google Shape;2621;p90"/>
          <p:cNvSpPr txBox="1"/>
          <p:nvPr>
            <p:ph idx="6" type="subTitle"/>
          </p:nvPr>
        </p:nvSpPr>
        <p:spPr>
          <a:xfrm>
            <a:off x="6031075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622" name="Google Shape;2622;p90"/>
          <p:cNvSpPr/>
          <p:nvPr/>
        </p:nvSpPr>
        <p:spPr>
          <a:xfrm flipH="1" rot="8800738">
            <a:off x="7902412" y="4181666"/>
            <a:ext cx="1680262" cy="135858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3" name="Google Shape;2623;p90"/>
          <p:cNvSpPr/>
          <p:nvPr/>
        </p:nvSpPr>
        <p:spPr>
          <a:xfrm flipH="1" rot="-8942362">
            <a:off x="-983149" y="4040244"/>
            <a:ext cx="2474148" cy="200058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4" name="Google Shape;2624;p90"/>
          <p:cNvSpPr/>
          <p:nvPr/>
        </p:nvSpPr>
        <p:spPr>
          <a:xfrm flipH="1" rot="1554271">
            <a:off x="7563507" y="-664049"/>
            <a:ext cx="2112334" cy="200257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5" name="Google Shape;2625;p90"/>
          <p:cNvSpPr/>
          <p:nvPr/>
        </p:nvSpPr>
        <p:spPr>
          <a:xfrm>
            <a:off x="62825" y="1725386"/>
            <a:ext cx="606206" cy="37384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26" name="Google Shape;2626;p90"/>
          <p:cNvGrpSpPr/>
          <p:nvPr/>
        </p:nvGrpSpPr>
        <p:grpSpPr>
          <a:xfrm>
            <a:off x="96399" y="951293"/>
            <a:ext cx="552408" cy="792759"/>
            <a:chOff x="10519314" y="4728596"/>
            <a:chExt cx="751780" cy="1078731"/>
          </a:xfrm>
        </p:grpSpPr>
        <p:grpSp>
          <p:nvGrpSpPr>
            <p:cNvPr id="2627" name="Google Shape;2627;p90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2628" name="Google Shape;2628;p90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2629" name="Google Shape;2629;p90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0" name="Google Shape;2630;p90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1" name="Google Shape;2631;p90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632" name="Google Shape;2632;p90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2633" name="Google Shape;2633;p90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34" name="Google Shape;2634;p90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35" name="Google Shape;2635;p90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36" name="Google Shape;2636;p90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637" name="Google Shape;2637;p90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2638" name="Google Shape;2638;p90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39" name="Google Shape;2639;p90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640" name="Google Shape;2640;p90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2641" name="Google Shape;2641;p90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42" name="Google Shape;2642;p90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43" name="Google Shape;2643;p90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2644" name="Google Shape;2644;p90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45" name="Google Shape;2645;p90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646" name="Google Shape;2646;p90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2647" name="Google Shape;2647;p90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48" name="Google Shape;2648;p90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649" name="Google Shape;2649;p90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2650" name="Google Shape;2650;p90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51" name="Google Shape;2651;p90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52" name="Google Shape;2652;p90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2653" name="Google Shape;2653;p90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54" name="Google Shape;2654;p90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2655" name="Google Shape;2655;p90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2656" name="Google Shape;2656;p90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7" name="Google Shape;2657;p90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58" name="Google Shape;2658;p90"/>
          <p:cNvGrpSpPr/>
          <p:nvPr/>
        </p:nvGrpSpPr>
        <p:grpSpPr>
          <a:xfrm>
            <a:off x="135453" y="69369"/>
            <a:ext cx="426307" cy="643642"/>
            <a:chOff x="10572463" y="3528536"/>
            <a:chExt cx="580168" cy="875823"/>
          </a:xfrm>
        </p:grpSpPr>
        <p:grpSp>
          <p:nvGrpSpPr>
            <p:cNvPr id="2659" name="Google Shape;2659;p90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2660" name="Google Shape;2660;p90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61" name="Google Shape;2661;p90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2662" name="Google Shape;2662;p90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3" name="Google Shape;2663;p90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4" name="Google Shape;2664;p90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5" name="Google Shape;2665;p90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6" name="Google Shape;2666;p90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67" name="Google Shape;2667;p90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668" name="Google Shape;2668;p90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2669" name="Google Shape;2669;p90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0" name="Google Shape;2670;p90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1" name="Google Shape;2671;p90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2" name="Google Shape;2672;p90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673" name="Google Shape;2673;p90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74" name="Google Shape;2674;p90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2675" name="Google Shape;2675;p90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76" name="Google Shape;2676;p90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2677" name="Google Shape;2677;p90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8" name="Google Shape;2678;p90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79" name="Google Shape;2679;p90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80" name="Google Shape;2680;p90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81" name="Google Shape;2681;p90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82" name="Google Shape;2682;p90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683" name="Google Shape;2683;p90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2684" name="Google Shape;2684;p90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85" name="Google Shape;2685;p90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86" name="Google Shape;2686;p90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87" name="Google Shape;2687;p90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688" name="Google Shape;2688;p90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689" name="Google Shape;2689;p90"/>
          <p:cNvGrpSpPr/>
          <p:nvPr/>
        </p:nvGrpSpPr>
        <p:grpSpPr>
          <a:xfrm>
            <a:off x="309868" y="711612"/>
            <a:ext cx="18197" cy="243247"/>
            <a:chOff x="10809827" y="4402455"/>
            <a:chExt cx="24764" cy="330993"/>
          </a:xfrm>
        </p:grpSpPr>
        <p:sp>
          <p:nvSpPr>
            <p:cNvPr id="2690" name="Google Shape;2690;p90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1" name="Google Shape;2691;p90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2" name="Google Shape;2692;p90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93" name="Google Shape;2693;p90"/>
          <p:cNvGrpSpPr/>
          <p:nvPr/>
        </p:nvGrpSpPr>
        <p:grpSpPr>
          <a:xfrm>
            <a:off x="8421644" y="1045085"/>
            <a:ext cx="396068" cy="717683"/>
            <a:chOff x="1945386" y="5582316"/>
            <a:chExt cx="470725" cy="852963"/>
          </a:xfrm>
        </p:grpSpPr>
        <p:grpSp>
          <p:nvGrpSpPr>
            <p:cNvPr id="2694" name="Google Shape;2694;p90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2695" name="Google Shape;2695;p90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6" name="Google Shape;2696;p90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97" name="Google Shape;2697;p90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98" name="Google Shape;2698;p90"/>
          <p:cNvGrpSpPr/>
          <p:nvPr/>
        </p:nvGrpSpPr>
        <p:grpSpPr>
          <a:xfrm>
            <a:off x="8088695" y="57742"/>
            <a:ext cx="1061979" cy="558999"/>
            <a:chOff x="3859815" y="2867310"/>
            <a:chExt cx="1262157" cy="664368"/>
          </a:xfrm>
        </p:grpSpPr>
        <p:sp>
          <p:nvSpPr>
            <p:cNvPr id="2699" name="Google Shape;2699;p90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00" name="Google Shape;2700;p90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2701" name="Google Shape;2701;p90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2702" name="Google Shape;2702;p90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2703" name="Google Shape;2703;p90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04" name="Google Shape;2704;p90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705" name="Google Shape;2705;p90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2706" name="Google Shape;2706;p90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07" name="Google Shape;2707;p90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708" name="Google Shape;2708;p90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2709" name="Google Shape;2709;p90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0" name="Google Shape;2710;p90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711" name="Google Shape;2711;p90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2" name="Google Shape;2712;p90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3" name="Google Shape;2713;p90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14" name="Google Shape;2714;p90"/>
          <p:cNvGrpSpPr/>
          <p:nvPr/>
        </p:nvGrpSpPr>
        <p:grpSpPr>
          <a:xfrm>
            <a:off x="8582238" y="611818"/>
            <a:ext cx="33124" cy="442802"/>
            <a:chOff x="10809827" y="4402455"/>
            <a:chExt cx="24764" cy="330993"/>
          </a:xfrm>
        </p:grpSpPr>
        <p:sp>
          <p:nvSpPr>
            <p:cNvPr id="2715" name="Google Shape;2715;p90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6" name="Google Shape;2716;p90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7" name="Google Shape;2717;p90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718" name="Shape 2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9" name="Google Shape;2719;p9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20" name="Google Shape;2720;p91"/>
          <p:cNvSpPr txBox="1"/>
          <p:nvPr>
            <p:ph idx="1" type="subTitle"/>
          </p:nvPr>
        </p:nvSpPr>
        <p:spPr>
          <a:xfrm>
            <a:off x="1253225" y="20537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21" name="Google Shape;2721;p91"/>
          <p:cNvSpPr txBox="1"/>
          <p:nvPr>
            <p:ph idx="2" type="subTitle"/>
          </p:nvPr>
        </p:nvSpPr>
        <p:spPr>
          <a:xfrm>
            <a:off x="5079776" y="20537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22" name="Google Shape;2722;p91"/>
          <p:cNvSpPr txBox="1"/>
          <p:nvPr>
            <p:ph idx="3" type="subTitle"/>
          </p:nvPr>
        </p:nvSpPr>
        <p:spPr>
          <a:xfrm>
            <a:off x="1253225" y="35653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23" name="Google Shape;2723;p91"/>
          <p:cNvSpPr txBox="1"/>
          <p:nvPr>
            <p:ph idx="4" type="subTitle"/>
          </p:nvPr>
        </p:nvSpPr>
        <p:spPr>
          <a:xfrm>
            <a:off x="5079776" y="35653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24" name="Google Shape;2724;p91"/>
          <p:cNvSpPr txBox="1"/>
          <p:nvPr>
            <p:ph idx="5" type="subTitle"/>
          </p:nvPr>
        </p:nvSpPr>
        <p:spPr>
          <a:xfrm>
            <a:off x="1253225" y="1363500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25" name="Google Shape;2725;p91"/>
          <p:cNvSpPr txBox="1"/>
          <p:nvPr>
            <p:ph idx="6" type="subTitle"/>
          </p:nvPr>
        </p:nvSpPr>
        <p:spPr>
          <a:xfrm>
            <a:off x="1253225" y="2875125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26" name="Google Shape;2726;p91"/>
          <p:cNvSpPr txBox="1"/>
          <p:nvPr>
            <p:ph idx="7" type="subTitle"/>
          </p:nvPr>
        </p:nvSpPr>
        <p:spPr>
          <a:xfrm>
            <a:off x="5079750" y="1363500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27" name="Google Shape;2727;p91"/>
          <p:cNvSpPr txBox="1"/>
          <p:nvPr>
            <p:ph idx="8" type="subTitle"/>
          </p:nvPr>
        </p:nvSpPr>
        <p:spPr>
          <a:xfrm>
            <a:off x="5079750" y="2875125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28" name="Google Shape;2728;p91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9" name="Google Shape;2729;p91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30" name="Google Shape;2730;p91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2731" name="Google Shape;2731;p91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2732" name="Google Shape;2732;p91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3" name="Google Shape;2733;p91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4" name="Google Shape;2734;p91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35" name="Google Shape;2735;p91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36" name="Google Shape;2736;p91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2737" name="Google Shape;2737;p91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2738" name="Google Shape;2738;p91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739" name="Google Shape;2739;p91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740" name="Google Shape;2740;p91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41" name="Google Shape;2741;p91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42" name="Google Shape;2742;p91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743" name="Google Shape;2743;p91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744" name="Google Shape;2744;p91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745" name="Google Shape;2745;p91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746" name="Google Shape;2746;p91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747" name="Google Shape;2747;p91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48" name="Google Shape;2748;p91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749" name="Google Shape;2749;p91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750" name="Google Shape;2750;p91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51" name="Google Shape;2751;p91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752" name="Google Shape;2752;p91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753" name="Google Shape;2753;p91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54" name="Google Shape;2754;p91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755" name="Shape 2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6" name="Google Shape;2756;p9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57" name="Google Shape;2757;p92"/>
          <p:cNvSpPr txBox="1"/>
          <p:nvPr>
            <p:ph idx="1" type="subTitle"/>
          </p:nvPr>
        </p:nvSpPr>
        <p:spPr>
          <a:xfrm>
            <a:off x="723900" y="171015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58" name="Google Shape;2758;p92"/>
          <p:cNvSpPr txBox="1"/>
          <p:nvPr>
            <p:ph idx="2" type="subTitle"/>
          </p:nvPr>
        </p:nvSpPr>
        <p:spPr>
          <a:xfrm>
            <a:off x="3577144" y="171016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59" name="Google Shape;2759;p92"/>
          <p:cNvSpPr txBox="1"/>
          <p:nvPr>
            <p:ph idx="3" type="subTitle"/>
          </p:nvPr>
        </p:nvSpPr>
        <p:spPr>
          <a:xfrm>
            <a:off x="723900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60" name="Google Shape;2760;p92"/>
          <p:cNvSpPr txBox="1"/>
          <p:nvPr>
            <p:ph idx="4" type="subTitle"/>
          </p:nvPr>
        </p:nvSpPr>
        <p:spPr>
          <a:xfrm>
            <a:off x="3577144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61" name="Google Shape;2761;p92"/>
          <p:cNvSpPr txBox="1"/>
          <p:nvPr>
            <p:ph idx="5" type="subTitle"/>
          </p:nvPr>
        </p:nvSpPr>
        <p:spPr>
          <a:xfrm>
            <a:off x="6430388" y="171016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62" name="Google Shape;2762;p92"/>
          <p:cNvSpPr txBox="1"/>
          <p:nvPr>
            <p:ph idx="6" type="subTitle"/>
          </p:nvPr>
        </p:nvSpPr>
        <p:spPr>
          <a:xfrm>
            <a:off x="6430388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63" name="Google Shape;2763;p92"/>
          <p:cNvSpPr txBox="1"/>
          <p:nvPr>
            <p:ph idx="7" type="subTitle"/>
          </p:nvPr>
        </p:nvSpPr>
        <p:spPr>
          <a:xfrm>
            <a:off x="731700" y="1060275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64" name="Google Shape;2764;p92"/>
          <p:cNvSpPr txBox="1"/>
          <p:nvPr>
            <p:ph idx="8" type="subTitle"/>
          </p:nvPr>
        </p:nvSpPr>
        <p:spPr>
          <a:xfrm>
            <a:off x="3582994" y="1060284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65" name="Google Shape;2765;p92"/>
          <p:cNvSpPr txBox="1"/>
          <p:nvPr>
            <p:ph idx="9" type="subTitle"/>
          </p:nvPr>
        </p:nvSpPr>
        <p:spPr>
          <a:xfrm>
            <a:off x="6434288" y="1060284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66" name="Google Shape;2766;p92"/>
          <p:cNvSpPr txBox="1"/>
          <p:nvPr>
            <p:ph idx="13" type="subTitle"/>
          </p:nvPr>
        </p:nvSpPr>
        <p:spPr>
          <a:xfrm>
            <a:off x="723900" y="2845800"/>
            <a:ext cx="19860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67" name="Google Shape;2767;p92"/>
          <p:cNvSpPr txBox="1"/>
          <p:nvPr>
            <p:ph idx="14" type="subTitle"/>
          </p:nvPr>
        </p:nvSpPr>
        <p:spPr>
          <a:xfrm>
            <a:off x="3582995" y="2845800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68" name="Google Shape;2768;p92"/>
          <p:cNvSpPr txBox="1"/>
          <p:nvPr>
            <p:ph idx="15" type="subTitle"/>
          </p:nvPr>
        </p:nvSpPr>
        <p:spPr>
          <a:xfrm>
            <a:off x="6434290" y="2845800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769" name="Google Shape;2769;p92"/>
          <p:cNvSpPr/>
          <p:nvPr/>
        </p:nvSpPr>
        <p:spPr>
          <a:xfrm flipH="1" rot="-3263452">
            <a:off x="7372110" y="40383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0" name="Google Shape;2770;p92"/>
          <p:cNvSpPr/>
          <p:nvPr/>
        </p:nvSpPr>
        <p:spPr>
          <a:xfrm flipH="1" rot="531647">
            <a:off x="-1621232" y="4095570"/>
            <a:ext cx="2581069" cy="208704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1" name="Google Shape;2771;p92"/>
          <p:cNvSpPr/>
          <p:nvPr/>
        </p:nvSpPr>
        <p:spPr>
          <a:xfrm flipH="1" rot="460658">
            <a:off x="7344116" y="-1448948"/>
            <a:ext cx="3053845" cy="246933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72" name="Google Shape;2772;p92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2773" name="Google Shape;2773;p92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2774" name="Google Shape;2774;p92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rect b="b" l="l" r="r" t="t"/>
                <a:pathLst>
                  <a:path extrusionOk="0" h="225742" w="652843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5" name="Google Shape;2775;p92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rect b="b" l="l" r="r" t="t"/>
                <a:pathLst>
                  <a:path extrusionOk="0" h="151161" w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776" name="Google Shape;2776;p92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2777" name="Google Shape;2777;p92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rect b="b" l="l" r="r" t="t"/>
                  <a:pathLst>
                    <a:path extrusionOk="0" h="20383" w="332041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78" name="Google Shape;2778;p92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rect b="b" l="l" r="r" t="t"/>
                  <a:pathLst>
                    <a:path extrusionOk="0" h="20383" w="290322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79" name="Google Shape;2779;p92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rect b="b" l="l" r="r" t="t"/>
                  <a:pathLst>
                    <a:path extrusionOk="0" h="20383" w="303942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80" name="Google Shape;2780;p92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rect b="b" l="l" r="r" t="t"/>
                  <a:pathLst>
                    <a:path extrusionOk="0" h="20383" w="171545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781" name="Google Shape;2781;p92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2782" name="Google Shape;2782;p92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2783" name="Google Shape;2783;p92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rect b="b" l="l" r="r" t="t"/>
                  <a:pathLst>
                    <a:path extrusionOk="0" h="225742" w="652843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84" name="Google Shape;2784;p92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rect b="b" l="l" r="r" t="t"/>
                  <a:pathLst>
                    <a:path extrusionOk="0" h="151161" w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785" name="Google Shape;2785;p92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2786" name="Google Shape;2786;p92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rect b="b" l="l" r="r" t="t"/>
                    <a:pathLst>
                      <a:path extrusionOk="0" h="20383" w="280034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87" name="Google Shape;2787;p92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rect b="b" l="l" r="r" t="t"/>
                    <a:pathLst>
                      <a:path extrusionOk="0" h="20383" w="20507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88" name="Google Shape;2788;p92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rect b="b" l="l" r="r" t="t"/>
                    <a:pathLst>
                      <a:path extrusionOk="0" h="20383" w="332041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89" name="Google Shape;2789;p92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rect b="b" l="l" r="r" t="t"/>
                    <a:pathLst>
                      <a:path extrusionOk="0" h="20383" w="171545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790" name="Google Shape;2790;p92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rect b="b" l="l" r="r" t="t"/>
                <a:pathLst>
                  <a:path extrusionOk="0" h="60632" w="50734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91" name="Google Shape;2791;p92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2792" name="Google Shape;2792;p92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2793" name="Google Shape;2793;p92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rect b="b" l="l" r="r" t="t"/>
                  <a:pathLst>
                    <a:path extrusionOk="0" h="63817" w="123062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94" name="Google Shape;2794;p92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rect b="b" l="l" r="r" t="t"/>
                  <a:pathLst>
                    <a:path extrusionOk="0" h="39243" w="39242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795" name="Google Shape;2795;p92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rect b="b" l="l" r="r" t="t"/>
                <a:pathLst>
                  <a:path extrusionOk="0" h="9715" w="103346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796" name="Shape 2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7" name="Google Shape;2797;p93"/>
          <p:cNvSpPr txBox="1"/>
          <p:nvPr>
            <p:ph hasCustomPrompt="1" type="title"/>
          </p:nvPr>
        </p:nvSpPr>
        <p:spPr>
          <a:xfrm>
            <a:off x="798388" y="2997571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798" name="Google Shape;2798;p93"/>
          <p:cNvSpPr txBox="1"/>
          <p:nvPr>
            <p:ph idx="1" type="subTitle"/>
          </p:nvPr>
        </p:nvSpPr>
        <p:spPr>
          <a:xfrm>
            <a:off x="798388" y="3772215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799" name="Google Shape;2799;p93"/>
          <p:cNvSpPr txBox="1"/>
          <p:nvPr>
            <p:ph hasCustomPrompt="1" idx="2" type="title"/>
          </p:nvPr>
        </p:nvSpPr>
        <p:spPr>
          <a:xfrm>
            <a:off x="2825700" y="1029535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00" name="Google Shape;2800;p93"/>
          <p:cNvSpPr txBox="1"/>
          <p:nvPr>
            <p:ph idx="3" type="subTitle"/>
          </p:nvPr>
        </p:nvSpPr>
        <p:spPr>
          <a:xfrm>
            <a:off x="2825700" y="1804473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801" name="Google Shape;2801;p93"/>
          <p:cNvSpPr txBox="1"/>
          <p:nvPr>
            <p:ph hasCustomPrompt="1" idx="4" type="title"/>
          </p:nvPr>
        </p:nvSpPr>
        <p:spPr>
          <a:xfrm>
            <a:off x="4853013" y="2997571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02" name="Google Shape;2802;p93"/>
          <p:cNvSpPr txBox="1"/>
          <p:nvPr>
            <p:ph idx="5" type="subTitle"/>
          </p:nvPr>
        </p:nvSpPr>
        <p:spPr>
          <a:xfrm>
            <a:off x="4853013" y="3772215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2803" name="Google Shape;2803;p93"/>
          <p:cNvSpPr/>
          <p:nvPr/>
        </p:nvSpPr>
        <p:spPr>
          <a:xfrm rot="-5710536">
            <a:off x="-1869285" y="3438573"/>
            <a:ext cx="3168438" cy="230790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4" name="Google Shape;2804;p93"/>
          <p:cNvSpPr/>
          <p:nvPr/>
        </p:nvSpPr>
        <p:spPr>
          <a:xfrm rot="-294905">
            <a:off x="7350387" y="3903245"/>
            <a:ext cx="3168449" cy="256199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2805" name="Shape 2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6" name="Google Shape;2806;p9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07" name="Google Shape;2807;p94"/>
          <p:cNvSpPr/>
          <p:nvPr/>
        </p:nvSpPr>
        <p:spPr>
          <a:xfrm flipH="1" rot="337739">
            <a:off x="8212271" y="3187242"/>
            <a:ext cx="3158465" cy="3518480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08" name="Google Shape;2808;p94"/>
          <p:cNvGrpSpPr/>
          <p:nvPr/>
        </p:nvGrpSpPr>
        <p:grpSpPr>
          <a:xfrm>
            <a:off x="90200" y="4214393"/>
            <a:ext cx="516117" cy="779220"/>
            <a:chOff x="10572463" y="3528536"/>
            <a:chExt cx="580168" cy="875823"/>
          </a:xfrm>
        </p:grpSpPr>
        <p:grpSp>
          <p:nvGrpSpPr>
            <p:cNvPr id="2809" name="Google Shape;2809;p94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2810" name="Google Shape;2810;p94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11" name="Google Shape;2811;p94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2812" name="Google Shape;2812;p94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3" name="Google Shape;2813;p94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4" name="Google Shape;2814;p94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5" name="Google Shape;2815;p94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6" name="Google Shape;2816;p94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7" name="Google Shape;2817;p94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818" name="Google Shape;2818;p94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2819" name="Google Shape;2819;p94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0" name="Google Shape;2820;p94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1" name="Google Shape;2821;p94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2" name="Google Shape;2822;p94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823" name="Google Shape;2823;p94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24" name="Google Shape;2824;p94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2825" name="Google Shape;2825;p94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26" name="Google Shape;2826;p94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2827" name="Google Shape;2827;p94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8" name="Google Shape;2828;p94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29" name="Google Shape;2829;p94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0" name="Google Shape;2830;p94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1" name="Google Shape;2831;p94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2" name="Google Shape;2832;p94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833" name="Google Shape;2833;p94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2834" name="Google Shape;2834;p94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5" name="Google Shape;2835;p94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6" name="Google Shape;2836;p94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37" name="Google Shape;2837;p94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838" name="Google Shape;2838;p94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839" name="Google Shape;2839;p94"/>
          <p:cNvSpPr/>
          <p:nvPr/>
        </p:nvSpPr>
        <p:spPr>
          <a:xfrm flipH="1" rot="-3657034">
            <a:off x="-1404232" y="-737971"/>
            <a:ext cx="2746020" cy="162787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840" name="Google Shape;2840;p94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2841" name="Google Shape;2841;p9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2842" name="Google Shape;2842;p9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43" name="Google Shape;2843;p9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844" name="Google Shape;2844;p9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5" name="Google Shape;2845;p9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46" name="Google Shape;2846;p9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847" name="Google Shape;2847;p9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848" name="Google Shape;2848;p9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849" name="Google Shape;2849;p9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850" name="Google Shape;2850;p9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851" name="Google Shape;2851;p9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52" name="Google Shape;2852;p9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853" name="Google Shape;2853;p9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854" name="Google Shape;2854;p9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55" name="Google Shape;2855;p9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856" name="Google Shape;2856;p9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857" name="Google Shape;2857;p9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58" name="Google Shape;2858;p9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2859" name="Shape 2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0" name="Google Shape;2860;p95"/>
          <p:cNvSpPr/>
          <p:nvPr/>
        </p:nvSpPr>
        <p:spPr>
          <a:xfrm flipH="1" rot="9076707">
            <a:off x="7972821" y="-586852"/>
            <a:ext cx="1683799" cy="167281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1" name="Google Shape;2861;p9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862" name="Google Shape;2862;p95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2863" name="Google Shape;2863;p95"/>
            <p:cNvSpPr/>
            <p:nvPr/>
          </p:nvSpPr>
          <p:spPr>
            <a:xfrm>
              <a:off x="7385113" y="1535430"/>
              <a:ext cx="435673" cy="541115"/>
            </a:xfrm>
            <a:custGeom>
              <a:rect b="b" l="l" r="r" t="t"/>
              <a:pathLst>
                <a:path extrusionOk="0" h="541115" w="435673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64" name="Google Shape;2864;p95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2865" name="Google Shape;2865;p95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6" name="Google Shape;2866;p95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7" name="Google Shape;2867;p95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rect b="b" l="l" r="r" t="t"/>
                <a:pathLst>
                  <a:path extrusionOk="0" h="41529" w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68" name="Google Shape;2868;p95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2869" name="Google Shape;2869;p95"/>
            <p:cNvSpPr/>
            <p:nvPr/>
          </p:nvSpPr>
          <p:spPr>
            <a:xfrm>
              <a:off x="7420451" y="1852041"/>
              <a:ext cx="357473" cy="163258"/>
            </a:xfrm>
            <a:custGeom>
              <a:rect b="b" l="l" r="r" t="t"/>
              <a:pathLst>
                <a:path extrusionOk="0" h="163258" w="357473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0" name="Google Shape;2870;p95"/>
            <p:cNvSpPr/>
            <p:nvPr/>
          </p:nvSpPr>
          <p:spPr>
            <a:xfrm>
              <a:off x="7425594" y="1639728"/>
              <a:ext cx="353948" cy="180117"/>
            </a:xfrm>
            <a:custGeom>
              <a:rect b="b" l="l" r="r" t="t"/>
              <a:pathLst>
                <a:path extrusionOk="0" h="180117" w="353948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71" name="Google Shape;2871;p95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2872" name="Google Shape;2872;p95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2873" name="Google Shape;2873;p95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4" name="Google Shape;2874;p95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75" name="Google Shape;2875;p95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76" name="Google Shape;2876;p95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2877" name="Google Shape;2877;p95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78" name="Google Shape;2878;p95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2879" name="Google Shape;2879;p95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2880" name="Google Shape;2880;p95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2881" name="Google Shape;2881;p95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82" name="Google Shape;2882;p95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883" name="Google Shape;2883;p95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2884" name="Google Shape;2884;p95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85" name="Google Shape;2885;p95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886" name="Google Shape;2886;p95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2887" name="Google Shape;2887;p95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88" name="Google Shape;2888;p95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889" name="Google Shape;2889;p95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0" name="Google Shape;2890;p95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1" name="Google Shape;2891;p95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92" name="Google Shape;2892;p95"/>
          <p:cNvGrpSpPr/>
          <p:nvPr/>
        </p:nvGrpSpPr>
        <p:grpSpPr>
          <a:xfrm flipH="1" rot="5400000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2893" name="Google Shape;2893;p95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4" name="Google Shape;2894;p95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5" name="Google Shape;2895;p95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96" name="Google Shape;2896;p95"/>
          <p:cNvSpPr/>
          <p:nvPr/>
        </p:nvSpPr>
        <p:spPr>
          <a:xfrm rot="-532595">
            <a:off x="7984139" y="4422751"/>
            <a:ext cx="1661199" cy="134324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7" name="Google Shape;2897;p95"/>
          <p:cNvSpPr/>
          <p:nvPr/>
        </p:nvSpPr>
        <p:spPr>
          <a:xfrm flipH="1" rot="-5145822">
            <a:off x="-1235221" y="72085"/>
            <a:ext cx="2404292" cy="131859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898" name="Shape 2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9" name="Google Shape;2899;p96"/>
          <p:cNvSpPr txBox="1"/>
          <p:nvPr>
            <p:ph type="title"/>
          </p:nvPr>
        </p:nvSpPr>
        <p:spPr>
          <a:xfrm>
            <a:off x="2347938" y="997200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00" name="Google Shape;2900;p96"/>
          <p:cNvSpPr txBox="1"/>
          <p:nvPr>
            <p:ph idx="1" type="subTitle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01" name="Google Shape;2901;p96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icons, infographics &amp; images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2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02" name="Google Shape;2902;p96"/>
          <p:cNvSpPr/>
          <p:nvPr/>
        </p:nvSpPr>
        <p:spPr>
          <a:xfrm flipH="1" rot="-2493044">
            <a:off x="-1086706" y="-570280"/>
            <a:ext cx="2902912" cy="234728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3" name="Google Shape;2903;p96"/>
          <p:cNvSpPr/>
          <p:nvPr/>
        </p:nvSpPr>
        <p:spPr>
          <a:xfrm flipH="1" rot="-5051288">
            <a:off x="7227752" y="3451481"/>
            <a:ext cx="2997828" cy="2576307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4" name="Google Shape;2904;p96"/>
          <p:cNvSpPr/>
          <p:nvPr/>
        </p:nvSpPr>
        <p:spPr>
          <a:xfrm flipH="1" rot="460638">
            <a:off x="178423" y="3742788"/>
            <a:ext cx="1359611" cy="122255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5" name="Google Shape;2905;p96"/>
          <p:cNvSpPr/>
          <p:nvPr/>
        </p:nvSpPr>
        <p:spPr>
          <a:xfrm flipH="1" rot="460623">
            <a:off x="6683138" y="-2074210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906" name="Shape 2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7" name="Google Shape;2907;p97"/>
          <p:cNvSpPr/>
          <p:nvPr/>
        </p:nvSpPr>
        <p:spPr>
          <a:xfrm flipH="1" rot="-1900174">
            <a:off x="-500059" y="-436065"/>
            <a:ext cx="1729608" cy="139855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8" name="Google Shape;2908;p97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9" name="Google Shape;2909;p97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0" name="Google Shape;2910;p97"/>
          <p:cNvSpPr/>
          <p:nvPr/>
        </p:nvSpPr>
        <p:spPr>
          <a:xfrm flipH="1" rot="531593">
            <a:off x="-1222788" y="3829381"/>
            <a:ext cx="2902962" cy="234732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11" name="Google Shape;2911;p97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2912" name="Google Shape;2912;p97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2913" name="Google Shape;2913;p97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rect b="b" l="l" r="r" t="t"/>
                <a:pathLst>
                  <a:path extrusionOk="0" h="225742" w="652843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4" name="Google Shape;2914;p97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rect b="b" l="l" r="r" t="t"/>
                <a:pathLst>
                  <a:path extrusionOk="0" h="151161" w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15" name="Google Shape;2915;p97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2916" name="Google Shape;2916;p97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rect b="b" l="l" r="r" t="t"/>
                  <a:pathLst>
                    <a:path extrusionOk="0" h="20383" w="332041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7" name="Google Shape;2917;p97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rect b="b" l="l" r="r" t="t"/>
                  <a:pathLst>
                    <a:path extrusionOk="0" h="20383" w="290322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8" name="Google Shape;2918;p97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rect b="b" l="l" r="r" t="t"/>
                  <a:pathLst>
                    <a:path extrusionOk="0" h="20383" w="303942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19" name="Google Shape;2919;p97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rect b="b" l="l" r="r" t="t"/>
                  <a:pathLst>
                    <a:path extrusionOk="0" h="20383" w="171545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920" name="Google Shape;2920;p97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2921" name="Google Shape;2921;p97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2922" name="Google Shape;2922;p97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rect b="b" l="l" r="r" t="t"/>
                  <a:pathLst>
                    <a:path extrusionOk="0" h="225742" w="652843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23" name="Google Shape;2923;p97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rect b="b" l="l" r="r" t="t"/>
                  <a:pathLst>
                    <a:path extrusionOk="0" h="151161" w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24" name="Google Shape;2924;p97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2925" name="Google Shape;2925;p97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rect b="b" l="l" r="r" t="t"/>
                    <a:pathLst>
                      <a:path extrusionOk="0" h="20383" w="280034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26" name="Google Shape;2926;p97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rect b="b" l="l" r="r" t="t"/>
                    <a:pathLst>
                      <a:path extrusionOk="0" h="20383" w="20507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27" name="Google Shape;2927;p97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rect b="b" l="l" r="r" t="t"/>
                    <a:pathLst>
                      <a:path extrusionOk="0" h="20383" w="332041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28" name="Google Shape;2928;p97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rect b="b" l="l" r="r" t="t"/>
                    <a:pathLst>
                      <a:path extrusionOk="0" h="20383" w="171545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2929" name="Google Shape;2929;p97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rect b="b" l="l" r="r" t="t"/>
                <a:pathLst>
                  <a:path extrusionOk="0" h="60632" w="50734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30" name="Google Shape;2930;p97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2931" name="Google Shape;2931;p97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2932" name="Google Shape;2932;p97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rect b="b" l="l" r="r" t="t"/>
                  <a:pathLst>
                    <a:path extrusionOk="0" h="63817" w="123062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33" name="Google Shape;2933;p97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rect b="b" l="l" r="r" t="t"/>
                  <a:pathLst>
                    <a:path extrusionOk="0" h="39243" w="39242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34" name="Google Shape;2934;p97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rect b="b" l="l" r="r" t="t"/>
                <a:pathLst>
                  <a:path extrusionOk="0" h="9715" w="103346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935" name="Shape 2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6" name="Google Shape;2936;p98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7" name="Google Shape;2937;p98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38" name="Google Shape;2938;p98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2939" name="Google Shape;2939;p98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2940" name="Google Shape;2940;p98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1" name="Google Shape;2941;p98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2" name="Google Shape;2942;p98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43" name="Google Shape;2943;p98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44" name="Google Shape;2944;p98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2945" name="Google Shape;2945;p98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2946" name="Google Shape;2946;p98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47" name="Google Shape;2947;p98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948" name="Google Shape;2948;p98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9" name="Google Shape;2949;p98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50" name="Google Shape;2950;p98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951" name="Google Shape;2951;p98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952" name="Google Shape;2952;p98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53" name="Google Shape;2953;p98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954" name="Google Shape;2954;p98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955" name="Google Shape;2955;p98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56" name="Google Shape;2956;p98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957" name="Google Shape;2957;p98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958" name="Google Shape;2958;p98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59" name="Google Shape;2959;p98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960" name="Google Shape;2960;p98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961" name="Google Shape;2961;p98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62" name="Google Shape;2962;p98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3a86e2076_30_0)">
  <p:cSld name="Generated (g3f3a86e2076_30_0)">
    <p:spTree>
      <p:nvGrpSpPr>
        <p:cNvPr id="2963" name="Shape 29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3a86e2076_21_0)">
  <p:cSld name="Generated (g3f3a86e2076_21_0)">
    <p:spTree>
      <p:nvGrpSpPr>
        <p:cNvPr id="2964" name="Shape 29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968" name="Shape 2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" name="Google Shape;2969;p102"/>
          <p:cNvSpPr txBox="1"/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970" name="Google Shape;2970;p102"/>
          <p:cNvSpPr txBox="1"/>
          <p:nvPr>
            <p:ph idx="1" type="subTitle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71" name="Google Shape;2971;p102"/>
          <p:cNvSpPr/>
          <p:nvPr/>
        </p:nvSpPr>
        <p:spPr>
          <a:xfrm rot="10800000">
            <a:off x="-1604593" y="-845132"/>
            <a:ext cx="3281418" cy="2132806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2" name="Google Shape;2972;p102"/>
          <p:cNvSpPr/>
          <p:nvPr/>
        </p:nvSpPr>
        <p:spPr>
          <a:xfrm flipH="1" rot="-9899992">
            <a:off x="-1515196" y="4121356"/>
            <a:ext cx="3953580" cy="192177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73" name="Shape 2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4" name="Google Shape;2974;p103"/>
          <p:cNvSpPr txBox="1"/>
          <p:nvPr>
            <p:ph type="title"/>
          </p:nvPr>
        </p:nvSpPr>
        <p:spPr>
          <a:xfrm>
            <a:off x="4047175" y="2571975"/>
            <a:ext cx="43836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75" name="Google Shape;2975;p103"/>
          <p:cNvSpPr txBox="1"/>
          <p:nvPr>
            <p:ph hasCustomPrompt="1" idx="2" type="title"/>
          </p:nvPr>
        </p:nvSpPr>
        <p:spPr>
          <a:xfrm>
            <a:off x="4047175" y="1321975"/>
            <a:ext cx="1235700" cy="8418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976" name="Google Shape;2976;p103"/>
          <p:cNvSpPr/>
          <p:nvPr>
            <p:ph idx="3" type="pic"/>
          </p:nvPr>
        </p:nvSpPr>
        <p:spPr>
          <a:xfrm>
            <a:off x="48462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77" name="Google Shape;2977;p103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8" name="Google Shape;2978;p103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9" name="Google Shape;2979;p103"/>
          <p:cNvSpPr/>
          <p:nvPr/>
        </p:nvSpPr>
        <p:spPr>
          <a:xfrm flipH="1" rot="-4592116">
            <a:off x="6189" y="113200"/>
            <a:ext cx="642877" cy="51982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80" name="Shape 2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1" name="Google Shape;2981;p10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82" name="Google Shape;2982;p104"/>
          <p:cNvSpPr txBox="1"/>
          <p:nvPr>
            <p:ph idx="1" type="body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2983" name="Google Shape;2983;p104"/>
          <p:cNvSpPr/>
          <p:nvPr/>
        </p:nvSpPr>
        <p:spPr>
          <a:xfrm flipH="1" rot="-4014673">
            <a:off x="-1798429" y="-1029372"/>
            <a:ext cx="3158476" cy="250963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4" name="Google Shape;2984;p104"/>
          <p:cNvSpPr/>
          <p:nvPr/>
        </p:nvSpPr>
        <p:spPr>
          <a:xfrm flipH="1">
            <a:off x="8355841" y="2667287"/>
            <a:ext cx="734045" cy="45268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85" name="Google Shape;2985;p104"/>
          <p:cNvGrpSpPr/>
          <p:nvPr/>
        </p:nvGrpSpPr>
        <p:grpSpPr>
          <a:xfrm flipH="1">
            <a:off x="8380540" y="1729933"/>
            <a:ext cx="668783" cy="959747"/>
            <a:chOff x="10519314" y="4728596"/>
            <a:chExt cx="751780" cy="1078731"/>
          </a:xfrm>
        </p:grpSpPr>
        <p:grpSp>
          <p:nvGrpSpPr>
            <p:cNvPr id="2986" name="Google Shape;2986;p104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2987" name="Google Shape;2987;p104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2988" name="Google Shape;2988;p104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9" name="Google Shape;2989;p104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0" name="Google Shape;2990;p104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91" name="Google Shape;2991;p104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2992" name="Google Shape;2992;p104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93" name="Google Shape;2993;p104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94" name="Google Shape;2994;p104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95" name="Google Shape;2995;p104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996" name="Google Shape;2996;p104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2997" name="Google Shape;2997;p104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8" name="Google Shape;2998;p104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99" name="Google Shape;2999;p104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3000" name="Google Shape;3000;p104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01" name="Google Shape;3001;p104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02" name="Google Shape;3002;p104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3003" name="Google Shape;3003;p104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04" name="Google Shape;3004;p104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005" name="Google Shape;3005;p104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3006" name="Google Shape;3006;p104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7" name="Google Shape;3007;p104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008" name="Google Shape;3008;p104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3009" name="Google Shape;3009;p104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0" name="Google Shape;3010;p104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11" name="Google Shape;3011;p104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3012" name="Google Shape;3012;p104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3" name="Google Shape;3013;p104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3014" name="Google Shape;3014;p104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3015" name="Google Shape;3015;p104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6" name="Google Shape;3016;p104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17" name="Google Shape;3017;p104"/>
          <p:cNvGrpSpPr/>
          <p:nvPr/>
        </p:nvGrpSpPr>
        <p:grpSpPr>
          <a:xfrm flipH="1">
            <a:off x="8485925" y="662239"/>
            <a:ext cx="516117" cy="779220"/>
            <a:chOff x="10572463" y="3528536"/>
            <a:chExt cx="580168" cy="875823"/>
          </a:xfrm>
        </p:grpSpPr>
        <p:grpSp>
          <p:nvGrpSpPr>
            <p:cNvPr id="3018" name="Google Shape;3018;p104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3019" name="Google Shape;3019;p104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020" name="Google Shape;3020;p104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3021" name="Google Shape;3021;p104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2" name="Google Shape;3022;p104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3" name="Google Shape;3023;p104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4" name="Google Shape;3024;p104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5" name="Google Shape;3025;p104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6" name="Google Shape;3026;p104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027" name="Google Shape;3027;p104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3028" name="Google Shape;3028;p104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9" name="Google Shape;3029;p104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0" name="Google Shape;3030;p104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1" name="Google Shape;3031;p104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032" name="Google Shape;3032;p104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33" name="Google Shape;3033;p104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3034" name="Google Shape;3034;p104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035" name="Google Shape;3035;p104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3036" name="Google Shape;3036;p104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7" name="Google Shape;3037;p104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8" name="Google Shape;3038;p104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39" name="Google Shape;3039;p104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0" name="Google Shape;3040;p104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1" name="Google Shape;3041;p104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042" name="Google Shape;3042;p104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3043" name="Google Shape;3043;p104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4" name="Google Shape;3044;p104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5" name="Google Shape;3045;p104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46" name="Google Shape;3046;p104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047" name="Google Shape;3047;p104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48" name="Google Shape;3048;p104"/>
          <p:cNvGrpSpPr/>
          <p:nvPr/>
        </p:nvGrpSpPr>
        <p:grpSpPr>
          <a:xfrm flipH="1">
            <a:off x="8768853" y="1439765"/>
            <a:ext cx="22030" cy="294484"/>
            <a:chOff x="10809827" y="4402455"/>
            <a:chExt cx="24764" cy="330993"/>
          </a:xfrm>
        </p:grpSpPr>
        <p:sp>
          <p:nvSpPr>
            <p:cNvPr id="3049" name="Google Shape;3049;p104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0" name="Google Shape;3050;p104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1" name="Google Shape;3051;p104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52" name="Google Shape;3052;p104"/>
          <p:cNvSpPr/>
          <p:nvPr/>
        </p:nvSpPr>
        <p:spPr>
          <a:xfrm flipH="1" rot="8662747">
            <a:off x="7370974" y="4168319"/>
            <a:ext cx="2746019" cy="192168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53" name="Google Shape;3053;p104"/>
          <p:cNvGrpSpPr/>
          <p:nvPr/>
        </p:nvGrpSpPr>
        <p:grpSpPr>
          <a:xfrm flipH="1">
            <a:off x="122956" y="4228558"/>
            <a:ext cx="829992" cy="750888"/>
            <a:chOff x="8114596" y="445039"/>
            <a:chExt cx="633002" cy="572716"/>
          </a:xfrm>
        </p:grpSpPr>
        <p:grpSp>
          <p:nvGrpSpPr>
            <p:cNvPr id="3054" name="Google Shape;3054;p10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3055" name="Google Shape;3055;p10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056" name="Google Shape;3056;p10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3057" name="Google Shape;3057;p10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58" name="Google Shape;3058;p10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59" name="Google Shape;3059;p10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060" name="Google Shape;3060;p10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3061" name="Google Shape;3061;p10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062" name="Google Shape;3062;p10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3063" name="Google Shape;3063;p10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3064" name="Google Shape;3064;p10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65" name="Google Shape;3065;p10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66" name="Google Shape;3066;p10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3067" name="Google Shape;3067;p10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68" name="Google Shape;3068;p10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69" name="Google Shape;3069;p10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3070" name="Google Shape;3070;p10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71" name="Google Shape;3071;p10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72" name="Shape 3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Google Shape;3073;p10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74" name="Google Shape;3074;p105"/>
          <p:cNvSpPr txBox="1"/>
          <p:nvPr>
            <p:ph idx="1" type="subTitle"/>
          </p:nvPr>
        </p:nvSpPr>
        <p:spPr>
          <a:xfrm>
            <a:off x="4679150" y="2453574"/>
            <a:ext cx="3384300" cy="11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75" name="Google Shape;3075;p105"/>
          <p:cNvSpPr txBox="1"/>
          <p:nvPr>
            <p:ph idx="2" type="subTitle"/>
          </p:nvPr>
        </p:nvSpPr>
        <p:spPr>
          <a:xfrm>
            <a:off x="1080525" y="2453574"/>
            <a:ext cx="3384300" cy="11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76" name="Google Shape;3076;p105"/>
          <p:cNvSpPr txBox="1"/>
          <p:nvPr>
            <p:ph idx="3" type="subTitle"/>
          </p:nvPr>
        </p:nvSpPr>
        <p:spPr>
          <a:xfrm>
            <a:off x="1080536" y="1817200"/>
            <a:ext cx="3384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077" name="Google Shape;3077;p105"/>
          <p:cNvSpPr txBox="1"/>
          <p:nvPr>
            <p:ph idx="4" type="subTitle"/>
          </p:nvPr>
        </p:nvSpPr>
        <p:spPr>
          <a:xfrm>
            <a:off x="4679164" y="1817200"/>
            <a:ext cx="3384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078" name="Google Shape;3078;p105"/>
          <p:cNvSpPr/>
          <p:nvPr/>
        </p:nvSpPr>
        <p:spPr>
          <a:xfrm rot="5551952">
            <a:off x="-721531" y="4084618"/>
            <a:ext cx="2053998" cy="1765206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9" name="Google Shape;3079;p105"/>
          <p:cNvSpPr/>
          <p:nvPr/>
        </p:nvSpPr>
        <p:spPr>
          <a:xfrm rot="-460685">
            <a:off x="-850641" y="-888875"/>
            <a:ext cx="2082611" cy="168399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0" name="Google Shape;3080;p105"/>
          <p:cNvSpPr/>
          <p:nvPr/>
        </p:nvSpPr>
        <p:spPr>
          <a:xfrm rot="3259731">
            <a:off x="7063135" y="-804478"/>
            <a:ext cx="3168421" cy="256197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81" name="Shape 3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Google Shape;3082;p10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83" name="Google Shape;3083;p106"/>
          <p:cNvSpPr/>
          <p:nvPr/>
        </p:nvSpPr>
        <p:spPr>
          <a:xfrm rot="-9076707">
            <a:off x="85462" y="-755109"/>
            <a:ext cx="1683799" cy="1313891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84" name="Google Shape;3084;p106"/>
          <p:cNvGrpSpPr/>
          <p:nvPr/>
        </p:nvGrpSpPr>
        <p:grpSpPr>
          <a:xfrm>
            <a:off x="6779278" y="192982"/>
            <a:ext cx="2107998" cy="297419"/>
            <a:chOff x="6108096" y="3265836"/>
            <a:chExt cx="1633727" cy="230504"/>
          </a:xfrm>
        </p:grpSpPr>
        <p:sp>
          <p:nvSpPr>
            <p:cNvPr id="3085" name="Google Shape;3085;p106"/>
            <p:cNvSpPr/>
            <p:nvPr/>
          </p:nvSpPr>
          <p:spPr>
            <a:xfrm>
              <a:off x="6108096" y="3265836"/>
              <a:ext cx="1633727" cy="230504"/>
            </a:xfrm>
            <a:custGeom>
              <a:rect b="b" l="l" r="r" t="t"/>
              <a:pathLst>
                <a:path extrusionOk="0" h="230504" w="1633727">
                  <a:moveTo>
                    <a:pt x="1518476" y="0"/>
                  </a:moveTo>
                  <a:cubicBezTo>
                    <a:pt x="1582128" y="0"/>
                    <a:pt x="1633728" y="51600"/>
                    <a:pt x="1633728" y="115253"/>
                  </a:cubicBezTo>
                  <a:lnTo>
                    <a:pt x="1633728" y="115253"/>
                  </a:lnTo>
                  <a:cubicBezTo>
                    <a:pt x="1633728" y="178905"/>
                    <a:pt x="1582128" y="230505"/>
                    <a:pt x="1518476" y="230505"/>
                  </a:cubicBezTo>
                  <a:lnTo>
                    <a:pt x="115252" y="230505"/>
                  </a:lnTo>
                  <a:cubicBezTo>
                    <a:pt x="51601" y="230505"/>
                    <a:pt x="0" y="178905"/>
                    <a:pt x="0" y="115253"/>
                  </a:cubicBezTo>
                  <a:lnTo>
                    <a:pt x="0" y="115253"/>
                  </a:lnTo>
                  <a:cubicBezTo>
                    <a:pt x="0" y="51600"/>
                    <a:pt x="51601" y="0"/>
                    <a:pt x="11525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6" name="Google Shape;3086;p106"/>
            <p:cNvSpPr/>
            <p:nvPr/>
          </p:nvSpPr>
          <p:spPr>
            <a:xfrm>
              <a:off x="7528381" y="3292292"/>
              <a:ext cx="166485" cy="165854"/>
            </a:xfrm>
            <a:custGeom>
              <a:rect b="b" l="l" r="r" t="t"/>
              <a:pathLst>
                <a:path extrusionOk="0" h="165854" w="166485">
                  <a:moveTo>
                    <a:pt x="161532" y="137469"/>
                  </a:moveTo>
                  <a:lnTo>
                    <a:pt x="120003" y="95941"/>
                  </a:lnTo>
                  <a:lnTo>
                    <a:pt x="113336" y="102608"/>
                  </a:lnTo>
                  <a:lnTo>
                    <a:pt x="105811" y="95083"/>
                  </a:lnTo>
                  <a:cubicBezTo>
                    <a:pt x="123622" y="71842"/>
                    <a:pt x="122194" y="38600"/>
                    <a:pt x="100953" y="17359"/>
                  </a:cubicBezTo>
                  <a:cubicBezTo>
                    <a:pt x="77807" y="-5786"/>
                    <a:pt x="40374" y="-5786"/>
                    <a:pt x="17324" y="17359"/>
                  </a:cubicBezTo>
                  <a:cubicBezTo>
                    <a:pt x="-5727" y="40505"/>
                    <a:pt x="-5822" y="77938"/>
                    <a:pt x="17324" y="100989"/>
                  </a:cubicBezTo>
                  <a:cubicBezTo>
                    <a:pt x="38850" y="122515"/>
                    <a:pt x="72568" y="123754"/>
                    <a:pt x="95809" y="105275"/>
                  </a:cubicBezTo>
                  <a:lnTo>
                    <a:pt x="103334" y="112800"/>
                  </a:lnTo>
                  <a:lnTo>
                    <a:pt x="96667" y="119467"/>
                  </a:lnTo>
                  <a:lnTo>
                    <a:pt x="138196" y="160996"/>
                  </a:lnTo>
                  <a:cubicBezTo>
                    <a:pt x="144673" y="167473"/>
                    <a:pt x="155150" y="167473"/>
                    <a:pt x="161627" y="160996"/>
                  </a:cubicBezTo>
                  <a:lnTo>
                    <a:pt x="161627" y="160996"/>
                  </a:lnTo>
                  <a:cubicBezTo>
                    <a:pt x="168104" y="154519"/>
                    <a:pt x="168104" y="144042"/>
                    <a:pt x="161627" y="137565"/>
                  </a:cubicBezTo>
                  <a:close/>
                  <a:moveTo>
                    <a:pt x="59138" y="102513"/>
                  </a:moveTo>
                  <a:cubicBezTo>
                    <a:pt x="54471" y="102513"/>
                    <a:pt x="49899" y="101751"/>
                    <a:pt x="45612" y="100417"/>
                  </a:cubicBezTo>
                  <a:cubicBezTo>
                    <a:pt x="33611" y="96512"/>
                    <a:pt x="23896" y="87463"/>
                    <a:pt x="19133" y="75938"/>
                  </a:cubicBezTo>
                  <a:cubicBezTo>
                    <a:pt x="16942" y="70794"/>
                    <a:pt x="15799" y="65175"/>
                    <a:pt x="15799" y="59269"/>
                  </a:cubicBezTo>
                  <a:cubicBezTo>
                    <a:pt x="15799" y="35361"/>
                    <a:pt x="35231" y="15931"/>
                    <a:pt x="59138" y="15931"/>
                  </a:cubicBezTo>
                  <a:cubicBezTo>
                    <a:pt x="65044" y="15931"/>
                    <a:pt x="70663" y="17074"/>
                    <a:pt x="75807" y="19264"/>
                  </a:cubicBezTo>
                  <a:cubicBezTo>
                    <a:pt x="87332" y="24122"/>
                    <a:pt x="96381" y="33742"/>
                    <a:pt x="100286" y="45744"/>
                  </a:cubicBezTo>
                  <a:cubicBezTo>
                    <a:pt x="101715" y="50030"/>
                    <a:pt x="102382" y="54507"/>
                    <a:pt x="102382" y="59269"/>
                  </a:cubicBezTo>
                  <a:cubicBezTo>
                    <a:pt x="102382" y="83177"/>
                    <a:pt x="83046" y="102513"/>
                    <a:pt x="59138" y="10251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7" name="Google Shape;3087;p106"/>
            <p:cNvSpPr/>
            <p:nvPr/>
          </p:nvSpPr>
          <p:spPr>
            <a:xfrm>
              <a:off x="7475124" y="3290220"/>
              <a:ext cx="7620" cy="174307"/>
            </a:xfrm>
            <a:custGeom>
              <a:rect b="b" l="l" r="r" t="t"/>
              <a:pathLst>
                <a:path extrusionOk="0" h="174307" w="7620">
                  <a:moveTo>
                    <a:pt x="3810" y="174308"/>
                  </a:moveTo>
                  <a:lnTo>
                    <a:pt x="3810" y="174308"/>
                  </a:lnTo>
                  <a:cubicBezTo>
                    <a:pt x="1714" y="174308"/>
                    <a:pt x="0" y="172593"/>
                    <a:pt x="0" y="170497"/>
                  </a:cubicBezTo>
                  <a:lnTo>
                    <a:pt x="0" y="3810"/>
                  </a:lnTo>
                  <a:cubicBezTo>
                    <a:pt x="0" y="1714"/>
                    <a:pt x="1714" y="0"/>
                    <a:pt x="3810" y="0"/>
                  </a:cubicBezTo>
                  <a:lnTo>
                    <a:pt x="3810" y="0"/>
                  </a:lnTo>
                  <a:cubicBezTo>
                    <a:pt x="5905" y="0"/>
                    <a:pt x="7620" y="1714"/>
                    <a:pt x="7620" y="3810"/>
                  </a:cubicBezTo>
                  <a:lnTo>
                    <a:pt x="7620" y="170497"/>
                  </a:lnTo>
                  <a:cubicBezTo>
                    <a:pt x="7620" y="172593"/>
                    <a:pt x="5905" y="174308"/>
                    <a:pt x="3810" y="17430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88" name="Google Shape;3088;p106"/>
          <p:cNvSpPr/>
          <p:nvPr/>
        </p:nvSpPr>
        <p:spPr>
          <a:xfrm flipH="1" rot="532502">
            <a:off x="-514115" y="4385276"/>
            <a:ext cx="1514959" cy="122499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089" name="Google Shape;3089;p106"/>
          <p:cNvGrpSpPr/>
          <p:nvPr/>
        </p:nvGrpSpPr>
        <p:grpSpPr>
          <a:xfrm>
            <a:off x="-148774" y="4544215"/>
            <a:ext cx="784225" cy="584398"/>
            <a:chOff x="1914620" y="1930431"/>
            <a:chExt cx="572929" cy="426911"/>
          </a:xfrm>
        </p:grpSpPr>
        <p:grpSp>
          <p:nvGrpSpPr>
            <p:cNvPr id="3090" name="Google Shape;3090;p106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3091" name="Google Shape;3091;p106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2" name="Google Shape;3092;p106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rect b="b" l="l" r="r" t="t"/>
                <a:pathLst>
                  <a:path extrusionOk="0" h="299465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3" name="Google Shape;3093;p106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rect b="b" l="l" r="r" t="t"/>
                <a:pathLst>
                  <a:path extrusionOk="0" h="299466" w="445389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94" name="Google Shape;3094;p106"/>
            <p:cNvSpPr/>
            <p:nvPr/>
          </p:nvSpPr>
          <p:spPr>
            <a:xfrm>
              <a:off x="2024157" y="2180272"/>
              <a:ext cx="222980" cy="101917"/>
            </a:xfrm>
            <a:custGeom>
              <a:rect b="b" l="l" r="r" t="t"/>
              <a:pathLst>
                <a:path extrusionOk="0" h="101917" w="22298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95" name="Google Shape;3095;p106"/>
          <p:cNvSpPr/>
          <p:nvPr/>
        </p:nvSpPr>
        <p:spPr>
          <a:xfrm rot="5844200">
            <a:off x="8030548" y="2339312"/>
            <a:ext cx="2404301" cy="131859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96" name="Shape 3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7" name="Google Shape;3097;p107"/>
          <p:cNvSpPr txBox="1"/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98" name="Google Shape;3098;p107"/>
          <p:cNvSpPr txBox="1"/>
          <p:nvPr>
            <p:ph idx="1" type="subTitle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3099" name="Google Shape;3099;p107"/>
          <p:cNvSpPr/>
          <p:nvPr>
            <p:ph idx="2" type="pic"/>
          </p:nvPr>
        </p:nvSpPr>
        <p:spPr>
          <a:xfrm>
            <a:off x="566897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100" name="Google Shape;3100;p107"/>
          <p:cNvSpPr/>
          <p:nvPr/>
        </p:nvSpPr>
        <p:spPr>
          <a:xfrm rot="-2381697">
            <a:off x="-1265120" y="-661594"/>
            <a:ext cx="3096202" cy="2008988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1" name="Google Shape;3101;p107"/>
          <p:cNvSpPr/>
          <p:nvPr/>
        </p:nvSpPr>
        <p:spPr>
          <a:xfrm rot="-7296874">
            <a:off x="-735040" y="4231574"/>
            <a:ext cx="2036053" cy="150886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02" name="Google Shape;3102;p10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3103" name="Google Shape;3103;p10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3104" name="Google Shape;3104;p10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5" name="Google Shape;3105;p10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06" name="Google Shape;3106;p10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07" name="Google Shape;3107;p107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08" name="Shape 3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9" name="Google Shape;3109;p108"/>
          <p:cNvSpPr txBox="1"/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10" name="Google Shape;3110;p108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1" name="Google Shape;3111;p108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2" name="Google Shape;3112;p108"/>
          <p:cNvSpPr/>
          <p:nvPr/>
        </p:nvSpPr>
        <p:spPr>
          <a:xfrm flipH="1" rot="-4592116">
            <a:off x="6189" y="113200"/>
            <a:ext cx="642877" cy="51982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13" name="Shape 3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4" name="Google Shape;3114;p109"/>
          <p:cNvSpPr txBox="1"/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15" name="Google Shape;3115;p109"/>
          <p:cNvSpPr txBox="1"/>
          <p:nvPr>
            <p:ph idx="1" type="subTitle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116" name="Google Shape;3116;p109"/>
          <p:cNvSpPr/>
          <p:nvPr/>
        </p:nvSpPr>
        <p:spPr>
          <a:xfrm rot="3263452">
            <a:off x="-163955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7" name="Google Shape;3117;p109"/>
          <p:cNvSpPr/>
          <p:nvPr/>
        </p:nvSpPr>
        <p:spPr>
          <a:xfrm rot="-460623">
            <a:off x="-1793263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8" name="Google Shape;3118;p109"/>
          <p:cNvSpPr/>
          <p:nvPr/>
        </p:nvSpPr>
        <p:spPr>
          <a:xfrm rot="4592047">
            <a:off x="7797256" y="593203"/>
            <a:ext cx="1475158" cy="119280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119" name="Shape 3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0" name="Google Shape;3120;p1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121" name="Shape 3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2" name="Google Shape;3122;p111"/>
          <p:cNvSpPr txBox="1"/>
          <p:nvPr>
            <p:ph hasCustomPrompt="1" type="title"/>
          </p:nvPr>
        </p:nvSpPr>
        <p:spPr>
          <a:xfrm>
            <a:off x="713225" y="1477363"/>
            <a:ext cx="6576000" cy="152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123" name="Google Shape;3123;p111"/>
          <p:cNvSpPr txBox="1"/>
          <p:nvPr>
            <p:ph idx="1" type="subTitle"/>
          </p:nvPr>
        </p:nvSpPr>
        <p:spPr>
          <a:xfrm>
            <a:off x="713225" y="3169038"/>
            <a:ext cx="6576000" cy="4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124" name="Google Shape;3124;p111"/>
          <p:cNvSpPr/>
          <p:nvPr/>
        </p:nvSpPr>
        <p:spPr>
          <a:xfrm flipH="1" rot="-1900174">
            <a:off x="-500059" y="-436065"/>
            <a:ext cx="1729608" cy="139855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5" name="Google Shape;3125;p111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6" name="Google Shape;3126;p111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7" name="Google Shape;3127;p111"/>
          <p:cNvSpPr/>
          <p:nvPr/>
        </p:nvSpPr>
        <p:spPr>
          <a:xfrm flipH="1" rot="531593">
            <a:off x="-1222788" y="3829381"/>
            <a:ext cx="2902962" cy="234732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28" name="Google Shape;3128;p111"/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3129" name="Google Shape;3129;p111"/>
            <p:cNvSpPr/>
            <p:nvPr/>
          </p:nvSpPr>
          <p:spPr>
            <a:xfrm>
              <a:off x="6737915" y="169351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0" name="Google Shape;3130;p111"/>
            <p:cNvSpPr/>
            <p:nvPr/>
          </p:nvSpPr>
          <p:spPr>
            <a:xfrm>
              <a:off x="6653203" y="8"/>
              <a:ext cx="1651185" cy="1671247"/>
            </a:xfrm>
            <a:custGeom>
              <a:rect b="b" l="l" r="r" t="t"/>
              <a:pathLst>
                <a:path extrusionOk="0" h="1983676" w="1959864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31" name="Google Shape;3131;p111"/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3132" name="Google Shape;3132;p111"/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rect b="b" l="l" r="r" t="t"/>
                <a:pathLst>
                  <a:path extrusionOk="0" h="1983676" w="1959864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3" name="Google Shape;3133;p111"/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rect b="b" l="l" r="r" t="t"/>
                <a:pathLst>
                  <a:path extrusionOk="0" h="172307" w="1959958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34" name="Google Shape;3134;p111"/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3135" name="Google Shape;3135;p111"/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6" name="Google Shape;3136;p111"/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7" name="Google Shape;3137;p111"/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rect b="b" l="l" r="r" t="t"/>
                  <a:pathLst>
                    <a:path extrusionOk="0" h="64389" w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138" name="Google Shape;3138;p111"/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3139" name="Google Shape;3139;p111"/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3140" name="Google Shape;3140;p111"/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1" name="Google Shape;3141;p111"/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2" name="Google Shape;3142;p111"/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3" name="Google Shape;3143;p111"/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4" name="Google Shape;3144;p111"/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5" name="Google Shape;3145;p111"/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6" name="Google Shape;3146;p111"/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7" name="Google Shape;3147;p111"/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8" name="Google Shape;3148;p111"/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9" name="Google Shape;3149;p111"/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50" name="Google Shape;3150;p111"/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3151" name="Google Shape;3151;p111"/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2" name="Google Shape;3152;p111"/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3" name="Google Shape;3153;p111"/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4" name="Google Shape;3154;p111"/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rect b="b" l="l" r="r" t="t"/>
                  <a:pathLst>
                    <a:path extrusionOk="0" h="52959" w="487965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5" name="Google Shape;3155;p111"/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rect b="b" l="l" r="r" t="t"/>
                  <a:pathLst>
                    <a:path extrusionOk="0" h="52959" w="8963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6" name="Google Shape;3156;p111"/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7" name="Google Shape;3157;p111"/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8" name="Google Shape;3158;p111"/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9" name="Google Shape;3159;p111"/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0" name="Google Shape;3160;p111"/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61" name="Google Shape;3161;p111"/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3162" name="Google Shape;3162;p111"/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rect b="b" l="l" r="r" t="t"/>
                  <a:pathLst>
                    <a:path extrusionOk="0" h="52959" w="237077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3" name="Google Shape;3163;p111"/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rect b="b" l="l" r="r" t="t"/>
                  <a:pathLst>
                    <a:path extrusionOk="0" h="52959" w="182498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4" name="Google Shape;3164;p111"/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rect b="b" l="l" r="r" t="t"/>
                  <a:pathLst>
                    <a:path extrusionOk="0" h="52959" w="144875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5" name="Google Shape;3165;p111"/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rect b="b" l="l" r="r" t="t"/>
                  <a:pathLst>
                    <a:path extrusionOk="0" h="52959" w="23079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6" name="Google Shape;3166;p111"/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rect b="b" l="l" r="r" t="t"/>
                  <a:pathLst>
                    <a:path extrusionOk="0" h="52959" w="83248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7" name="Google Shape;3167;p111"/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rect b="b" l="l" r="r" t="t"/>
                  <a:pathLst>
                    <a:path extrusionOk="0" h="52959" w="247935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8" name="Google Shape;3168;p111"/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rect b="b" l="l" r="r" t="t"/>
                  <a:pathLst>
                    <a:path extrusionOk="0" h="52959" w="200977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9" name="Google Shape;3169;p111"/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rect b="b" l="l" r="r" t="t"/>
                  <a:pathLst>
                    <a:path extrusionOk="0" h="52959" w="151256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170" name="Google Shape;3170;p111"/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rect b="b" l="l" r="r" t="t"/>
                <a:pathLst>
                  <a:path extrusionOk="0" h="438816" w="605885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1" name="Google Shape;3171;p111"/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rect b="b" l="l" r="r" t="t"/>
                <a:pathLst>
                  <a:path extrusionOk="0" h="815149" w="605885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72" name="Google Shape;3172;p111"/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3173" name="Google Shape;3173;p111"/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3174" name="Google Shape;3174;p111"/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5" name="Google Shape;3175;p111"/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6" name="Google Shape;3176;p111"/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rect b="b" l="l" r="r" t="t"/>
                  <a:pathLst>
                    <a:path extrusionOk="0" h="9525" w="700277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7" name="Google Shape;3177;p111"/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rect b="b" l="l" r="r" t="t"/>
                  <a:pathLst>
                    <a:path extrusionOk="0" h="870680" w="9525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cap="rnd" cmpd="sng" w="12750">
                  <a:solidFill>
                    <a:schemeClr val="dk1"/>
                  </a:solidFill>
                  <a:prstDash val="dashDot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78" name="Google Shape;3178;p111"/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3179" name="Google Shape;3179;p111"/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3180" name="Google Shape;3180;p111"/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81" name="Google Shape;3181;p111"/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82" name="Google Shape;3182;p111"/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rect b="b" l="l" r="r" t="t"/>
                    <a:pathLst>
                      <a:path extrusionOk="0" h="41909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183" name="Google Shape;3183;p111"/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3184" name="Google Shape;3184;p111"/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85" name="Google Shape;3185;p111"/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186" name="Google Shape;3186;p111"/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3187" name="Google Shape;3187;p111"/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88" name="Google Shape;3188;p111"/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89" name="Google Shape;3189;p111"/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rect b="b" l="l" r="r" t="t"/>
                    <a:pathLst>
                      <a:path extrusionOk="0" h="41910" w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3190" name="Google Shape;3190;p111"/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3191" name="Google Shape;3191;p111"/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rect b="b" l="l" r="r" t="t"/>
                <a:pathLst>
                  <a:path extrusionOk="0" h="149542" w="256508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92" name="Google Shape;3192;p111"/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3193" name="Google Shape;3193;p111"/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3194" name="Google Shape;3194;p111"/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rect b="b" l="l" r="r" t="t"/>
                    <a:pathLst>
                      <a:path extrusionOk="0" h="42672" w="42671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95" name="Google Shape;3195;p111"/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rect b="b" l="l" r="r" t="t"/>
                    <a:pathLst>
                      <a:path extrusionOk="0" h="65418" w="65418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196" name="Google Shape;3196;p111"/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3197" name="Google Shape;3197;p111"/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rect b="b" l="l" r="r" t="t"/>
                    <a:pathLst>
                      <a:path extrusionOk="0" h="98921" w="98773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98" name="Google Shape;3198;p111"/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rect b="b" l="l" r="r" t="t"/>
                    <a:pathLst>
                      <a:path extrusionOk="0" h="15573" w="15573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3199" name="Shape 31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3200" name="Shape 3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1" name="Google Shape;3201;p1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02" name="Google Shape;3202;p113"/>
          <p:cNvSpPr txBox="1"/>
          <p:nvPr>
            <p:ph hasCustomPrompt="1" idx="2" type="title"/>
          </p:nvPr>
        </p:nvSpPr>
        <p:spPr>
          <a:xfrm>
            <a:off x="1100975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203" name="Google Shape;3203;p113"/>
          <p:cNvSpPr txBox="1"/>
          <p:nvPr>
            <p:ph hasCustomPrompt="1" idx="3" type="title"/>
          </p:nvPr>
        </p:nvSpPr>
        <p:spPr>
          <a:xfrm>
            <a:off x="1100975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204" name="Google Shape;3204;p113"/>
          <p:cNvSpPr txBox="1"/>
          <p:nvPr>
            <p:ph hasCustomPrompt="1" idx="4" type="title"/>
          </p:nvPr>
        </p:nvSpPr>
        <p:spPr>
          <a:xfrm>
            <a:off x="3419250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205" name="Google Shape;3205;p113"/>
          <p:cNvSpPr txBox="1"/>
          <p:nvPr>
            <p:ph hasCustomPrompt="1" idx="5" type="title"/>
          </p:nvPr>
        </p:nvSpPr>
        <p:spPr>
          <a:xfrm>
            <a:off x="3419250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206" name="Google Shape;3206;p113"/>
          <p:cNvSpPr txBox="1"/>
          <p:nvPr>
            <p:ph hasCustomPrompt="1" idx="6" type="title"/>
          </p:nvPr>
        </p:nvSpPr>
        <p:spPr>
          <a:xfrm>
            <a:off x="5737525" y="120337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207" name="Google Shape;3207;p113"/>
          <p:cNvSpPr txBox="1"/>
          <p:nvPr>
            <p:ph hasCustomPrompt="1" idx="7" type="title"/>
          </p:nvPr>
        </p:nvSpPr>
        <p:spPr>
          <a:xfrm>
            <a:off x="5737525" y="2789203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208" name="Google Shape;3208;p113"/>
          <p:cNvSpPr txBox="1"/>
          <p:nvPr>
            <p:ph idx="1" type="subTitle"/>
          </p:nvPr>
        </p:nvSpPr>
        <p:spPr>
          <a:xfrm>
            <a:off x="1100975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209" name="Google Shape;3209;p113"/>
          <p:cNvSpPr txBox="1"/>
          <p:nvPr>
            <p:ph idx="8" type="subTitle"/>
          </p:nvPr>
        </p:nvSpPr>
        <p:spPr>
          <a:xfrm>
            <a:off x="3419250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210" name="Google Shape;3210;p113"/>
          <p:cNvSpPr txBox="1"/>
          <p:nvPr>
            <p:ph idx="9" type="subTitle"/>
          </p:nvPr>
        </p:nvSpPr>
        <p:spPr>
          <a:xfrm>
            <a:off x="5737525" y="1912475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211" name="Google Shape;3211;p113"/>
          <p:cNvSpPr txBox="1"/>
          <p:nvPr>
            <p:ph idx="13" type="subTitle"/>
          </p:nvPr>
        </p:nvSpPr>
        <p:spPr>
          <a:xfrm>
            <a:off x="1100975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212" name="Google Shape;3212;p113"/>
          <p:cNvSpPr txBox="1"/>
          <p:nvPr>
            <p:ph idx="14" type="subTitle"/>
          </p:nvPr>
        </p:nvSpPr>
        <p:spPr>
          <a:xfrm>
            <a:off x="3419250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213" name="Google Shape;3213;p113"/>
          <p:cNvSpPr txBox="1"/>
          <p:nvPr>
            <p:ph idx="15" type="subTitle"/>
          </p:nvPr>
        </p:nvSpPr>
        <p:spPr>
          <a:xfrm>
            <a:off x="5737525" y="3498350"/>
            <a:ext cx="2305500" cy="7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214" name="Google Shape;3214;p113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5" name="Google Shape;3215;p113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16" name="Google Shape;3216;p113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3217" name="Google Shape;3217;p113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3218" name="Google Shape;3218;p113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19" name="Google Shape;3219;p113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3220" name="Google Shape;3220;p113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1" name="Google Shape;3221;p113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2" name="Google Shape;3222;p113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223" name="Google Shape;3223;p113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3224" name="Google Shape;3224;p113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25" name="Google Shape;3225;p113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3226" name="Google Shape;3226;p113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3227" name="Google Shape;3227;p113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28" name="Google Shape;3228;p113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229" name="Google Shape;3229;p113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3230" name="Google Shape;3230;p113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31" name="Google Shape;3231;p113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232" name="Google Shape;3232;p113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3233" name="Google Shape;3233;p113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34" name="Google Shape;3234;p113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3235" name="Google Shape;3235;p113"/>
          <p:cNvSpPr/>
          <p:nvPr/>
        </p:nvSpPr>
        <p:spPr>
          <a:xfrm>
            <a:off x="62832" y="4828541"/>
            <a:ext cx="734045" cy="45268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36" name="Google Shape;3236;p113"/>
          <p:cNvGrpSpPr/>
          <p:nvPr/>
        </p:nvGrpSpPr>
        <p:grpSpPr>
          <a:xfrm>
            <a:off x="103395" y="3891186"/>
            <a:ext cx="668783" cy="959747"/>
            <a:chOff x="10519314" y="4728596"/>
            <a:chExt cx="751780" cy="1078731"/>
          </a:xfrm>
        </p:grpSpPr>
        <p:grpSp>
          <p:nvGrpSpPr>
            <p:cNvPr id="3237" name="Google Shape;3237;p113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3238" name="Google Shape;3238;p113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3239" name="Google Shape;3239;p113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0" name="Google Shape;3240;p113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1" name="Google Shape;3241;p113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242" name="Google Shape;3242;p113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3243" name="Google Shape;3243;p113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44" name="Google Shape;3244;p113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45" name="Google Shape;3245;p113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46" name="Google Shape;3246;p113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247" name="Google Shape;3247;p113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3248" name="Google Shape;3248;p113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49" name="Google Shape;3249;p113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250" name="Google Shape;3250;p113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3251" name="Google Shape;3251;p113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52" name="Google Shape;3252;p113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253" name="Google Shape;3253;p113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3254" name="Google Shape;3254;p113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55" name="Google Shape;3255;p113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256" name="Google Shape;3256;p113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3257" name="Google Shape;3257;p113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58" name="Google Shape;3258;p113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259" name="Google Shape;3259;p113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3260" name="Google Shape;3260;p113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61" name="Google Shape;3261;p113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262" name="Google Shape;3262;p113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3263" name="Google Shape;3263;p113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64" name="Google Shape;3264;p113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3265" name="Google Shape;3265;p113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3266" name="Google Shape;3266;p113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7" name="Google Shape;3267;p113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68" name="Google Shape;3268;p113"/>
          <p:cNvGrpSpPr/>
          <p:nvPr/>
        </p:nvGrpSpPr>
        <p:grpSpPr>
          <a:xfrm>
            <a:off x="150676" y="2823493"/>
            <a:ext cx="516117" cy="779220"/>
            <a:chOff x="10572463" y="3528536"/>
            <a:chExt cx="580168" cy="875823"/>
          </a:xfrm>
        </p:grpSpPr>
        <p:grpSp>
          <p:nvGrpSpPr>
            <p:cNvPr id="3269" name="Google Shape;3269;p113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3270" name="Google Shape;3270;p113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71" name="Google Shape;3271;p113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3272" name="Google Shape;3272;p113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73" name="Google Shape;3273;p113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74" name="Google Shape;3274;p113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75" name="Google Shape;3275;p113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76" name="Google Shape;3276;p113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77" name="Google Shape;3277;p113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78" name="Google Shape;3278;p113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3279" name="Google Shape;3279;p113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0" name="Google Shape;3280;p113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1" name="Google Shape;3281;p113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2" name="Google Shape;3282;p113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283" name="Google Shape;3283;p113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84" name="Google Shape;3284;p113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3285" name="Google Shape;3285;p113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86" name="Google Shape;3286;p113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3287" name="Google Shape;3287;p113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8" name="Google Shape;3288;p113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9" name="Google Shape;3289;p113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0" name="Google Shape;3290;p113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1" name="Google Shape;3291;p113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2" name="Google Shape;3292;p113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93" name="Google Shape;3293;p113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3294" name="Google Shape;3294;p113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5" name="Google Shape;3295;p113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6" name="Google Shape;3296;p113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7" name="Google Shape;3297;p113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298" name="Google Shape;3298;p113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299" name="Google Shape;3299;p113"/>
          <p:cNvGrpSpPr/>
          <p:nvPr/>
        </p:nvGrpSpPr>
        <p:grpSpPr>
          <a:xfrm>
            <a:off x="361835" y="3601018"/>
            <a:ext cx="22030" cy="294484"/>
            <a:chOff x="10809827" y="4402455"/>
            <a:chExt cx="24764" cy="330993"/>
          </a:xfrm>
        </p:grpSpPr>
        <p:sp>
          <p:nvSpPr>
            <p:cNvPr id="3300" name="Google Shape;3300;p113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1" name="Google Shape;3301;p113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2" name="Google Shape;3302;p113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3303" name="Shape 3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4" name="Google Shape;3304;p114"/>
          <p:cNvSpPr txBox="1"/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05" name="Google Shape;3305;p114"/>
          <p:cNvSpPr txBox="1"/>
          <p:nvPr>
            <p:ph idx="1" type="subTitle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3306" name="Google Shape;3306;p114"/>
          <p:cNvSpPr/>
          <p:nvPr>
            <p:ph idx="2" type="pic"/>
          </p:nvPr>
        </p:nvSpPr>
        <p:spPr>
          <a:xfrm>
            <a:off x="5668975" y="1076550"/>
            <a:ext cx="2990400" cy="2990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07" name="Google Shape;3307;p114"/>
          <p:cNvSpPr/>
          <p:nvPr/>
        </p:nvSpPr>
        <p:spPr>
          <a:xfrm rot="-2381697">
            <a:off x="-1265120" y="-661594"/>
            <a:ext cx="3096202" cy="2008988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8" name="Google Shape;3308;p114"/>
          <p:cNvSpPr/>
          <p:nvPr/>
        </p:nvSpPr>
        <p:spPr>
          <a:xfrm rot="-7296874">
            <a:off x="-735040" y="4231574"/>
            <a:ext cx="2036053" cy="150886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09" name="Google Shape;3309;p11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3310" name="Google Shape;3310;p11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3311" name="Google Shape;3311;p11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2" name="Google Shape;3312;p11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3" name="Google Shape;3313;p11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14" name="Google Shape;3314;p114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_1">
    <p:spTree>
      <p:nvGrpSpPr>
        <p:cNvPr id="3315" name="Shape 3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6" name="Google Shape;3316;p115"/>
          <p:cNvSpPr txBox="1"/>
          <p:nvPr>
            <p:ph type="title"/>
          </p:nvPr>
        </p:nvSpPr>
        <p:spPr>
          <a:xfrm>
            <a:off x="2013850" y="841075"/>
            <a:ext cx="5116200" cy="139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17" name="Google Shape;3317;p115"/>
          <p:cNvSpPr txBox="1"/>
          <p:nvPr>
            <p:ph idx="1" type="subTitle"/>
          </p:nvPr>
        </p:nvSpPr>
        <p:spPr>
          <a:xfrm>
            <a:off x="2013850" y="2231525"/>
            <a:ext cx="51162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  <p:sp>
        <p:nvSpPr>
          <p:cNvPr id="3318" name="Google Shape;3318;p115"/>
          <p:cNvSpPr/>
          <p:nvPr/>
        </p:nvSpPr>
        <p:spPr>
          <a:xfrm flipH="1" rot="9076707">
            <a:off x="7972821" y="-586852"/>
            <a:ext cx="1683799" cy="167281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19" name="Google Shape;3319;p115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3320" name="Google Shape;3320;p115"/>
            <p:cNvSpPr/>
            <p:nvPr/>
          </p:nvSpPr>
          <p:spPr>
            <a:xfrm>
              <a:off x="7385113" y="1535430"/>
              <a:ext cx="435673" cy="541115"/>
            </a:xfrm>
            <a:custGeom>
              <a:rect b="b" l="l" r="r" t="t"/>
              <a:pathLst>
                <a:path extrusionOk="0" h="541115" w="435673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21" name="Google Shape;3321;p115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3322" name="Google Shape;3322;p115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3" name="Google Shape;3323;p115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4" name="Google Shape;3324;p115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rect b="b" l="l" r="r" t="t"/>
                <a:pathLst>
                  <a:path extrusionOk="0" h="41529" w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25" name="Google Shape;3325;p115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3326" name="Google Shape;3326;p115"/>
            <p:cNvSpPr/>
            <p:nvPr/>
          </p:nvSpPr>
          <p:spPr>
            <a:xfrm>
              <a:off x="7420451" y="1852041"/>
              <a:ext cx="357473" cy="163258"/>
            </a:xfrm>
            <a:custGeom>
              <a:rect b="b" l="l" r="r" t="t"/>
              <a:pathLst>
                <a:path extrusionOk="0" h="163258" w="357473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7" name="Google Shape;3327;p115"/>
            <p:cNvSpPr/>
            <p:nvPr/>
          </p:nvSpPr>
          <p:spPr>
            <a:xfrm>
              <a:off x="7425594" y="1639728"/>
              <a:ext cx="353948" cy="180117"/>
            </a:xfrm>
            <a:custGeom>
              <a:rect b="b" l="l" r="r" t="t"/>
              <a:pathLst>
                <a:path extrusionOk="0" h="180117" w="353948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28" name="Google Shape;3328;p115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3329" name="Google Shape;3329;p115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3330" name="Google Shape;3330;p115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1" name="Google Shape;3331;p115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32" name="Google Shape;3332;p115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3" name="Google Shape;3333;p115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3334" name="Google Shape;3334;p115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35" name="Google Shape;3335;p115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3336" name="Google Shape;3336;p115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3337" name="Google Shape;3337;p115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3338" name="Google Shape;3338;p115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39" name="Google Shape;3339;p115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340" name="Google Shape;3340;p115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3341" name="Google Shape;3341;p115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42" name="Google Shape;3342;p115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343" name="Google Shape;3343;p115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3344" name="Google Shape;3344;p115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45" name="Google Shape;3345;p115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346" name="Google Shape;3346;p115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7" name="Google Shape;3347;p115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8" name="Google Shape;3348;p115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49" name="Google Shape;3349;p115"/>
          <p:cNvGrpSpPr/>
          <p:nvPr/>
        </p:nvGrpSpPr>
        <p:grpSpPr>
          <a:xfrm flipH="1" rot="5400000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3350" name="Google Shape;3350;p115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1" name="Google Shape;3351;p115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2" name="Google Shape;3352;p115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53" name="Google Shape;3353;p115"/>
          <p:cNvSpPr/>
          <p:nvPr/>
        </p:nvSpPr>
        <p:spPr>
          <a:xfrm rot="-532595">
            <a:off x="7984139" y="4422751"/>
            <a:ext cx="1661199" cy="134324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4" name="Google Shape;3354;p115"/>
          <p:cNvSpPr/>
          <p:nvPr/>
        </p:nvSpPr>
        <p:spPr>
          <a:xfrm flipH="1" rot="-5145822">
            <a:off x="-1235221" y="72085"/>
            <a:ext cx="2404292" cy="131859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355" name="Shape 3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6" name="Google Shape;3356;p1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57" name="Google Shape;3357;p116"/>
          <p:cNvSpPr txBox="1"/>
          <p:nvPr>
            <p:ph idx="1" type="subTitle"/>
          </p:nvPr>
        </p:nvSpPr>
        <p:spPr>
          <a:xfrm>
            <a:off x="937625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58" name="Google Shape;3358;p116"/>
          <p:cNvSpPr txBox="1"/>
          <p:nvPr>
            <p:ph idx="2" type="subTitle"/>
          </p:nvPr>
        </p:nvSpPr>
        <p:spPr>
          <a:xfrm>
            <a:off x="3484347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59" name="Google Shape;3359;p116"/>
          <p:cNvSpPr txBox="1"/>
          <p:nvPr>
            <p:ph idx="3" type="subTitle"/>
          </p:nvPr>
        </p:nvSpPr>
        <p:spPr>
          <a:xfrm>
            <a:off x="6031075" y="2579823"/>
            <a:ext cx="2175300" cy="15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60" name="Google Shape;3360;p116"/>
          <p:cNvSpPr txBox="1"/>
          <p:nvPr>
            <p:ph idx="4" type="subTitle"/>
          </p:nvPr>
        </p:nvSpPr>
        <p:spPr>
          <a:xfrm>
            <a:off x="937625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361" name="Google Shape;3361;p116"/>
          <p:cNvSpPr txBox="1"/>
          <p:nvPr>
            <p:ph idx="5" type="subTitle"/>
          </p:nvPr>
        </p:nvSpPr>
        <p:spPr>
          <a:xfrm>
            <a:off x="3484350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362" name="Google Shape;3362;p116"/>
          <p:cNvSpPr txBox="1"/>
          <p:nvPr>
            <p:ph idx="6" type="subTitle"/>
          </p:nvPr>
        </p:nvSpPr>
        <p:spPr>
          <a:xfrm>
            <a:off x="6031075" y="1775401"/>
            <a:ext cx="21753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363" name="Google Shape;3363;p116"/>
          <p:cNvSpPr/>
          <p:nvPr/>
        </p:nvSpPr>
        <p:spPr>
          <a:xfrm flipH="1" rot="8800738">
            <a:off x="7902412" y="4181666"/>
            <a:ext cx="1680262" cy="135858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4" name="Google Shape;3364;p116"/>
          <p:cNvSpPr/>
          <p:nvPr/>
        </p:nvSpPr>
        <p:spPr>
          <a:xfrm flipH="1" rot="-8942362">
            <a:off x="-983149" y="4040244"/>
            <a:ext cx="2474148" cy="200058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5" name="Google Shape;3365;p116"/>
          <p:cNvSpPr/>
          <p:nvPr/>
        </p:nvSpPr>
        <p:spPr>
          <a:xfrm flipH="1" rot="1554271">
            <a:off x="7563507" y="-664049"/>
            <a:ext cx="2112334" cy="2002574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6" name="Google Shape;3366;p116"/>
          <p:cNvSpPr/>
          <p:nvPr/>
        </p:nvSpPr>
        <p:spPr>
          <a:xfrm>
            <a:off x="62825" y="1725386"/>
            <a:ext cx="606206" cy="37384"/>
          </a:xfrm>
          <a:custGeom>
            <a:rect b="b" l="l" r="r" t="t"/>
            <a:pathLst>
              <a:path extrusionOk="0" h="50863" w="82477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67" name="Google Shape;3367;p116"/>
          <p:cNvGrpSpPr/>
          <p:nvPr/>
        </p:nvGrpSpPr>
        <p:grpSpPr>
          <a:xfrm>
            <a:off x="96399" y="951293"/>
            <a:ext cx="552408" cy="792759"/>
            <a:chOff x="10519314" y="4728596"/>
            <a:chExt cx="751780" cy="1078731"/>
          </a:xfrm>
        </p:grpSpPr>
        <p:grpSp>
          <p:nvGrpSpPr>
            <p:cNvPr id="3368" name="Google Shape;3368;p116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3369" name="Google Shape;3369;p116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3370" name="Google Shape;3370;p116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rect b="b" l="l" r="r" t="t"/>
                  <a:pathLst>
                    <a:path extrusionOk="0" h="909637" w="125444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1" name="Google Shape;3371;p116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rect b="b" l="l" r="r" t="t"/>
                  <a:pathLst>
                    <a:path extrusionOk="0" h="42088" w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2" name="Google Shape;3372;p116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rect b="b" l="l" r="r" t="t"/>
                  <a:pathLst>
                    <a:path extrusionOk="0" h="42087" w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373" name="Google Shape;3373;p116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3374" name="Google Shape;3374;p116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75" name="Google Shape;3375;p116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76" name="Google Shape;3376;p116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77" name="Google Shape;3377;p116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rect b="b" l="l" r="r" t="t"/>
                    <a:pathLst>
                      <a:path extrusionOk="0" h="15049" w="87915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378" name="Google Shape;3378;p116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3379" name="Google Shape;3379;p116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rect b="b" l="l" r="r" t="t"/>
                  <a:pathLst>
                    <a:path extrusionOk="0" h="1069848" w="176117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80" name="Google Shape;3380;p116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rect b="b" l="l" r="r" t="t"/>
                  <a:pathLst>
                    <a:path extrusionOk="0" h="87630" w="87629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381" name="Google Shape;3381;p116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3382" name="Google Shape;3382;p116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83" name="Google Shape;3383;p116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384" name="Google Shape;3384;p116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3385" name="Google Shape;3385;p116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86" name="Google Shape;3386;p116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rect b="b" l="l" r="r" t="t"/>
                    <a:pathLst>
                      <a:path extrusionOk="0" h="14954" w="11449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3387" name="Google Shape;3387;p116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3388" name="Google Shape;3388;p116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rect b="b" l="l" r="r" t="t"/>
                  <a:pathLst>
                    <a:path extrusionOk="0" h="992123" w="20212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89" name="Google Shape;3389;p116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rect b="b" l="l" r="r" t="t"/>
                  <a:pathLst>
                    <a:path extrusionOk="0" h="123062" w="123063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390" name="Google Shape;3390;p116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3391" name="Google Shape;3391;p116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92" name="Google Shape;3392;p116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393" name="Google Shape;3393;p116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3394" name="Google Shape;3394;p116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95" name="Google Shape;3395;p116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rect b="b" l="l" r="r" t="t"/>
                    <a:pathLst>
                      <a:path extrusionOk="0" h="14954" w="128397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3396" name="Google Shape;3396;p116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3397" name="Google Shape;3397;p116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rect b="b" l="l" r="r" t="t"/>
                <a:pathLst>
                  <a:path extrusionOk="0" h="715136" w="8401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98" name="Google Shape;3398;p116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rect b="b" l="l" r="r" t="t"/>
                <a:pathLst>
                  <a:path extrusionOk="0" h="411289" w="26003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99" name="Google Shape;3399;p116"/>
          <p:cNvGrpSpPr/>
          <p:nvPr/>
        </p:nvGrpSpPr>
        <p:grpSpPr>
          <a:xfrm>
            <a:off x="135453" y="69369"/>
            <a:ext cx="426307" cy="643642"/>
            <a:chOff x="10572463" y="3528536"/>
            <a:chExt cx="580168" cy="875823"/>
          </a:xfrm>
        </p:grpSpPr>
        <p:grpSp>
          <p:nvGrpSpPr>
            <p:cNvPr id="3400" name="Google Shape;3400;p116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3401" name="Google Shape;3401;p116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402" name="Google Shape;3402;p116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3403" name="Google Shape;3403;p116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4" name="Google Shape;3404;p116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5" name="Google Shape;3405;p116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6" name="Google Shape;3406;p116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7" name="Google Shape;3407;p116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8" name="Google Shape;3408;p116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409" name="Google Shape;3409;p116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3410" name="Google Shape;3410;p116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1" name="Google Shape;3411;p116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2" name="Google Shape;3412;p116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3" name="Google Shape;3413;p116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414" name="Google Shape;3414;p116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15" name="Google Shape;3415;p116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3416" name="Google Shape;3416;p116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417" name="Google Shape;3417;p116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3418" name="Google Shape;3418;p116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9" name="Google Shape;3419;p116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20" name="Google Shape;3420;p116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21" name="Google Shape;3421;p116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22" name="Google Shape;3422;p116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23" name="Google Shape;3423;p116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424" name="Google Shape;3424;p116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3425" name="Google Shape;3425;p116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26" name="Google Shape;3426;p116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27" name="Google Shape;3427;p116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28" name="Google Shape;3428;p116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429" name="Google Shape;3429;p116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430" name="Google Shape;3430;p116"/>
          <p:cNvGrpSpPr/>
          <p:nvPr/>
        </p:nvGrpSpPr>
        <p:grpSpPr>
          <a:xfrm>
            <a:off x="309868" y="711612"/>
            <a:ext cx="18197" cy="243247"/>
            <a:chOff x="10809827" y="4402455"/>
            <a:chExt cx="24764" cy="330993"/>
          </a:xfrm>
        </p:grpSpPr>
        <p:sp>
          <p:nvSpPr>
            <p:cNvPr id="3431" name="Google Shape;3431;p116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2" name="Google Shape;3432;p116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3" name="Google Shape;3433;p116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34" name="Google Shape;3434;p116"/>
          <p:cNvGrpSpPr/>
          <p:nvPr/>
        </p:nvGrpSpPr>
        <p:grpSpPr>
          <a:xfrm>
            <a:off x="8421644" y="1045085"/>
            <a:ext cx="396068" cy="717683"/>
            <a:chOff x="1945386" y="5582316"/>
            <a:chExt cx="470725" cy="852963"/>
          </a:xfrm>
        </p:grpSpPr>
        <p:grpSp>
          <p:nvGrpSpPr>
            <p:cNvPr id="3435" name="Google Shape;3435;p116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3436" name="Google Shape;3436;p116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7" name="Google Shape;3437;p116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438" name="Google Shape;3438;p116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39" name="Google Shape;3439;p116"/>
          <p:cNvGrpSpPr/>
          <p:nvPr/>
        </p:nvGrpSpPr>
        <p:grpSpPr>
          <a:xfrm>
            <a:off x="8088695" y="57742"/>
            <a:ext cx="1061979" cy="558999"/>
            <a:chOff x="3859815" y="2867310"/>
            <a:chExt cx="1262157" cy="664368"/>
          </a:xfrm>
        </p:grpSpPr>
        <p:sp>
          <p:nvSpPr>
            <p:cNvPr id="3440" name="Google Shape;3440;p116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41" name="Google Shape;3441;p116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3442" name="Google Shape;3442;p116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3443" name="Google Shape;3443;p116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3444" name="Google Shape;3444;p116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45" name="Google Shape;3445;p116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446" name="Google Shape;3446;p116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3447" name="Google Shape;3447;p116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48" name="Google Shape;3448;p116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449" name="Google Shape;3449;p116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3450" name="Google Shape;3450;p116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51" name="Google Shape;3451;p116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452" name="Google Shape;3452;p116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3" name="Google Shape;3453;p116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4" name="Google Shape;3454;p116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455" name="Google Shape;3455;p116"/>
          <p:cNvGrpSpPr/>
          <p:nvPr/>
        </p:nvGrpSpPr>
        <p:grpSpPr>
          <a:xfrm>
            <a:off x="8582238" y="611818"/>
            <a:ext cx="33124" cy="442802"/>
            <a:chOff x="10809827" y="4402455"/>
            <a:chExt cx="24764" cy="330993"/>
          </a:xfrm>
        </p:grpSpPr>
        <p:sp>
          <p:nvSpPr>
            <p:cNvPr id="3456" name="Google Shape;3456;p116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7" name="Google Shape;3457;p116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8" name="Google Shape;3458;p116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3459" name="Shape 3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0" name="Google Shape;3460;p1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61" name="Google Shape;3461;p117"/>
          <p:cNvSpPr txBox="1"/>
          <p:nvPr>
            <p:ph idx="1" type="subTitle"/>
          </p:nvPr>
        </p:nvSpPr>
        <p:spPr>
          <a:xfrm>
            <a:off x="1253225" y="20537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62" name="Google Shape;3462;p117"/>
          <p:cNvSpPr txBox="1"/>
          <p:nvPr>
            <p:ph idx="2" type="subTitle"/>
          </p:nvPr>
        </p:nvSpPr>
        <p:spPr>
          <a:xfrm>
            <a:off x="5079776" y="20537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63" name="Google Shape;3463;p117"/>
          <p:cNvSpPr txBox="1"/>
          <p:nvPr>
            <p:ph idx="3" type="subTitle"/>
          </p:nvPr>
        </p:nvSpPr>
        <p:spPr>
          <a:xfrm>
            <a:off x="1253225" y="35653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64" name="Google Shape;3464;p117"/>
          <p:cNvSpPr txBox="1"/>
          <p:nvPr>
            <p:ph idx="4" type="subTitle"/>
          </p:nvPr>
        </p:nvSpPr>
        <p:spPr>
          <a:xfrm>
            <a:off x="5079776" y="3565300"/>
            <a:ext cx="2811000" cy="103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65" name="Google Shape;3465;p117"/>
          <p:cNvSpPr txBox="1"/>
          <p:nvPr>
            <p:ph idx="5" type="subTitle"/>
          </p:nvPr>
        </p:nvSpPr>
        <p:spPr>
          <a:xfrm>
            <a:off x="1253225" y="1363500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466" name="Google Shape;3466;p117"/>
          <p:cNvSpPr txBox="1"/>
          <p:nvPr>
            <p:ph idx="6" type="subTitle"/>
          </p:nvPr>
        </p:nvSpPr>
        <p:spPr>
          <a:xfrm>
            <a:off x="1253225" y="2875125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467" name="Google Shape;3467;p117"/>
          <p:cNvSpPr txBox="1"/>
          <p:nvPr>
            <p:ph idx="7" type="subTitle"/>
          </p:nvPr>
        </p:nvSpPr>
        <p:spPr>
          <a:xfrm>
            <a:off x="5079750" y="1363500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468" name="Google Shape;3468;p117"/>
          <p:cNvSpPr txBox="1"/>
          <p:nvPr>
            <p:ph idx="8" type="subTitle"/>
          </p:nvPr>
        </p:nvSpPr>
        <p:spPr>
          <a:xfrm>
            <a:off x="5079750" y="2875125"/>
            <a:ext cx="2811000" cy="69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469" name="Google Shape;3469;p117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0" name="Google Shape;3470;p117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471" name="Google Shape;3471;p11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3472" name="Google Shape;3472;p11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3473" name="Google Shape;3473;p11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4" name="Google Shape;3474;p11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5" name="Google Shape;3475;p11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476" name="Google Shape;3476;p117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77" name="Google Shape;3477;p117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3478" name="Google Shape;3478;p117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3479" name="Google Shape;3479;p117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480" name="Google Shape;3480;p117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3481" name="Google Shape;3481;p117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82" name="Google Shape;3482;p117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83" name="Google Shape;3483;p117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484" name="Google Shape;3484;p117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3485" name="Google Shape;3485;p117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486" name="Google Shape;3486;p117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3487" name="Google Shape;3487;p117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3488" name="Google Shape;3488;p117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89" name="Google Shape;3489;p117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490" name="Google Shape;3490;p117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3491" name="Google Shape;3491;p117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92" name="Google Shape;3492;p117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493" name="Google Shape;3493;p117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3494" name="Google Shape;3494;p117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95" name="Google Shape;3495;p117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496" name="Shape 3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7" name="Google Shape;3497;p1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98" name="Google Shape;3498;p118"/>
          <p:cNvSpPr txBox="1"/>
          <p:nvPr>
            <p:ph idx="1" type="subTitle"/>
          </p:nvPr>
        </p:nvSpPr>
        <p:spPr>
          <a:xfrm>
            <a:off x="723900" y="171015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99" name="Google Shape;3499;p118"/>
          <p:cNvSpPr txBox="1"/>
          <p:nvPr>
            <p:ph idx="2" type="subTitle"/>
          </p:nvPr>
        </p:nvSpPr>
        <p:spPr>
          <a:xfrm>
            <a:off x="3577144" y="171016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00" name="Google Shape;3500;p118"/>
          <p:cNvSpPr txBox="1"/>
          <p:nvPr>
            <p:ph idx="3" type="subTitle"/>
          </p:nvPr>
        </p:nvSpPr>
        <p:spPr>
          <a:xfrm>
            <a:off x="723900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01" name="Google Shape;3501;p118"/>
          <p:cNvSpPr txBox="1"/>
          <p:nvPr>
            <p:ph idx="4" type="subTitle"/>
          </p:nvPr>
        </p:nvSpPr>
        <p:spPr>
          <a:xfrm>
            <a:off x="3577144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02" name="Google Shape;3502;p118"/>
          <p:cNvSpPr txBox="1"/>
          <p:nvPr>
            <p:ph idx="5" type="subTitle"/>
          </p:nvPr>
        </p:nvSpPr>
        <p:spPr>
          <a:xfrm>
            <a:off x="6430388" y="1710161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03" name="Google Shape;3503;p118"/>
          <p:cNvSpPr txBox="1"/>
          <p:nvPr>
            <p:ph idx="6" type="subTitle"/>
          </p:nvPr>
        </p:nvSpPr>
        <p:spPr>
          <a:xfrm>
            <a:off x="6430388" y="3498800"/>
            <a:ext cx="19860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04" name="Google Shape;3504;p118"/>
          <p:cNvSpPr txBox="1"/>
          <p:nvPr>
            <p:ph idx="7" type="subTitle"/>
          </p:nvPr>
        </p:nvSpPr>
        <p:spPr>
          <a:xfrm>
            <a:off x="731700" y="1060275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505" name="Google Shape;3505;p118"/>
          <p:cNvSpPr txBox="1"/>
          <p:nvPr>
            <p:ph idx="8" type="subTitle"/>
          </p:nvPr>
        </p:nvSpPr>
        <p:spPr>
          <a:xfrm>
            <a:off x="3582994" y="1060284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506" name="Google Shape;3506;p118"/>
          <p:cNvSpPr txBox="1"/>
          <p:nvPr>
            <p:ph idx="9" type="subTitle"/>
          </p:nvPr>
        </p:nvSpPr>
        <p:spPr>
          <a:xfrm>
            <a:off x="6434288" y="1060284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507" name="Google Shape;3507;p118"/>
          <p:cNvSpPr txBox="1"/>
          <p:nvPr>
            <p:ph idx="13" type="subTitle"/>
          </p:nvPr>
        </p:nvSpPr>
        <p:spPr>
          <a:xfrm>
            <a:off x="723900" y="2845800"/>
            <a:ext cx="19860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508" name="Google Shape;3508;p118"/>
          <p:cNvSpPr txBox="1"/>
          <p:nvPr>
            <p:ph idx="14" type="subTitle"/>
          </p:nvPr>
        </p:nvSpPr>
        <p:spPr>
          <a:xfrm>
            <a:off x="3582995" y="2845800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509" name="Google Shape;3509;p118"/>
          <p:cNvSpPr txBox="1"/>
          <p:nvPr>
            <p:ph idx="15" type="subTitle"/>
          </p:nvPr>
        </p:nvSpPr>
        <p:spPr>
          <a:xfrm>
            <a:off x="6434290" y="2845800"/>
            <a:ext cx="1978200" cy="65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8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3510" name="Google Shape;3510;p118"/>
          <p:cNvSpPr/>
          <p:nvPr/>
        </p:nvSpPr>
        <p:spPr>
          <a:xfrm flipH="1" rot="-3263452">
            <a:off x="7372110" y="40383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1" name="Google Shape;3511;p118"/>
          <p:cNvSpPr/>
          <p:nvPr/>
        </p:nvSpPr>
        <p:spPr>
          <a:xfrm flipH="1" rot="531647">
            <a:off x="-1621232" y="4095570"/>
            <a:ext cx="2581069" cy="208704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2" name="Google Shape;3512;p118"/>
          <p:cNvSpPr/>
          <p:nvPr/>
        </p:nvSpPr>
        <p:spPr>
          <a:xfrm flipH="1" rot="460658">
            <a:off x="7344116" y="-1448948"/>
            <a:ext cx="3053845" cy="246933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13" name="Google Shape;3513;p118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3514" name="Google Shape;3514;p118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3515" name="Google Shape;3515;p118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rect b="b" l="l" r="r" t="t"/>
                <a:pathLst>
                  <a:path extrusionOk="0" h="225742" w="652843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6" name="Google Shape;3516;p118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rect b="b" l="l" r="r" t="t"/>
                <a:pathLst>
                  <a:path extrusionOk="0" h="151161" w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17" name="Google Shape;3517;p118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3518" name="Google Shape;3518;p118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rect b="b" l="l" r="r" t="t"/>
                  <a:pathLst>
                    <a:path extrusionOk="0" h="20383" w="332041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9" name="Google Shape;3519;p118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rect b="b" l="l" r="r" t="t"/>
                  <a:pathLst>
                    <a:path extrusionOk="0" h="20383" w="290322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0" name="Google Shape;3520;p118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rect b="b" l="l" r="r" t="t"/>
                  <a:pathLst>
                    <a:path extrusionOk="0" h="20383" w="303942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1" name="Google Shape;3521;p118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rect b="b" l="l" r="r" t="t"/>
                  <a:pathLst>
                    <a:path extrusionOk="0" h="20383" w="171545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522" name="Google Shape;3522;p118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3523" name="Google Shape;3523;p118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3524" name="Google Shape;3524;p118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rect b="b" l="l" r="r" t="t"/>
                  <a:pathLst>
                    <a:path extrusionOk="0" h="225742" w="652843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5" name="Google Shape;3525;p118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rect b="b" l="l" r="r" t="t"/>
                  <a:pathLst>
                    <a:path extrusionOk="0" h="151161" w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526" name="Google Shape;3526;p118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3527" name="Google Shape;3527;p118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rect b="b" l="l" r="r" t="t"/>
                    <a:pathLst>
                      <a:path extrusionOk="0" h="20383" w="280034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28" name="Google Shape;3528;p118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rect b="b" l="l" r="r" t="t"/>
                    <a:pathLst>
                      <a:path extrusionOk="0" h="20383" w="20507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29" name="Google Shape;3529;p118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rect b="b" l="l" r="r" t="t"/>
                    <a:pathLst>
                      <a:path extrusionOk="0" h="20383" w="332041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30" name="Google Shape;3530;p118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rect b="b" l="l" r="r" t="t"/>
                    <a:pathLst>
                      <a:path extrusionOk="0" h="20383" w="171545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531" name="Google Shape;3531;p118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rect b="b" l="l" r="r" t="t"/>
                <a:pathLst>
                  <a:path extrusionOk="0" h="60632" w="50734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32" name="Google Shape;3532;p118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3533" name="Google Shape;3533;p118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3534" name="Google Shape;3534;p118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rect b="b" l="l" r="r" t="t"/>
                  <a:pathLst>
                    <a:path extrusionOk="0" h="63817" w="123062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5" name="Google Shape;3535;p118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rect b="b" l="l" r="r" t="t"/>
                  <a:pathLst>
                    <a:path extrusionOk="0" h="39243" w="39242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36" name="Google Shape;3536;p118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rect b="b" l="l" r="r" t="t"/>
                <a:pathLst>
                  <a:path extrusionOk="0" h="9715" w="103346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537" name="Shape 3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8" name="Google Shape;3538;p119"/>
          <p:cNvSpPr txBox="1"/>
          <p:nvPr>
            <p:ph hasCustomPrompt="1" type="title"/>
          </p:nvPr>
        </p:nvSpPr>
        <p:spPr>
          <a:xfrm>
            <a:off x="798388" y="2997571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539" name="Google Shape;3539;p119"/>
          <p:cNvSpPr txBox="1"/>
          <p:nvPr>
            <p:ph idx="1" type="subTitle"/>
          </p:nvPr>
        </p:nvSpPr>
        <p:spPr>
          <a:xfrm>
            <a:off x="798388" y="3772215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540" name="Google Shape;3540;p119"/>
          <p:cNvSpPr txBox="1"/>
          <p:nvPr>
            <p:ph hasCustomPrompt="1" idx="2" type="title"/>
          </p:nvPr>
        </p:nvSpPr>
        <p:spPr>
          <a:xfrm>
            <a:off x="2825700" y="1029535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541" name="Google Shape;3541;p119"/>
          <p:cNvSpPr txBox="1"/>
          <p:nvPr>
            <p:ph idx="3" type="subTitle"/>
          </p:nvPr>
        </p:nvSpPr>
        <p:spPr>
          <a:xfrm>
            <a:off x="2825700" y="1804473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542" name="Google Shape;3542;p119"/>
          <p:cNvSpPr txBox="1"/>
          <p:nvPr>
            <p:ph hasCustomPrompt="1" idx="4" type="title"/>
          </p:nvPr>
        </p:nvSpPr>
        <p:spPr>
          <a:xfrm>
            <a:off x="4853013" y="2997571"/>
            <a:ext cx="34926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543" name="Google Shape;3543;p119"/>
          <p:cNvSpPr txBox="1"/>
          <p:nvPr>
            <p:ph idx="5" type="subTitle"/>
          </p:nvPr>
        </p:nvSpPr>
        <p:spPr>
          <a:xfrm>
            <a:off x="4853013" y="3772215"/>
            <a:ext cx="3492600" cy="59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544" name="Google Shape;3544;p119"/>
          <p:cNvSpPr/>
          <p:nvPr/>
        </p:nvSpPr>
        <p:spPr>
          <a:xfrm rot="-5710536">
            <a:off x="-1869285" y="3438573"/>
            <a:ext cx="3168438" cy="230790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5" name="Google Shape;3545;p119"/>
          <p:cNvSpPr/>
          <p:nvPr/>
        </p:nvSpPr>
        <p:spPr>
          <a:xfrm rot="-294905">
            <a:off x="7350387" y="3903245"/>
            <a:ext cx="3168449" cy="2561999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3546" name="Shape 3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7" name="Google Shape;3547;p1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48" name="Google Shape;3548;p120"/>
          <p:cNvSpPr/>
          <p:nvPr/>
        </p:nvSpPr>
        <p:spPr>
          <a:xfrm flipH="1" rot="337739">
            <a:off x="8212271" y="3187242"/>
            <a:ext cx="3158465" cy="3518480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49" name="Google Shape;3549;p120"/>
          <p:cNvGrpSpPr/>
          <p:nvPr/>
        </p:nvGrpSpPr>
        <p:grpSpPr>
          <a:xfrm>
            <a:off x="90200" y="4214393"/>
            <a:ext cx="516117" cy="779220"/>
            <a:chOff x="10572463" y="3528536"/>
            <a:chExt cx="580168" cy="875823"/>
          </a:xfrm>
        </p:grpSpPr>
        <p:grpSp>
          <p:nvGrpSpPr>
            <p:cNvPr id="3550" name="Google Shape;3550;p120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3551" name="Google Shape;3551;p120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rect b="b" l="l" r="r" t="t"/>
                <a:pathLst>
                  <a:path extrusionOk="0" h="746664" w="438816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52" name="Google Shape;3552;p120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3553" name="Google Shape;3553;p120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54" name="Google Shape;3554;p120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55" name="Google Shape;3555;p120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56" name="Google Shape;3556;p120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57" name="Google Shape;3557;p120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58" name="Google Shape;3558;p120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559" name="Google Shape;3559;p120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3560" name="Google Shape;3560;p120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1" name="Google Shape;3561;p120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2" name="Google Shape;3562;p120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3" name="Google Shape;3563;p120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64" name="Google Shape;3564;p120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rect b="b" l="l" r="r" t="t"/>
                <a:pathLst>
                  <a:path extrusionOk="0" h="112585" w="112584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65" name="Google Shape;3565;p120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3566" name="Google Shape;3566;p120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rect b="b" l="l" r="r" t="t"/>
                <a:pathLst>
                  <a:path extrusionOk="0" h="746569" w="438817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67" name="Google Shape;3567;p120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3568" name="Google Shape;3568;p120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9" name="Google Shape;3569;p120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0" name="Google Shape;3570;p120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1" name="Google Shape;3571;p120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2" name="Google Shape;3572;p120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3" name="Google Shape;3573;p120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574" name="Google Shape;3574;p120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3575" name="Google Shape;3575;p120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6" name="Google Shape;3576;p120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7" name="Google Shape;3577;p120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rect b="b" l="l" r="r" t="t"/>
                  <a:pathLst>
                    <a:path extrusionOk="0" h="21431" w="313848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8" name="Google Shape;3578;p120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rect b="b" l="l" r="r" t="t"/>
                  <a:pathLst>
                    <a:path extrusionOk="0" h="21431" w="184689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579" name="Google Shape;3579;p120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rect b="b" l="l" r="r" t="t"/>
                <a:pathLst>
                  <a:path extrusionOk="0" h="112585" w="112586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580" name="Google Shape;3580;p120"/>
          <p:cNvSpPr/>
          <p:nvPr/>
        </p:nvSpPr>
        <p:spPr>
          <a:xfrm flipH="1" rot="-3657034">
            <a:off x="-1404232" y="-737971"/>
            <a:ext cx="2746020" cy="162787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81" name="Google Shape;3581;p120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3582" name="Google Shape;3582;p120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3583" name="Google Shape;3583;p120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84" name="Google Shape;3584;p120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3585" name="Google Shape;3585;p120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86" name="Google Shape;3586;p120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87" name="Google Shape;3587;p120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588" name="Google Shape;3588;p120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3589" name="Google Shape;3589;p120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90" name="Google Shape;3590;p120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3591" name="Google Shape;3591;p120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3592" name="Google Shape;3592;p120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93" name="Google Shape;3593;p120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594" name="Google Shape;3594;p120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3595" name="Google Shape;3595;p120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96" name="Google Shape;3596;p120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597" name="Google Shape;3597;p120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3598" name="Google Shape;3598;p120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99" name="Google Shape;3599;p120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3600" name="Shape 3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1" name="Google Shape;3601;p121"/>
          <p:cNvSpPr/>
          <p:nvPr/>
        </p:nvSpPr>
        <p:spPr>
          <a:xfrm flipH="1" rot="9076707">
            <a:off x="7972821" y="-586852"/>
            <a:ext cx="1683799" cy="167281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2" name="Google Shape;3602;p1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3603" name="Google Shape;3603;p121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3604" name="Google Shape;3604;p121"/>
            <p:cNvSpPr/>
            <p:nvPr/>
          </p:nvSpPr>
          <p:spPr>
            <a:xfrm>
              <a:off x="7385113" y="1535430"/>
              <a:ext cx="435673" cy="541115"/>
            </a:xfrm>
            <a:custGeom>
              <a:rect b="b" l="l" r="r" t="t"/>
              <a:pathLst>
                <a:path extrusionOk="0" h="541115" w="435673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05" name="Google Shape;3605;p121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3606" name="Google Shape;3606;p121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7" name="Google Shape;3607;p121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rect b="b" l="l" r="r" t="t"/>
                <a:pathLst>
                  <a:path extrusionOk="0" h="41529" w="41528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8" name="Google Shape;3608;p121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rect b="b" l="l" r="r" t="t"/>
                <a:pathLst>
                  <a:path extrusionOk="0" h="41529" w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609" name="Google Shape;3609;p121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3610" name="Google Shape;3610;p121"/>
            <p:cNvSpPr/>
            <p:nvPr/>
          </p:nvSpPr>
          <p:spPr>
            <a:xfrm>
              <a:off x="7420451" y="1852041"/>
              <a:ext cx="357473" cy="163258"/>
            </a:xfrm>
            <a:custGeom>
              <a:rect b="b" l="l" r="r" t="t"/>
              <a:pathLst>
                <a:path extrusionOk="0" h="163258" w="357473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1" name="Google Shape;3611;p121"/>
            <p:cNvSpPr/>
            <p:nvPr/>
          </p:nvSpPr>
          <p:spPr>
            <a:xfrm>
              <a:off x="7425594" y="1639728"/>
              <a:ext cx="353948" cy="180117"/>
            </a:xfrm>
            <a:custGeom>
              <a:rect b="b" l="l" r="r" t="t"/>
              <a:pathLst>
                <a:path extrusionOk="0" h="180117" w="353948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12" name="Google Shape;3612;p121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3613" name="Google Shape;3613;p121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3614" name="Google Shape;3614;p121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rect b="b" l="l" r="r" t="t"/>
                <a:pathLst>
                  <a:path extrusionOk="0" h="852963" w="470725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5" name="Google Shape;3615;p121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rect b="b" l="l" r="r" t="t"/>
                <a:pathLst>
                  <a:path extrusionOk="0" h="699420" w="429577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16" name="Google Shape;3616;p121"/>
            <p:cNvSpPr/>
            <p:nvPr/>
          </p:nvSpPr>
          <p:spPr>
            <a:xfrm>
              <a:off x="1986438" y="6371462"/>
              <a:ext cx="388334" cy="32194"/>
            </a:xfrm>
            <a:custGeom>
              <a:rect b="b" l="l" r="r" t="t"/>
              <a:pathLst>
                <a:path extrusionOk="0" h="32194" w="38833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17" name="Google Shape;3617;p121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3618" name="Google Shape;3618;p121"/>
            <p:cNvSpPr/>
            <p:nvPr/>
          </p:nvSpPr>
          <p:spPr>
            <a:xfrm>
              <a:off x="3859815" y="2867310"/>
              <a:ext cx="1262157" cy="664368"/>
            </a:xfrm>
            <a:custGeom>
              <a:rect b="b" l="l" r="r" t="t"/>
              <a:pathLst>
                <a:path extrusionOk="0" h="664368" w="1262157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19" name="Google Shape;3619;p121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3620" name="Google Shape;3620;p121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3621" name="Google Shape;3621;p121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3622" name="Google Shape;3622;p121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23" name="Google Shape;3623;p121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624" name="Google Shape;3624;p121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3625" name="Google Shape;3625;p121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26" name="Google Shape;3626;p121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627" name="Google Shape;3627;p121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3628" name="Google Shape;3628;p121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rect b="b" l="l" r="r" t="t"/>
                    <a:pathLst>
                      <a:path extrusionOk="0" h="113918" w="334422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29" name="Google Shape;3629;p121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rect b="b" l="l" r="r" t="t"/>
                    <a:pathLst>
                      <a:path extrusionOk="0" h="60769" w="334327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630" name="Google Shape;3630;p121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1" name="Google Shape;3631;p121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2" name="Google Shape;3632;p121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rect b="b" l="l" r="r" t="t"/>
                <a:pathLst>
                  <a:path extrusionOk="0" h="38100" w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633" name="Google Shape;3633;p121"/>
          <p:cNvGrpSpPr/>
          <p:nvPr/>
        </p:nvGrpSpPr>
        <p:grpSpPr>
          <a:xfrm flipH="1" rot="5400000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3634" name="Google Shape;3634;p121"/>
            <p:cNvSpPr/>
            <p:nvPr/>
          </p:nvSpPr>
          <p:spPr>
            <a:xfrm>
              <a:off x="10822209" y="4414266"/>
              <a:ext cx="9525" cy="307467"/>
            </a:xfrm>
            <a:custGeom>
              <a:rect b="b" l="l" r="r" t="t"/>
              <a:pathLst>
                <a:path extrusionOk="0" h="307467" w="9525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cap="flat" cmpd="sng" w="10950">
              <a:solidFill>
                <a:schemeClr val="accent4"/>
              </a:solidFill>
              <a:prstDash val="dashDot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5" name="Google Shape;3635;p121"/>
            <p:cNvSpPr/>
            <p:nvPr/>
          </p:nvSpPr>
          <p:spPr>
            <a:xfrm>
              <a:off x="10809827" y="4708683"/>
              <a:ext cx="24764" cy="24765"/>
            </a:xfrm>
            <a:custGeom>
              <a:rect b="b" l="l" r="r" t="t"/>
              <a:pathLst>
                <a:path extrusionOk="0" h="24765" w="24764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6" name="Google Shape;3636;p121"/>
            <p:cNvSpPr/>
            <p:nvPr/>
          </p:nvSpPr>
          <p:spPr>
            <a:xfrm>
              <a:off x="10809827" y="4402455"/>
              <a:ext cx="24764" cy="24764"/>
            </a:xfrm>
            <a:custGeom>
              <a:rect b="b" l="l" r="r" t="t"/>
              <a:pathLst>
                <a:path extrusionOk="0" h="24764" w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37" name="Google Shape;3637;p121"/>
          <p:cNvSpPr/>
          <p:nvPr/>
        </p:nvSpPr>
        <p:spPr>
          <a:xfrm rot="-532595">
            <a:off x="7984139" y="4422751"/>
            <a:ext cx="1661199" cy="1343241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8" name="Google Shape;3638;p121"/>
          <p:cNvSpPr/>
          <p:nvPr/>
        </p:nvSpPr>
        <p:spPr>
          <a:xfrm flipH="1" rot="-5145822">
            <a:off x="-1235221" y="72085"/>
            <a:ext cx="2404292" cy="131859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639" name="Shape 3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0" name="Google Shape;3640;p122"/>
          <p:cNvSpPr txBox="1"/>
          <p:nvPr>
            <p:ph type="title"/>
          </p:nvPr>
        </p:nvSpPr>
        <p:spPr>
          <a:xfrm>
            <a:off x="2347938" y="997200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41" name="Google Shape;3641;p122"/>
          <p:cNvSpPr txBox="1"/>
          <p:nvPr>
            <p:ph idx="1" type="subTitle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42" name="Google Shape;3642;p122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CREDITS: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This presentation template was created by </a:t>
            </a:r>
            <a:r>
              <a:rPr b="1" lang="en" sz="1200" u="sng">
                <a:solidFill>
                  <a:schemeClr val="hlink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Slidesgo</a:t>
            </a: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, and includes icons, infographics &amp; images by </a:t>
            </a:r>
            <a:r>
              <a:rPr b="1"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1" sz="1200" u="sng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43" name="Google Shape;3643;p122"/>
          <p:cNvSpPr/>
          <p:nvPr/>
        </p:nvSpPr>
        <p:spPr>
          <a:xfrm flipH="1" rot="-2493044">
            <a:off x="-1086706" y="-570280"/>
            <a:ext cx="2902912" cy="234728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4" name="Google Shape;3644;p122"/>
          <p:cNvSpPr/>
          <p:nvPr/>
        </p:nvSpPr>
        <p:spPr>
          <a:xfrm flipH="1" rot="-5051288">
            <a:off x="7227752" y="3451481"/>
            <a:ext cx="2997828" cy="2576307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5" name="Google Shape;3645;p122"/>
          <p:cNvSpPr/>
          <p:nvPr/>
        </p:nvSpPr>
        <p:spPr>
          <a:xfrm flipH="1" rot="460638">
            <a:off x="178423" y="3742788"/>
            <a:ext cx="1359611" cy="122255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6" name="Google Shape;3646;p122"/>
          <p:cNvSpPr/>
          <p:nvPr/>
        </p:nvSpPr>
        <p:spPr>
          <a:xfrm flipH="1" rot="460623">
            <a:off x="6683138" y="-2074210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647" name="Shape 3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8" name="Google Shape;3648;p123"/>
          <p:cNvSpPr/>
          <p:nvPr/>
        </p:nvSpPr>
        <p:spPr>
          <a:xfrm flipH="1" rot="-1900174">
            <a:off x="-500059" y="-436065"/>
            <a:ext cx="1729608" cy="1398556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9" name="Google Shape;3649;p123"/>
          <p:cNvSpPr/>
          <p:nvPr/>
        </p:nvSpPr>
        <p:spPr>
          <a:xfrm flipH="1" rot="-3263452">
            <a:off x="5847147" y="3927927"/>
            <a:ext cx="2997856" cy="2576292"/>
          </a:xfrm>
          <a:custGeom>
            <a:rect b="b" l="l" r="r" t="t"/>
            <a:pathLst>
              <a:path extrusionOk="0" h="30330" w="38869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0" name="Google Shape;3650;p123"/>
          <p:cNvSpPr/>
          <p:nvPr/>
        </p:nvSpPr>
        <p:spPr>
          <a:xfrm flipH="1" rot="460623">
            <a:off x="6387251" y="-1517085"/>
            <a:ext cx="4087061" cy="330470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1" name="Google Shape;3651;p123"/>
          <p:cNvSpPr/>
          <p:nvPr/>
        </p:nvSpPr>
        <p:spPr>
          <a:xfrm flipH="1" rot="531593">
            <a:off x="-1222788" y="3829381"/>
            <a:ext cx="2902962" cy="2347327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52" name="Google Shape;3652;p123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3653" name="Google Shape;3653;p123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3654" name="Google Shape;3654;p123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rect b="b" l="l" r="r" t="t"/>
                <a:pathLst>
                  <a:path extrusionOk="0" h="225742" w="652843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5" name="Google Shape;3655;p123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rect b="b" l="l" r="r" t="t"/>
                <a:pathLst>
                  <a:path extrusionOk="0" h="151161" w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56" name="Google Shape;3656;p123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3657" name="Google Shape;3657;p123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rect b="b" l="l" r="r" t="t"/>
                  <a:pathLst>
                    <a:path extrusionOk="0" h="20383" w="332041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8" name="Google Shape;3658;p123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rect b="b" l="l" r="r" t="t"/>
                  <a:pathLst>
                    <a:path extrusionOk="0" h="20383" w="290322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9" name="Google Shape;3659;p123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rect b="b" l="l" r="r" t="t"/>
                  <a:pathLst>
                    <a:path extrusionOk="0" h="20383" w="303942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60" name="Google Shape;3660;p123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rect b="b" l="l" r="r" t="t"/>
                  <a:pathLst>
                    <a:path extrusionOk="0" h="20383" w="171545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661" name="Google Shape;3661;p123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3662" name="Google Shape;3662;p123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3663" name="Google Shape;3663;p123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rect b="b" l="l" r="r" t="t"/>
                  <a:pathLst>
                    <a:path extrusionOk="0" h="225742" w="652843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64" name="Google Shape;3664;p123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rect b="b" l="l" r="r" t="t"/>
                  <a:pathLst>
                    <a:path extrusionOk="0" h="151161" w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665" name="Google Shape;3665;p123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3666" name="Google Shape;3666;p123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rect b="b" l="l" r="r" t="t"/>
                    <a:pathLst>
                      <a:path extrusionOk="0" h="20383" w="280034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67" name="Google Shape;3667;p123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rect b="b" l="l" r="r" t="t"/>
                    <a:pathLst>
                      <a:path extrusionOk="0" h="20383" w="20507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68" name="Google Shape;3668;p123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rect b="b" l="l" r="r" t="t"/>
                    <a:pathLst>
                      <a:path extrusionOk="0" h="20383" w="332041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69" name="Google Shape;3669;p123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rect b="b" l="l" r="r" t="t"/>
                    <a:pathLst>
                      <a:path extrusionOk="0" h="20383" w="171545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670" name="Google Shape;3670;p123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rect b="b" l="l" r="r" t="t"/>
                <a:pathLst>
                  <a:path extrusionOk="0" h="60632" w="50734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71" name="Google Shape;3671;p123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3672" name="Google Shape;3672;p123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3673" name="Google Shape;3673;p123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rect b="b" l="l" r="r" t="t"/>
                  <a:pathLst>
                    <a:path extrusionOk="0" h="63817" w="123062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74" name="Google Shape;3674;p123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rect b="b" l="l" r="r" t="t"/>
                  <a:pathLst>
                    <a:path extrusionOk="0" h="39243" w="39242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675" name="Google Shape;3675;p123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rect b="b" l="l" r="r" t="t"/>
                <a:pathLst>
                  <a:path extrusionOk="0" h="9715" w="103346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676" name="Shape 3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7" name="Google Shape;3677;p124"/>
          <p:cNvSpPr/>
          <p:nvPr/>
        </p:nvSpPr>
        <p:spPr>
          <a:xfrm flipH="1" rot="8819869">
            <a:off x="7035528" y="3933627"/>
            <a:ext cx="3158468" cy="2509642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8" name="Google Shape;3678;p124"/>
          <p:cNvSpPr/>
          <p:nvPr/>
        </p:nvSpPr>
        <p:spPr>
          <a:xfrm flipH="1" rot="-3657034">
            <a:off x="-1336268" y="-858934"/>
            <a:ext cx="2746020" cy="1921695"/>
          </a:xfrm>
          <a:custGeom>
            <a:rect b="b" l="l" r="r" t="t"/>
            <a:pathLst>
              <a:path extrusionOk="0" h="31790" w="39315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79" name="Google Shape;3679;p12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3680" name="Google Shape;3680;p12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3681" name="Google Shape;3681;p12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2" name="Google Shape;3682;p12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3" name="Google Shape;3683;p12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rect b="b" l="l" r="r" t="t"/>
                <a:pathLst>
                  <a:path extrusionOk="0" h="299466" w="445484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684" name="Google Shape;3684;p124"/>
            <p:cNvSpPr/>
            <p:nvPr/>
          </p:nvSpPr>
          <p:spPr>
            <a:xfrm>
              <a:off x="1303210" y="4628965"/>
              <a:ext cx="68735" cy="82063"/>
            </a:xfrm>
            <a:custGeom>
              <a:rect b="b" l="l" r="r" t="t"/>
              <a:pathLst>
                <a:path extrusionOk="0" h="82063" w="68735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5" name="Google Shape;3685;p124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3686" name="Google Shape;3686;p12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3687" name="Google Shape;3687;p12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rect b="b" l="l" r="r" t="t"/>
                <a:pathLst>
                  <a:path extrusionOk="0" h="541115" w="598074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88" name="Google Shape;3688;p12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3689" name="Google Shape;3689;p12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90" name="Google Shape;3690;p12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91" name="Google Shape;3691;p12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rect b="b" l="l" r="r" t="t"/>
                  <a:pathLst>
                    <a:path extrusionOk="0" h="41529" w="41528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692" name="Google Shape;3692;p12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3693" name="Google Shape;3693;p12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rect b="b" l="l" r="r" t="t"/>
                <a:pathLst>
                  <a:path extrusionOk="0" h="218217" w="218503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94" name="Google Shape;3694;p12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3695" name="Google Shape;3695;p12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3696" name="Google Shape;3696;p12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97" name="Google Shape;3697;p12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698" name="Google Shape;3698;p12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3699" name="Google Shape;3699;p12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00" name="Google Shape;3700;p12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701" name="Google Shape;3701;p12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3702" name="Google Shape;3702;p12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rect b="b" l="l" r="r" t="t"/>
                    <a:pathLst>
                      <a:path extrusionOk="0" h="72866" w="213931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03" name="Google Shape;3703;p12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rect b="b" l="l" r="r" t="t"/>
                    <a:pathLst>
                      <a:path extrusionOk="0" h="38861" w="21393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8241526e8_24_0)">
  <p:cSld name="Generated (g3f8241526e8_24_0)">
    <p:spTree>
      <p:nvGrpSpPr>
        <p:cNvPr id="3704" name="Shape 37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3.xml"/><Relationship Id="rId22" Type="http://schemas.openxmlformats.org/officeDocument/2006/relationships/slideLayout" Target="../slideLayouts/slideLayout45.xml"/><Relationship Id="rId2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46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25" Type="http://schemas.openxmlformats.org/officeDocument/2006/relationships/theme" Target="../theme/theme6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1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67.xml"/><Relationship Id="rId22" Type="http://schemas.openxmlformats.org/officeDocument/2006/relationships/slideLayout" Target="../slideLayouts/slideLayout69.xml"/><Relationship Id="rId21" Type="http://schemas.openxmlformats.org/officeDocument/2006/relationships/slideLayout" Target="../slideLayouts/slideLayout68.xml"/><Relationship Id="rId24" Type="http://schemas.openxmlformats.org/officeDocument/2006/relationships/slideLayout" Target="../slideLayouts/slideLayout71.xml"/><Relationship Id="rId23" Type="http://schemas.openxmlformats.org/officeDocument/2006/relationships/slideLayout" Target="../slideLayouts/slideLayout70.xml"/><Relationship Id="rId1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25" Type="http://schemas.openxmlformats.org/officeDocument/2006/relationships/theme" Target="../theme/theme5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63.xml"/><Relationship Id="rId19" Type="http://schemas.openxmlformats.org/officeDocument/2006/relationships/slideLayout" Target="../slideLayouts/slideLayout66.xml"/><Relationship Id="rId18" Type="http://schemas.openxmlformats.org/officeDocument/2006/relationships/slideLayout" Target="../slideLayouts/slideLayout65.xml"/></Relationships>
</file>

<file path=ppt/slideMasters/_rels/slideMaster4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91.xml"/><Relationship Id="rId22" Type="http://schemas.openxmlformats.org/officeDocument/2006/relationships/slideLayout" Target="../slideLayouts/slideLayout93.xml"/><Relationship Id="rId21" Type="http://schemas.openxmlformats.org/officeDocument/2006/relationships/slideLayout" Target="../slideLayouts/slideLayout92.xml"/><Relationship Id="rId24" Type="http://schemas.openxmlformats.org/officeDocument/2006/relationships/slideLayout" Target="../slideLayouts/slideLayout95.xml"/><Relationship Id="rId23" Type="http://schemas.openxmlformats.org/officeDocument/2006/relationships/slideLayout" Target="../slideLayouts/slideLayout94.xml"/><Relationship Id="rId1" Type="http://schemas.openxmlformats.org/officeDocument/2006/relationships/slideLayout" Target="../slideLayouts/slideLayout72.xml"/><Relationship Id="rId2" Type="http://schemas.openxmlformats.org/officeDocument/2006/relationships/slideLayout" Target="../slideLayouts/slideLayout73.xml"/><Relationship Id="rId3" Type="http://schemas.openxmlformats.org/officeDocument/2006/relationships/slideLayout" Target="../slideLayouts/slideLayout74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Relationship Id="rId26" Type="http://schemas.openxmlformats.org/officeDocument/2006/relationships/theme" Target="../theme/theme4.xml"/><Relationship Id="rId25" Type="http://schemas.openxmlformats.org/officeDocument/2006/relationships/slideLayout" Target="../slideLayouts/slideLayout96.xml"/><Relationship Id="rId5" Type="http://schemas.openxmlformats.org/officeDocument/2006/relationships/slideLayout" Target="../slideLayouts/slideLayout76.xml"/><Relationship Id="rId6" Type="http://schemas.openxmlformats.org/officeDocument/2006/relationships/slideLayout" Target="../slideLayouts/slideLayout77.xml"/><Relationship Id="rId7" Type="http://schemas.openxmlformats.org/officeDocument/2006/relationships/slideLayout" Target="../slideLayouts/slideLayout78.xml"/><Relationship Id="rId8" Type="http://schemas.openxmlformats.org/officeDocument/2006/relationships/slideLayout" Target="../slideLayouts/slideLayout79.xml"/><Relationship Id="rId11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1.xml"/><Relationship Id="rId13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86.xml"/><Relationship Id="rId14" Type="http://schemas.openxmlformats.org/officeDocument/2006/relationships/slideLayout" Target="../slideLayouts/slideLayout85.xml"/><Relationship Id="rId17" Type="http://schemas.openxmlformats.org/officeDocument/2006/relationships/slideLayout" Target="../slideLayouts/slideLayout88.xml"/><Relationship Id="rId16" Type="http://schemas.openxmlformats.org/officeDocument/2006/relationships/slideLayout" Target="../slideLayouts/slideLayout87.xml"/><Relationship Id="rId19" Type="http://schemas.openxmlformats.org/officeDocument/2006/relationships/slideLayout" Target="../slideLayouts/slideLayout90.xml"/><Relationship Id="rId18" Type="http://schemas.openxmlformats.org/officeDocument/2006/relationships/slideLayout" Target="../slideLayouts/slideLayout89.xml"/></Relationships>
</file>

<file path=ppt/slideMasters/_rels/slideMaster5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16.xml"/><Relationship Id="rId22" Type="http://schemas.openxmlformats.org/officeDocument/2006/relationships/slideLayout" Target="../slideLayouts/slideLayout118.xml"/><Relationship Id="rId21" Type="http://schemas.openxmlformats.org/officeDocument/2006/relationships/slideLayout" Target="../slideLayouts/slideLayout117.xml"/><Relationship Id="rId24" Type="http://schemas.openxmlformats.org/officeDocument/2006/relationships/slideLayout" Target="../slideLayouts/slideLayout120.xml"/><Relationship Id="rId23" Type="http://schemas.openxmlformats.org/officeDocument/2006/relationships/slideLayout" Target="../slideLayouts/slideLayout119.xml"/><Relationship Id="rId1" Type="http://schemas.openxmlformats.org/officeDocument/2006/relationships/slideLayout" Target="../slideLayouts/slideLayout97.xml"/><Relationship Id="rId2" Type="http://schemas.openxmlformats.org/officeDocument/2006/relationships/slideLayout" Target="../slideLayouts/slideLayout98.xml"/><Relationship Id="rId3" Type="http://schemas.openxmlformats.org/officeDocument/2006/relationships/slideLayout" Target="../slideLayouts/slideLayout99.xml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3.xml"/><Relationship Id="rId8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7.xml"/><Relationship Id="rId10" Type="http://schemas.openxmlformats.org/officeDocument/2006/relationships/slideLayout" Target="../slideLayouts/slideLayout106.xml"/><Relationship Id="rId13" Type="http://schemas.openxmlformats.org/officeDocument/2006/relationships/slideLayout" Target="../slideLayouts/slideLayout109.xml"/><Relationship Id="rId12" Type="http://schemas.openxmlformats.org/officeDocument/2006/relationships/slideLayout" Target="../slideLayouts/slideLayout108.xml"/><Relationship Id="rId15" Type="http://schemas.openxmlformats.org/officeDocument/2006/relationships/slideLayout" Target="../slideLayouts/slideLayout111.xml"/><Relationship Id="rId14" Type="http://schemas.openxmlformats.org/officeDocument/2006/relationships/slideLayout" Target="../slideLayouts/slideLayout110.xml"/><Relationship Id="rId17" Type="http://schemas.openxmlformats.org/officeDocument/2006/relationships/slideLayout" Target="../slideLayouts/slideLayout113.xml"/><Relationship Id="rId16" Type="http://schemas.openxmlformats.org/officeDocument/2006/relationships/slideLayout" Target="../slideLayouts/slideLayout112.xml"/><Relationship Id="rId19" Type="http://schemas.openxmlformats.org/officeDocument/2006/relationships/slideLayout" Target="../slideLayouts/slideLayout115.xml"/><Relationship Id="rId18" Type="http://schemas.openxmlformats.org/officeDocument/2006/relationships/slideLayout" Target="../slideLayouts/slideLayout1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2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/>
        </p:txBody>
      </p:sp>
      <p:sp>
        <p:nvSpPr>
          <p:cNvPr id="746" name="Google Shape;746;p25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  <p:sldLayoutId id="2147483693" r:id="rId23"/>
    <p:sldLayoutId id="2147483694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5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/>
        </p:txBody>
      </p:sp>
      <p:sp>
        <p:nvSpPr>
          <p:cNvPr id="1486" name="Google Shape;1486;p50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18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224" name="Shape 2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5" name="Google Shape;2225;p75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/>
        </p:txBody>
      </p:sp>
      <p:sp>
        <p:nvSpPr>
          <p:cNvPr id="2226" name="Google Shape;2226;p75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  <p:sldLayoutId id="2147483736" r:id="rId18"/>
    <p:sldLayoutId id="2147483737" r:id="rId19"/>
    <p:sldLayoutId id="2147483738" r:id="rId20"/>
    <p:sldLayoutId id="2147483739" r:id="rId21"/>
    <p:sldLayoutId id="2147483740" r:id="rId22"/>
    <p:sldLayoutId id="2147483741" r:id="rId23"/>
    <p:sldLayoutId id="2147483742" r:id="rId24"/>
    <p:sldLayoutId id="2147483743" r:id="rId2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965" name="Shape 2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6" name="Google Shape;2966;p10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b="1" sz="3000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/>
        </p:txBody>
      </p:sp>
      <p:sp>
        <p:nvSpPr>
          <p:cNvPr id="2967" name="Google Shape;2967;p10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  <p:sldLayoutId id="2147483761" r:id="rId18"/>
    <p:sldLayoutId id="2147483762" r:id="rId19"/>
    <p:sldLayoutId id="2147483763" r:id="rId20"/>
    <p:sldLayoutId id="2147483764" r:id="rId21"/>
    <p:sldLayoutId id="2147483765" r:id="rId22"/>
    <p:sldLayoutId id="2147483766" r:id="rId23"/>
    <p:sldLayoutId id="2147483767" r:id="rId2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2.png"/><Relationship Id="rId4" Type="http://schemas.openxmlformats.org/officeDocument/2006/relationships/image" Target="../media/image19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mdpi.com/2079-9292/10/9/1025" TargetMode="External"/><Relationship Id="rId4" Type="http://schemas.openxmlformats.org/officeDocument/2006/relationships/image" Target="../media/image2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Relationship Id="rId5" Type="http://schemas.openxmlformats.org/officeDocument/2006/relationships/image" Target="../media/image32.png"/><Relationship Id="rId6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35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9.png"/><Relationship Id="rId8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5.png"/><Relationship Id="rId4" Type="http://schemas.openxmlformats.org/officeDocument/2006/relationships/image" Target="../media/image41.png"/><Relationship Id="rId5" Type="http://schemas.openxmlformats.org/officeDocument/2006/relationships/image" Target="../media/image33.png"/><Relationship Id="rId6" Type="http://schemas.openxmlformats.org/officeDocument/2006/relationships/image" Target="../media/image26.png"/><Relationship Id="rId7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drive.google.com/file/d/1vto98BCixgo-WtovFv_T7Y5RsqM4GtKG/view" TargetMode="External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18.png"/><Relationship Id="rId5" Type="http://schemas.openxmlformats.org/officeDocument/2006/relationships/image" Target="../media/image32.png"/><Relationship Id="rId6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png"/><Relationship Id="rId4" Type="http://schemas.openxmlformats.org/officeDocument/2006/relationships/image" Target="../media/image20.png"/><Relationship Id="rId5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27.png"/><Relationship Id="rId6" Type="http://schemas.openxmlformats.org/officeDocument/2006/relationships/image" Target="../media/image25.png"/><Relationship Id="rId7" Type="http://schemas.openxmlformats.org/officeDocument/2006/relationships/image" Target="../media/image3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png"/><Relationship Id="rId4" Type="http://schemas.openxmlformats.org/officeDocument/2006/relationships/image" Target="../media/image26.png"/><Relationship Id="rId5" Type="http://schemas.openxmlformats.org/officeDocument/2006/relationships/image" Target="../media/image3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Relationship Id="rId4" Type="http://schemas.openxmlformats.org/officeDocument/2006/relationships/image" Target="../media/image36.png"/><Relationship Id="rId5" Type="http://schemas.openxmlformats.org/officeDocument/2006/relationships/image" Target="../media/image40.png"/><Relationship Id="rId6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8" name="Shape 3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9" name="Google Shape;3709;p126"/>
          <p:cNvSpPr txBox="1"/>
          <p:nvPr>
            <p:ph type="ctrTitle"/>
          </p:nvPr>
        </p:nvSpPr>
        <p:spPr>
          <a:xfrm>
            <a:off x="456450" y="1570600"/>
            <a:ext cx="8231100" cy="22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Smart AI Intelligent Resource Management and Integration of the Intel Agilex FPGA in a </a:t>
            </a:r>
            <a:r>
              <a:rPr lang="en" sz="2200"/>
              <a:t>Reconfigurable Cluster for High-Performance Computing</a:t>
            </a:r>
            <a:endParaRPr sz="5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3710" name="Google Shape;3710;p126"/>
          <p:cNvSpPr txBox="1"/>
          <p:nvPr>
            <p:ph idx="1" type="subTitle"/>
          </p:nvPr>
        </p:nvSpPr>
        <p:spPr>
          <a:xfrm>
            <a:off x="2450025" y="3778890"/>
            <a:ext cx="4112100" cy="11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Samip Bhattarai and Pedro Casanova</a:t>
            </a:r>
            <a:endParaRPr sz="1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15/07/2026</a:t>
            </a:r>
            <a:endParaRPr sz="1900"/>
          </a:p>
        </p:txBody>
      </p:sp>
      <p:cxnSp>
        <p:nvCxnSpPr>
          <p:cNvPr id="3711" name="Google Shape;3711;p126"/>
          <p:cNvCxnSpPr/>
          <p:nvPr/>
        </p:nvCxnSpPr>
        <p:spPr>
          <a:xfrm>
            <a:off x="-30750" y="1284575"/>
            <a:ext cx="9205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712" name="Google Shape;3712;p1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3625" y="139001"/>
            <a:ext cx="1146435" cy="93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3" name="Google Shape;3713;p1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25" y="139000"/>
            <a:ext cx="1659145" cy="93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7" name="Shape 3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8" name="Google Shape;3718;p1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&amp; Motivation</a:t>
            </a:r>
            <a:endParaRPr/>
          </a:p>
        </p:txBody>
      </p:sp>
      <p:sp>
        <p:nvSpPr>
          <p:cNvPr id="3719" name="Google Shape;3719;p127"/>
          <p:cNvSpPr txBox="1"/>
          <p:nvPr/>
        </p:nvSpPr>
        <p:spPr>
          <a:xfrm>
            <a:off x="883200" y="1316425"/>
            <a:ext cx="3086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3720" name="Google Shape;3720;p127"/>
          <p:cNvSpPr/>
          <p:nvPr/>
        </p:nvSpPr>
        <p:spPr>
          <a:xfrm>
            <a:off x="624575" y="1184850"/>
            <a:ext cx="3430800" cy="2461500"/>
          </a:xfrm>
          <a:prstGeom prst="roundRect">
            <a:avLst>
              <a:gd fmla="val 16667" name="adj"/>
            </a:avLst>
          </a:prstGeom>
          <a:solidFill>
            <a:srgbClr val="35363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61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lang="en" sz="1361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Infrastructure</a:t>
            </a:r>
            <a:r>
              <a:rPr b="1" lang="en" sz="1361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 Problem</a:t>
            </a:r>
            <a:endParaRPr b="1" sz="1361">
              <a:solidFill>
                <a:srgbClr val="FEF3C7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1736" lvl="0" marL="421483" rtl="0" algn="l">
              <a:spcBef>
                <a:spcPts val="553"/>
              </a:spcBef>
              <a:spcAft>
                <a:spcPts val="0"/>
              </a:spcAft>
              <a:buClr>
                <a:srgbClr val="EBF5FF"/>
              </a:buClr>
              <a:buSzPts val="961"/>
              <a:buFont typeface="Lato"/>
              <a:buChar char="●"/>
            </a:pPr>
            <a:r>
              <a:rPr b="1" lang="en" sz="961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Manual Allocation:</a:t>
            </a:r>
            <a:r>
              <a:rPr lang="en" sz="961">
                <a:solidFill>
                  <a:srgbClr val="EBF5FF"/>
                </a:solidFill>
                <a:latin typeface="Lato"/>
                <a:ea typeface="Lato"/>
                <a:cs typeface="Lato"/>
                <a:sym typeface="Lato"/>
              </a:rPr>
              <a:t> Lack of a centralized control plane forces users to manually select hardware targets.</a:t>
            </a:r>
            <a:endParaRPr sz="961">
              <a:solidFill>
                <a:srgbClr val="EBF5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1736" lvl="0" marL="421483" rtl="0" algn="l">
              <a:spcBef>
                <a:spcPts val="553"/>
              </a:spcBef>
              <a:spcAft>
                <a:spcPts val="0"/>
              </a:spcAft>
              <a:buClr>
                <a:srgbClr val="EBF5FF"/>
              </a:buClr>
              <a:buSzPts val="961"/>
              <a:buFont typeface="Lato"/>
              <a:buChar char="●"/>
            </a:pPr>
            <a:r>
              <a:rPr b="1" lang="en" sz="961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Concurrency Failures:</a:t>
            </a:r>
            <a:r>
              <a:rPr lang="en" sz="961">
                <a:solidFill>
                  <a:srgbClr val="EBF5FF"/>
                </a:solidFill>
                <a:latin typeface="Lato"/>
                <a:ea typeface="Lato"/>
                <a:cs typeface="Lato"/>
                <a:sym typeface="Lato"/>
              </a:rPr>
              <a:t> Simultaneous job deployments to the same board cause bitstream corruption and crashes.</a:t>
            </a:r>
            <a:endParaRPr sz="961">
              <a:solidFill>
                <a:srgbClr val="EBF5FF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1736" lvl="0" marL="421483" rtl="0" algn="l">
              <a:spcBef>
                <a:spcPts val="553"/>
              </a:spcBef>
              <a:spcAft>
                <a:spcPts val="0"/>
              </a:spcAft>
              <a:buClr>
                <a:srgbClr val="EBF5FF"/>
              </a:buClr>
              <a:buSzPts val="961"/>
              <a:buFont typeface="Lato"/>
              <a:buChar char="●"/>
            </a:pPr>
            <a:r>
              <a:rPr b="1" lang="en" sz="961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Restricted Scalability:</a:t>
            </a:r>
            <a:r>
              <a:rPr lang="en" sz="961">
                <a:solidFill>
                  <a:srgbClr val="EBF5FF"/>
                </a:solidFill>
                <a:latin typeface="Lato"/>
                <a:ea typeface="Lato"/>
                <a:cs typeface="Lato"/>
                <a:sym typeface="Lato"/>
              </a:rPr>
              <a:t> Unoptimized routing prevents the seamless integration of mixed architectures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553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21" name="Google Shape;3721;p127"/>
          <p:cNvSpPr/>
          <p:nvPr/>
        </p:nvSpPr>
        <p:spPr>
          <a:xfrm>
            <a:off x="4928525" y="1184850"/>
            <a:ext cx="3430800" cy="2461500"/>
          </a:xfrm>
          <a:prstGeom prst="roundRect">
            <a:avLst>
              <a:gd fmla="val 16667" name="adj"/>
            </a:avLst>
          </a:prstGeom>
          <a:solidFill>
            <a:srgbClr val="35363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61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The Physical Impact</a:t>
            </a:r>
            <a:endParaRPr b="1" sz="1361">
              <a:solidFill>
                <a:srgbClr val="FEF3C7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1736" lvl="0" marL="421483" rtl="0" algn="l">
              <a:spcBef>
                <a:spcPts val="553"/>
              </a:spcBef>
              <a:spcAft>
                <a:spcPts val="0"/>
              </a:spcAft>
              <a:buClr>
                <a:srgbClr val="EBF5FF"/>
              </a:buClr>
              <a:buSzPts val="961"/>
              <a:buFont typeface="Lato"/>
              <a:buChar char="●"/>
            </a:pPr>
            <a:r>
              <a:rPr b="1" lang="en" sz="961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Silicon Waste: </a:t>
            </a:r>
            <a:r>
              <a:rPr lang="en" sz="96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Routing modest tasks to the Agilex 7 wastes over 4,400 unused DSP blocks.</a:t>
            </a:r>
            <a:endParaRPr sz="96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1736" lvl="0" marL="421483" rtl="0" algn="l">
              <a:spcBef>
                <a:spcPts val="553"/>
              </a:spcBef>
              <a:spcAft>
                <a:spcPts val="0"/>
              </a:spcAft>
              <a:buClr>
                <a:srgbClr val="EBF5FF"/>
              </a:buClr>
              <a:buSzPts val="961"/>
              <a:buFont typeface="Lato"/>
              <a:buChar char="●"/>
            </a:pPr>
            <a:r>
              <a:rPr b="1" lang="en" sz="961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Energy Leakage: </a:t>
            </a:r>
            <a:r>
              <a:rPr lang="en" sz="96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Forcing the 680 Gbps memory bus awake for tiny workloads creates dynamic and static power waste.</a:t>
            </a:r>
            <a:endParaRPr sz="96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71736" lvl="0" marL="421483" rtl="0" algn="l">
              <a:spcBef>
                <a:spcPts val="553"/>
              </a:spcBef>
              <a:spcAft>
                <a:spcPts val="0"/>
              </a:spcAft>
              <a:buClr>
                <a:srgbClr val="EBF5FF"/>
              </a:buClr>
              <a:buSzPts val="961"/>
              <a:buFont typeface="Lato"/>
              <a:buChar char="●"/>
            </a:pPr>
            <a:r>
              <a:rPr b="1" lang="en" sz="961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Queue Saturation: </a:t>
            </a:r>
            <a:r>
              <a:rPr lang="en" sz="96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Flashing massive .sof files for minor tasks instantly stalls the server waitlist.</a:t>
            </a:r>
            <a:endParaRPr sz="96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421483" rtl="0" algn="l">
              <a:spcBef>
                <a:spcPts val="553"/>
              </a:spcBef>
              <a:spcAft>
                <a:spcPts val="0"/>
              </a:spcAft>
              <a:buNone/>
            </a:pPr>
            <a:r>
              <a:t/>
            </a:r>
            <a:endParaRPr sz="96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553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22" name="Google Shape;3722;p127"/>
          <p:cNvSpPr/>
          <p:nvPr/>
        </p:nvSpPr>
        <p:spPr>
          <a:xfrm>
            <a:off x="624575" y="3813475"/>
            <a:ext cx="7814100" cy="1137000"/>
          </a:xfrm>
          <a:prstGeom prst="roundRect">
            <a:avLst>
              <a:gd fmla="val 16667" name="adj"/>
            </a:avLst>
          </a:prstGeom>
          <a:solidFill>
            <a:srgbClr val="35363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23" name="Google Shape;3723;p127"/>
          <p:cNvSpPr txBox="1"/>
          <p:nvPr/>
        </p:nvSpPr>
        <p:spPr>
          <a:xfrm>
            <a:off x="797975" y="3922675"/>
            <a:ext cx="74673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              The </a:t>
            </a:r>
            <a:r>
              <a:rPr lang="en" sz="1200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Motivation</a:t>
            </a:r>
            <a:endParaRPr sz="1200">
              <a:solidFill>
                <a:srgbClr val="FEF3C7"/>
              </a:solidFill>
              <a:latin typeface="Lato"/>
              <a:ea typeface="Lato"/>
              <a:cs typeface="Lato"/>
              <a:sym typeface="Lat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EF3C7"/>
              </a:buClr>
              <a:buSzPts val="1200"/>
              <a:buFont typeface="Lato"/>
              <a:buChar char="●"/>
            </a:pPr>
            <a:r>
              <a:rPr lang="en" sz="1200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Intelligent Task Orchestrator: 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 agent that could look at an incoming task, understand limitations, and automatically route it to the best hardware in order to save time, power, and silicon.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7" name="Shape 3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8" name="Google Shape;3728;p128"/>
          <p:cNvSpPr txBox="1"/>
          <p:nvPr>
            <p:ph idx="4" type="subTitle"/>
          </p:nvPr>
        </p:nvSpPr>
        <p:spPr>
          <a:xfrm>
            <a:off x="719999" y="1001000"/>
            <a:ext cx="2946300" cy="42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3729" name="Google Shape;3729;p128"/>
          <p:cNvSpPr txBox="1"/>
          <p:nvPr>
            <p:ph type="title"/>
          </p:nvPr>
        </p:nvSpPr>
        <p:spPr>
          <a:xfrm>
            <a:off x="720000" y="3041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objectives</a:t>
            </a:r>
            <a:endParaRPr/>
          </a:p>
        </p:txBody>
      </p:sp>
      <p:sp>
        <p:nvSpPr>
          <p:cNvPr id="3730" name="Google Shape;3730;p128"/>
          <p:cNvSpPr txBox="1"/>
          <p:nvPr>
            <p:ph idx="1" type="subTitle"/>
          </p:nvPr>
        </p:nvSpPr>
        <p:spPr>
          <a:xfrm>
            <a:off x="404550" y="1423688"/>
            <a:ext cx="8334900" cy="21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 the Intel Agilex 7 (DE-10) Board: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Establish the hardware architecture within a high-performance reconfigurable cluster. 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 a Smart Task Orchestrator: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Implement an AI-driven agent for dynamic routing and resource allocation. </a:t>
            </a:r>
            <a:r>
              <a:rPr lang="en" sz="1600"/>
              <a:t> </a:t>
            </a:r>
            <a:endParaRPr sz="16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System Integration and Verification: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Conduct rigorous testing to validate the communication between the AI agent, the Ubuntu server, and the FPGA hardware.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31" name="Google Shape;3731;p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399975"/>
            <a:ext cx="3100549" cy="1676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2" name="Google Shape;3732;p1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3064" y="3432424"/>
            <a:ext cx="1611538" cy="1611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3" name="Google Shape;3733;p1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72000" y="3332721"/>
            <a:ext cx="1711251" cy="1711229"/>
          </a:xfrm>
          <a:prstGeom prst="rect">
            <a:avLst/>
          </a:prstGeom>
          <a:noFill/>
          <a:ln>
            <a:noFill/>
          </a:ln>
        </p:spPr>
      </p:pic>
      <p:sp>
        <p:nvSpPr>
          <p:cNvPr id="3734" name="Google Shape;3734;p128"/>
          <p:cNvSpPr/>
          <p:nvPr/>
        </p:nvSpPr>
        <p:spPr>
          <a:xfrm>
            <a:off x="3100550" y="4192138"/>
            <a:ext cx="458100" cy="4227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35" name="Google Shape;3735;p128"/>
          <p:cNvSpPr/>
          <p:nvPr/>
        </p:nvSpPr>
        <p:spPr>
          <a:xfrm>
            <a:off x="5839238" y="4161775"/>
            <a:ext cx="458100" cy="3450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739" name="Shape 3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0" name="Google Shape;3740;p1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the Art</a:t>
            </a:r>
            <a:endParaRPr/>
          </a:p>
        </p:txBody>
      </p:sp>
      <p:sp>
        <p:nvSpPr>
          <p:cNvPr id="3741" name="Google Shape;3741;p129"/>
          <p:cNvSpPr txBox="1"/>
          <p:nvPr/>
        </p:nvSpPr>
        <p:spPr>
          <a:xfrm>
            <a:off x="577700" y="1229975"/>
            <a:ext cx="5255400" cy="29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b="1" lang="en"/>
              <a:t>Reconfigurable HPC:</a:t>
            </a:r>
            <a:r>
              <a:rPr lang="en"/>
              <a:t> FPGAs provide low-power, parallel acceleration for AI and data centers [1, 2].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b="1" lang="en"/>
              <a:t>Heterogeneous Farms:</a:t>
            </a:r>
            <a:r>
              <a:rPr lang="en"/>
              <a:t> Modern clusters use multi-FPGA architectures and virtualization to share workloads [3].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b="1" lang="en"/>
              <a:t>The Integration Bottleneck:</a:t>
            </a:r>
            <a:r>
              <a:rPr lang="en"/>
              <a:t> Integrating next-gen nodes (like Intel Agilex) into legacy infrastructures remains a critical challenge especially at scale.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b="1" lang="en"/>
              <a:t>LLM Orchestration:</a:t>
            </a:r>
            <a:r>
              <a:rPr lang="en"/>
              <a:t> Autonomous AI agents can interpret parameters and dynamically assign workloads without manual intervention [4].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b="1" lang="en"/>
              <a:t>Proposed Solution:</a:t>
            </a:r>
            <a:r>
              <a:rPr lang="en"/>
              <a:t> Deploying an LLM to autonomously route intensive logic to the Agilex and lighter tasks to Cyclone V boards.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42" name="Google Shape;3742;p129"/>
          <p:cNvSpPr txBox="1"/>
          <p:nvPr/>
        </p:nvSpPr>
        <p:spPr>
          <a:xfrm>
            <a:off x="806200" y="4235225"/>
            <a:ext cx="7704000" cy="8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[1] J. Peltenburg, J. van Straten, M. Brobbel, Z. Al-Ars, and H. P. Hofstee, “Generating high-performance FPGA accelerator designs for big data analytics with Fletcher and Apache Arrow,” Journal of Signal Processing Systems, vol. 93, no. 5, pp. 565–586, 2021.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[2] R. Wu, X. Guo, J. Du, and J. Li, “Accelerating neural network inference on fpga-based platforms—a survey,” Electronics, vol. 10, no. 9, p. 1025, April 2021. [Online]. Available: </a:t>
            </a:r>
            <a:r>
              <a:rPr lang="en" sz="8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https://www.mdpi.com/2079-9292/10/9/1025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[3] W. F. Samayoa et al., “A survey on fpga-based heterogeneous clusters architectures,” IEEE Access, 2023.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[4] L. Wang et al., “A survey on large language model based autonomous agents,” Frontiers of Computer Science, 2024.</a:t>
            </a:r>
            <a:endParaRPr sz="8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descr="This is a classic computer architecture diagram style that shows how the software abstraction layer manages the physical hardware. It highlights the &quot;Integration Bottleneck&quot; and your solution. Top Layer (Application Layer): A block labeled &quot;Dynamic Workloads&quot; with sub-blocks for &quot;Intensive AI/Data&quot; and &quot;Control Logic&quot; . Middle Layer (The Proposed Orchestration Layer): A large block spanning the middle labeled &quot;LLM-Based Autonomous Orchestrator&quot; . Show an arrow coming from the Application Layer into this block. Bottom Layer (Heterogeneous Hardware Pool): A dashed-line box labeled &quot;FPGA Farm&quot; containing two distinct server racks or blocks. One labeled &quot;Intel Agilex (High-Capacity Node)&quot; and multiple smaller blocks labeled &quot;Cyclone V (Legacy Nodes)&quot;. The Connections: Draw routing arrows from the Middle Layer to the specific nodes in the Bottom Layer." id="3743" name="Google Shape;3743;p1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8039" y="1255175"/>
            <a:ext cx="2895872" cy="289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7" name="Shape 3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8" name="Google Shape;3748;p1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FPGA AGILEX</a:t>
            </a:r>
            <a:endParaRPr/>
          </a:p>
        </p:txBody>
      </p:sp>
      <p:sp>
        <p:nvSpPr>
          <p:cNvPr id="3749" name="Google Shape;3749;p130"/>
          <p:cNvSpPr txBox="1"/>
          <p:nvPr>
            <p:ph idx="3" type="subTitle"/>
          </p:nvPr>
        </p:nvSpPr>
        <p:spPr>
          <a:xfrm>
            <a:off x="720011" y="970675"/>
            <a:ext cx="33843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Agilex 7 Setup </a:t>
            </a:r>
            <a:r>
              <a:rPr lang="en"/>
              <a:t>Challenge</a:t>
            </a:r>
            <a:endParaRPr/>
          </a:p>
        </p:txBody>
      </p:sp>
      <p:pic>
        <p:nvPicPr>
          <p:cNvPr descr="image.png" id="3750" name="Google Shape;3750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3238" y="1662775"/>
            <a:ext cx="2691616" cy="2794575"/>
          </a:xfrm>
          <a:prstGeom prst="rect">
            <a:avLst/>
          </a:prstGeom>
          <a:noFill/>
          <a:ln>
            <a:noFill/>
          </a:ln>
        </p:spPr>
      </p:pic>
      <p:sp>
        <p:nvSpPr>
          <p:cNvPr id="3751" name="Google Shape;3751;p130"/>
          <p:cNvSpPr txBox="1"/>
          <p:nvPr/>
        </p:nvSpPr>
        <p:spPr>
          <a:xfrm>
            <a:off x="4197104" y="2596750"/>
            <a:ext cx="6039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3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SDM</a:t>
            </a:r>
            <a:endParaRPr sz="1081">
              <a:solidFill>
                <a:srgbClr val="FFF2CC"/>
              </a:solidFill>
            </a:endParaRPr>
          </a:p>
        </p:txBody>
      </p:sp>
      <p:sp>
        <p:nvSpPr>
          <p:cNvPr id="3752" name="Google Shape;3752;p130"/>
          <p:cNvSpPr txBox="1"/>
          <p:nvPr/>
        </p:nvSpPr>
        <p:spPr>
          <a:xfrm>
            <a:off x="3053502" y="2986525"/>
            <a:ext cx="28911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System controller</a:t>
            </a:r>
            <a:r>
              <a:rPr lang="en" sz="13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that mandates explicit Voltage Identification (VID) and security handshakes to initialize the FPGA and ensure operational integrity. </a:t>
            </a:r>
            <a:endParaRPr sz="13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3753" name="Google Shape;3753;p1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9463" y="1939438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54" name="Google Shape;3754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9187" y="1662775"/>
            <a:ext cx="2691616" cy="279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5" name="Google Shape;3755;p1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10724" y="1939451"/>
            <a:ext cx="748575" cy="696950"/>
          </a:xfrm>
          <a:prstGeom prst="rect">
            <a:avLst/>
          </a:prstGeom>
          <a:noFill/>
          <a:ln>
            <a:noFill/>
          </a:ln>
        </p:spPr>
      </p:pic>
      <p:sp>
        <p:nvSpPr>
          <p:cNvPr id="3756" name="Google Shape;3756;p130"/>
          <p:cNvSpPr txBox="1"/>
          <p:nvPr/>
        </p:nvSpPr>
        <p:spPr>
          <a:xfrm>
            <a:off x="6039450" y="2986525"/>
            <a:ext cx="2891100" cy="13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Altera’s SystemBuilder auto-generates necessary VID assignments to satisfy SDM requirements</a:t>
            </a:r>
            <a:endParaRPr sz="1350"/>
          </a:p>
        </p:txBody>
      </p:sp>
      <p:sp>
        <p:nvSpPr>
          <p:cNvPr id="3757" name="Google Shape;3757;p130"/>
          <p:cNvSpPr txBox="1"/>
          <p:nvPr/>
        </p:nvSpPr>
        <p:spPr>
          <a:xfrm>
            <a:off x="7004989" y="2596750"/>
            <a:ext cx="9600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3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Solution</a:t>
            </a:r>
            <a:endParaRPr sz="1081">
              <a:solidFill>
                <a:srgbClr val="FFF2CC"/>
              </a:solidFill>
            </a:endParaRPr>
          </a:p>
        </p:txBody>
      </p:sp>
      <p:pic>
        <p:nvPicPr>
          <p:cNvPr descr="image.png" id="3758" name="Google Shape;3758;p1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038" y="1662775"/>
            <a:ext cx="2691616" cy="2794575"/>
          </a:xfrm>
          <a:prstGeom prst="rect">
            <a:avLst/>
          </a:prstGeom>
          <a:noFill/>
          <a:ln>
            <a:noFill/>
          </a:ln>
        </p:spPr>
      </p:pic>
      <p:sp>
        <p:nvSpPr>
          <p:cNvPr id="3759" name="Google Shape;3759;p130"/>
          <p:cNvSpPr txBox="1"/>
          <p:nvPr/>
        </p:nvSpPr>
        <p:spPr>
          <a:xfrm>
            <a:off x="1209653" y="2596750"/>
            <a:ext cx="8064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3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PMBus</a:t>
            </a:r>
            <a:endParaRPr sz="1081">
              <a:solidFill>
                <a:srgbClr val="FFF2CC"/>
              </a:solidFill>
            </a:endParaRPr>
          </a:p>
        </p:txBody>
      </p:sp>
      <p:sp>
        <p:nvSpPr>
          <p:cNvPr id="3760" name="Google Shape;3760;p130"/>
          <p:cNvSpPr txBox="1"/>
          <p:nvPr/>
        </p:nvSpPr>
        <p:spPr>
          <a:xfrm>
            <a:off x="281150" y="2922925"/>
            <a:ext cx="26634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Communication language</a:t>
            </a:r>
            <a:r>
              <a:rPr lang="en" sz="13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 for digital power regulation; enables precise Voltage Identification (VID) and stabilization of the power network.</a:t>
            </a:r>
            <a:r>
              <a:rPr i="0" lang="en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350">
              <a:solidFill>
                <a:srgbClr val="FFFFF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3761" name="Google Shape;3761;p1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8996" y="1993712"/>
            <a:ext cx="367707" cy="367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5" name="Shape 3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6" name="Google Shape;3766;p1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Methodology: AI Orchestrator Agent</a:t>
            </a:r>
            <a:endParaRPr/>
          </a:p>
        </p:txBody>
      </p:sp>
      <p:sp>
        <p:nvSpPr>
          <p:cNvPr id="3767" name="Google Shape;3767;p131"/>
          <p:cNvSpPr/>
          <p:nvPr/>
        </p:nvSpPr>
        <p:spPr>
          <a:xfrm>
            <a:off x="405525" y="1704600"/>
            <a:ext cx="2647800" cy="2525400"/>
          </a:xfrm>
          <a:prstGeom prst="roundRect">
            <a:avLst>
              <a:gd fmla="val 16667" name="adj"/>
            </a:avLst>
          </a:prstGeom>
          <a:solidFill>
            <a:srgbClr val="42444F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68" name="Google Shape;3768;p131"/>
          <p:cNvSpPr/>
          <p:nvPr/>
        </p:nvSpPr>
        <p:spPr>
          <a:xfrm>
            <a:off x="3248100" y="1704600"/>
            <a:ext cx="2647800" cy="2525400"/>
          </a:xfrm>
          <a:prstGeom prst="roundRect">
            <a:avLst>
              <a:gd fmla="val 16667" name="adj"/>
            </a:avLst>
          </a:prstGeom>
          <a:solidFill>
            <a:srgbClr val="4244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69" name="Google Shape;3769;p131"/>
          <p:cNvSpPr/>
          <p:nvPr/>
        </p:nvSpPr>
        <p:spPr>
          <a:xfrm>
            <a:off x="6090675" y="1704600"/>
            <a:ext cx="2647800" cy="2525400"/>
          </a:xfrm>
          <a:prstGeom prst="roundRect">
            <a:avLst>
              <a:gd fmla="val 16667" name="adj"/>
            </a:avLst>
          </a:prstGeom>
          <a:solidFill>
            <a:srgbClr val="4244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70" name="Google Shape;3770;p131"/>
          <p:cNvSpPr txBox="1"/>
          <p:nvPr/>
        </p:nvSpPr>
        <p:spPr>
          <a:xfrm>
            <a:off x="604275" y="2040900"/>
            <a:ext cx="2250300" cy="18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Agentic Analysis</a:t>
            </a:r>
            <a:endParaRPr b="1">
              <a:solidFill>
                <a:srgbClr val="FEF3C7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- A routing agent analyzes the .rpt file to classify the intended board.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- A 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gatekeeper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agent reads verilog code to classify malicious intent and analyzes 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efficiency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71" name="Google Shape;3771;p131"/>
          <p:cNvSpPr txBox="1"/>
          <p:nvPr/>
        </p:nvSpPr>
        <p:spPr>
          <a:xfrm>
            <a:off x="3446850" y="2040900"/>
            <a:ext cx="2250300" cy="18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Centralized</a:t>
            </a:r>
            <a:r>
              <a:rPr b="1" lang="en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 API</a:t>
            </a:r>
            <a:endParaRPr b="1">
              <a:solidFill>
                <a:srgbClr val="FEF3C7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- The Flask based API handles the workflow between remote connections and the physical lab.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- Automates board assignment and tracking.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72" name="Google Shape;3772;p131"/>
          <p:cNvSpPr txBox="1"/>
          <p:nvPr/>
        </p:nvSpPr>
        <p:spPr>
          <a:xfrm>
            <a:off x="6289425" y="1912325"/>
            <a:ext cx="2316600" cy="18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Smart Queue </a:t>
            </a:r>
            <a:r>
              <a:rPr b="1" lang="en">
                <a:solidFill>
                  <a:srgbClr val="FEF3C7"/>
                </a:solidFill>
                <a:latin typeface="Lato"/>
                <a:ea typeface="Lato"/>
                <a:cs typeface="Lato"/>
                <a:sym typeface="Lato"/>
              </a:rPr>
              <a:t>Management</a:t>
            </a:r>
            <a:endParaRPr b="1">
              <a:solidFill>
                <a:srgbClr val="FEF3C7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- Manages a waitlist of incoming tasks while the server is at maximum capacity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- Automatically cuts power to idle boards when the queue is empty to reduce energy waste.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6" name="Shape 3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7" name="Google Shape;3777;p1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r>
              <a:rPr lang="en"/>
              <a:t>: </a:t>
            </a:r>
            <a:r>
              <a:rPr lang="en"/>
              <a:t>Automated Resource Profiling</a:t>
            </a:r>
            <a:endParaRPr/>
          </a:p>
        </p:txBody>
      </p:sp>
      <p:pic>
        <p:nvPicPr>
          <p:cNvPr id="3778" name="Google Shape;3778;p1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475" y="1480275"/>
            <a:ext cx="3621300" cy="26214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3779" name="Google Shape;3779;p132"/>
          <p:cNvSpPr txBox="1"/>
          <p:nvPr/>
        </p:nvSpPr>
        <p:spPr>
          <a:xfrm>
            <a:off x="4293525" y="1344375"/>
            <a:ext cx="4632000" cy="28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Pre-Deployment Processing: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client parses the project's compilation reports locally on the user's machine.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Data Extraction: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Resource allocation data such as ALM count, DSP block utilization, and Target Family are pulled from the .flow.rpt file. Icarus Verilog is used to analyze the raw 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verilog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code.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Information Bundling: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Locally extracted data gets packaged as a JSON and Verilog 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payload</a:t>
            </a: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3" name="Shape 3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4" name="Google Shape;3784;p1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85" name="Google Shape;3785;p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61975" y="4019550"/>
            <a:ext cx="1738200" cy="112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6" name="Google Shape;3786;p1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15163" y="-681037"/>
            <a:ext cx="2128800" cy="25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7" name="Google Shape;3787;p133"/>
          <p:cNvSpPr txBox="1"/>
          <p:nvPr/>
        </p:nvSpPr>
        <p:spPr>
          <a:xfrm>
            <a:off x="476250" y="381000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300"/>
              </a:spcAft>
              <a:buNone/>
            </a:pPr>
            <a:r>
              <a:rPr b="1" lang="en" sz="240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rPr>
              <a:t>Methodology: AI Orchestrator Testing &amp; Validation</a:t>
            </a:r>
            <a:endParaRPr b="1" sz="2400">
              <a:solidFill>
                <a:srgbClr val="35363B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grpSp>
        <p:nvGrpSpPr>
          <p:cNvPr id="3788" name="Google Shape;3788;p133"/>
          <p:cNvGrpSpPr/>
          <p:nvPr/>
        </p:nvGrpSpPr>
        <p:grpSpPr>
          <a:xfrm>
            <a:off x="476250" y="1047750"/>
            <a:ext cx="4286400" cy="809700"/>
            <a:chOff x="0" y="0"/>
            <a:chExt cx="4286400" cy="809700"/>
          </a:xfrm>
        </p:grpSpPr>
        <p:sp>
          <p:nvSpPr>
            <p:cNvPr id="3789" name="Google Shape;3789;p133"/>
            <p:cNvSpPr/>
            <p:nvPr/>
          </p:nvSpPr>
          <p:spPr>
            <a:xfrm>
              <a:off x="0" y="0"/>
              <a:ext cx="4286400" cy="809700"/>
            </a:xfrm>
            <a:prstGeom prst="roundRect">
              <a:avLst>
                <a:gd fmla="val 11764" name="adj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0" name="Google Shape;3790;p133"/>
            <p:cNvSpPr txBox="1"/>
            <p:nvPr/>
          </p:nvSpPr>
          <p:spPr>
            <a:xfrm>
              <a:off x="142875" y="95250"/>
              <a:ext cx="4000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35363B"/>
                  </a:solidFill>
                  <a:latin typeface="Epilogue"/>
                  <a:ea typeface="Epilogue"/>
                  <a:cs typeface="Epilogue"/>
                  <a:sym typeface="Epilogue"/>
                </a:rPr>
                <a:t>Synthetic Data Generation</a:t>
              </a:r>
              <a:endParaRPr b="1" sz="1018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" sz="879">
                  <a:solidFill>
                    <a:srgbClr val="555555"/>
                  </a:solidFill>
                  <a:latin typeface="Lato"/>
                  <a:ea typeface="Lato"/>
                  <a:cs typeface="Lato"/>
                  <a:sym typeface="Lato"/>
                </a:rPr>
                <a:t>A custom Python script procedurally generated diverse .flow.rpt files representing multiple FPGA target families and logic capacities.</a:t>
              </a:r>
              <a:endParaRPr b="0" sz="879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791" name="Google Shape;3791;p133"/>
          <p:cNvGrpSpPr/>
          <p:nvPr/>
        </p:nvGrpSpPr>
        <p:grpSpPr>
          <a:xfrm>
            <a:off x="476250" y="2000250"/>
            <a:ext cx="4286400" cy="809700"/>
            <a:chOff x="0" y="0"/>
            <a:chExt cx="4286400" cy="809700"/>
          </a:xfrm>
        </p:grpSpPr>
        <p:sp>
          <p:nvSpPr>
            <p:cNvPr id="3792" name="Google Shape;3792;p133"/>
            <p:cNvSpPr/>
            <p:nvPr/>
          </p:nvSpPr>
          <p:spPr>
            <a:xfrm>
              <a:off x="0" y="0"/>
              <a:ext cx="4286400" cy="809700"/>
            </a:xfrm>
            <a:prstGeom prst="roundRect">
              <a:avLst>
                <a:gd fmla="val 11764" name="adj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3" name="Google Shape;3793;p133"/>
            <p:cNvSpPr txBox="1"/>
            <p:nvPr/>
          </p:nvSpPr>
          <p:spPr>
            <a:xfrm>
              <a:off x="142875" y="95250"/>
              <a:ext cx="4000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35363B"/>
                  </a:solidFill>
                  <a:latin typeface="Epilogue"/>
                  <a:ea typeface="Epilogue"/>
                  <a:cs typeface="Epilogue"/>
                  <a:sym typeface="Epilogue"/>
                </a:rPr>
                <a:t>Edge Case Injection</a:t>
              </a:r>
              <a:endParaRPr b="1" sz="1018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" sz="879">
                  <a:solidFill>
                    <a:srgbClr val="555555"/>
                  </a:solidFill>
                  <a:latin typeface="Lato"/>
                  <a:ea typeface="Lato"/>
                  <a:cs typeface="Lato"/>
                  <a:sym typeface="Lato"/>
                </a:rPr>
                <a:t>Invalid and out-of-bounds compilation reports were intentionally created to stress-test the agent's constraints and trigger controlled rejections.</a:t>
              </a:r>
              <a:endParaRPr b="0" sz="879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794" name="Google Shape;3794;p133"/>
          <p:cNvGrpSpPr/>
          <p:nvPr/>
        </p:nvGrpSpPr>
        <p:grpSpPr>
          <a:xfrm>
            <a:off x="476250" y="2952750"/>
            <a:ext cx="4286400" cy="809700"/>
            <a:chOff x="0" y="0"/>
            <a:chExt cx="4286400" cy="809700"/>
          </a:xfrm>
        </p:grpSpPr>
        <p:sp>
          <p:nvSpPr>
            <p:cNvPr id="3795" name="Google Shape;3795;p133"/>
            <p:cNvSpPr/>
            <p:nvPr/>
          </p:nvSpPr>
          <p:spPr>
            <a:xfrm>
              <a:off x="0" y="0"/>
              <a:ext cx="4286400" cy="809700"/>
            </a:xfrm>
            <a:prstGeom prst="roundRect">
              <a:avLst>
                <a:gd fmla="val 11764" name="adj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6" name="Google Shape;3796;p133"/>
            <p:cNvSpPr txBox="1"/>
            <p:nvPr/>
          </p:nvSpPr>
          <p:spPr>
            <a:xfrm>
              <a:off x="142875" y="95250"/>
              <a:ext cx="4000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35363B"/>
                  </a:solidFill>
                  <a:latin typeface="Epilogue"/>
                  <a:ea typeface="Epilogue"/>
                  <a:cs typeface="Epilogue"/>
                  <a:sym typeface="Epilogue"/>
                </a:rPr>
                <a:t>Automated Answer Validation</a:t>
              </a:r>
              <a:endParaRPr b="1" sz="1018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" sz="879">
                  <a:solidFill>
                    <a:srgbClr val="555555"/>
                  </a:solidFill>
                  <a:latin typeface="Lato"/>
                  <a:ea typeface="Lato"/>
                  <a:cs typeface="Lato"/>
                  <a:sym typeface="Lato"/>
                </a:rPr>
                <a:t>The testing framework programmatically verified routing accuracy by cross-referencing the LLM's output against the known target family of the synthetic .flow.rpt.</a:t>
              </a:r>
              <a:endParaRPr b="0" sz="879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797" name="Google Shape;3797;p133"/>
          <p:cNvGrpSpPr/>
          <p:nvPr/>
        </p:nvGrpSpPr>
        <p:grpSpPr>
          <a:xfrm>
            <a:off x="476250" y="3905250"/>
            <a:ext cx="4286400" cy="809700"/>
            <a:chOff x="0" y="0"/>
            <a:chExt cx="4286400" cy="809700"/>
          </a:xfrm>
        </p:grpSpPr>
        <p:sp>
          <p:nvSpPr>
            <p:cNvPr id="3798" name="Google Shape;3798;p133"/>
            <p:cNvSpPr/>
            <p:nvPr/>
          </p:nvSpPr>
          <p:spPr>
            <a:xfrm>
              <a:off x="0" y="0"/>
              <a:ext cx="4286400" cy="809700"/>
            </a:xfrm>
            <a:prstGeom prst="roundRect">
              <a:avLst>
                <a:gd fmla="val 11764" name="adj"/>
              </a:avLst>
            </a:prstGeom>
            <a:solidFill>
              <a:srgbClr val="FFFFFF">
                <a:alpha val="9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9" name="Google Shape;3799;p133"/>
            <p:cNvSpPr txBox="1"/>
            <p:nvPr/>
          </p:nvSpPr>
          <p:spPr>
            <a:xfrm>
              <a:off x="142875" y="95250"/>
              <a:ext cx="4000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18">
                  <a:solidFill>
                    <a:srgbClr val="35363B"/>
                  </a:solidFill>
                  <a:latin typeface="Epilogue"/>
                  <a:ea typeface="Epilogue"/>
                  <a:cs typeface="Epilogue"/>
                  <a:sym typeface="Epilogue"/>
                </a:rPr>
                <a:t>Iterative Prompt Engineering</a:t>
              </a:r>
              <a:endParaRPr b="1" sz="1018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300"/>
                </a:spcAft>
                <a:buNone/>
              </a:pPr>
              <a:r>
                <a:rPr b="0" lang="en" sz="879">
                  <a:solidFill>
                    <a:srgbClr val="555555"/>
                  </a:solidFill>
                  <a:latin typeface="Lato"/>
                  <a:ea typeface="Lato"/>
                  <a:cs typeface="Lato"/>
                  <a:sym typeface="Lato"/>
                </a:rPr>
                <a:t>The error classification results drove iterative updates to the system prompt, transitioning the model from list-based rules to strict, step-by-step algorithmic evaluations.</a:t>
              </a:r>
              <a:endParaRPr b="0" sz="879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800" name="Google Shape;3800;p133"/>
          <p:cNvGrpSpPr/>
          <p:nvPr/>
        </p:nvGrpSpPr>
        <p:grpSpPr>
          <a:xfrm>
            <a:off x="5048250" y="1047750"/>
            <a:ext cx="3619575" cy="1143000"/>
            <a:chOff x="0" y="0"/>
            <a:chExt cx="3619575" cy="1143000"/>
          </a:xfrm>
        </p:grpSpPr>
        <p:pic>
          <p:nvPicPr>
            <p:cNvPr id="3801" name="Google Shape;3801;p13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15717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02" name="Google Shape;3802;p133"/>
            <p:cNvSpPr txBox="1"/>
            <p:nvPr/>
          </p:nvSpPr>
          <p:spPr>
            <a:xfrm>
              <a:off x="0" y="0"/>
              <a:ext cx="1571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850">
                  <a:solidFill>
                    <a:srgbClr val="FFFFFF"/>
                  </a:solidFill>
                  <a:latin typeface="Epilogue"/>
                  <a:ea typeface="Epilogue"/>
                  <a:cs typeface="Epilogue"/>
                  <a:sym typeface="Epilogue"/>
                </a:rPr>
                <a:t>Python Data Gen</a:t>
              </a:r>
              <a:endParaRPr b="1" sz="850">
                <a:solidFill>
                  <a:srgbClr val="FFFFFF"/>
                </a:solidFill>
                <a:latin typeface="Epilogue"/>
                <a:ea typeface="Epilogue"/>
                <a:cs typeface="Epilogue"/>
                <a:sym typeface="Epilogue"/>
              </a:endParaRPr>
            </a:p>
          </p:txBody>
        </p:sp>
        <p:pic>
          <p:nvPicPr>
            <p:cNvPr id="3803" name="Google Shape;3803;p13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047875" y="0"/>
              <a:ext cx="15717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04" name="Google Shape;3804;p133"/>
            <p:cNvSpPr txBox="1"/>
            <p:nvPr/>
          </p:nvSpPr>
          <p:spPr>
            <a:xfrm>
              <a:off x="2047875" y="0"/>
              <a:ext cx="1571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850">
                  <a:solidFill>
                    <a:srgbClr val="FFFFFF"/>
                  </a:solidFill>
                  <a:latin typeface="Epilogue"/>
                  <a:ea typeface="Epilogue"/>
                  <a:cs typeface="Epilogue"/>
                  <a:sym typeface="Epilogue"/>
                </a:rPr>
                <a:t>LLM Routing Agent</a:t>
              </a:r>
              <a:endParaRPr b="1" sz="850">
                <a:solidFill>
                  <a:srgbClr val="FFFFFF"/>
                </a:solidFill>
                <a:latin typeface="Epilogue"/>
                <a:ea typeface="Epilogue"/>
                <a:cs typeface="Epilogue"/>
                <a:sym typeface="Epilogue"/>
              </a:endParaRPr>
            </a:p>
          </p:txBody>
        </p:sp>
        <p:pic>
          <p:nvPicPr>
            <p:cNvPr id="3805" name="Google Shape;3805;p13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047875" y="762000"/>
              <a:ext cx="15717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06" name="Google Shape;3806;p133"/>
            <p:cNvSpPr txBox="1"/>
            <p:nvPr/>
          </p:nvSpPr>
          <p:spPr>
            <a:xfrm>
              <a:off x="2047875" y="762000"/>
              <a:ext cx="1571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850">
                  <a:solidFill>
                    <a:srgbClr val="FFFFFF"/>
                  </a:solidFill>
                  <a:latin typeface="Epilogue"/>
                  <a:ea typeface="Epilogue"/>
                  <a:cs typeface="Epilogue"/>
                  <a:sym typeface="Epilogue"/>
                </a:rPr>
                <a:t>Answer Validation</a:t>
              </a:r>
              <a:endParaRPr b="1" sz="850">
                <a:solidFill>
                  <a:srgbClr val="FFFFFF"/>
                </a:solidFill>
                <a:latin typeface="Epilogue"/>
                <a:ea typeface="Epilogue"/>
                <a:cs typeface="Epilogue"/>
                <a:sym typeface="Epilogue"/>
              </a:endParaRPr>
            </a:p>
          </p:txBody>
        </p:sp>
        <p:pic>
          <p:nvPicPr>
            <p:cNvPr id="3807" name="Google Shape;3807;p13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762000"/>
              <a:ext cx="1571700" cy="381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08" name="Google Shape;3808;p133"/>
            <p:cNvSpPr txBox="1"/>
            <p:nvPr/>
          </p:nvSpPr>
          <p:spPr>
            <a:xfrm>
              <a:off x="0" y="762000"/>
              <a:ext cx="1571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850">
                  <a:solidFill>
                    <a:srgbClr val="FFFFFF"/>
                  </a:solidFill>
                  <a:latin typeface="Epilogue"/>
                  <a:ea typeface="Epilogue"/>
                  <a:cs typeface="Epilogue"/>
                  <a:sym typeface="Epilogue"/>
                </a:rPr>
                <a:t>Prompt Refinement</a:t>
              </a:r>
              <a:endParaRPr b="1" sz="850">
                <a:solidFill>
                  <a:srgbClr val="FFFFFF"/>
                </a:solidFill>
                <a:latin typeface="Epilogue"/>
                <a:ea typeface="Epilogue"/>
                <a:cs typeface="Epilogue"/>
                <a:sym typeface="Epilogue"/>
              </a:endParaRPr>
            </a:p>
          </p:txBody>
        </p:sp>
        <p:pic>
          <p:nvPicPr>
            <p:cNvPr id="3809" name="Google Shape;3809;p1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562100" y="180975"/>
              <a:ext cx="4191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10" name="Google Shape;3810;p133"/>
            <p:cNvSpPr/>
            <p:nvPr/>
          </p:nvSpPr>
          <p:spPr>
            <a:xfrm>
              <a:off x="1952625" y="142875"/>
              <a:ext cx="95400" cy="95400"/>
            </a:xfrm>
            <a:custGeom>
              <a:rect b="b" l="l" r="r" t="t"/>
              <a:pathLst>
                <a:path extrusionOk="0" h="120000" w="120000">
                  <a:moveTo>
                    <a:pt x="120000" y="60000"/>
                  </a:moveTo>
                  <a:lnTo>
                    <a:pt x="0" y="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3536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811" name="Google Shape;3811;p13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2824163" y="371475"/>
              <a:ext cx="19200" cy="3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12" name="Google Shape;3812;p133"/>
            <p:cNvSpPr/>
            <p:nvPr/>
          </p:nvSpPr>
          <p:spPr>
            <a:xfrm>
              <a:off x="2786063" y="666750"/>
              <a:ext cx="95400" cy="95400"/>
            </a:xfrm>
            <a:custGeom>
              <a:rect b="b" l="l" r="r" t="t"/>
              <a:pathLst>
                <a:path extrusionOk="0" h="120000" w="120000">
                  <a:moveTo>
                    <a:pt x="60000" y="120000"/>
                  </a:moveTo>
                  <a:lnTo>
                    <a:pt x="0" y="0"/>
                  </a:lnTo>
                  <a:lnTo>
                    <a:pt x="120000" y="0"/>
                  </a:lnTo>
                  <a:close/>
                </a:path>
              </a:pathLst>
            </a:custGeom>
            <a:solidFill>
              <a:srgbClr val="3536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813" name="Google Shape;3813;p13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638300" y="942975"/>
              <a:ext cx="4191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14" name="Google Shape;3814;p133"/>
            <p:cNvSpPr/>
            <p:nvPr/>
          </p:nvSpPr>
          <p:spPr>
            <a:xfrm>
              <a:off x="1571625" y="904875"/>
              <a:ext cx="95400" cy="954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3536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815" name="Google Shape;3815;p13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776288" y="447675"/>
              <a:ext cx="19200" cy="324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16" name="Google Shape;3816;p133"/>
            <p:cNvSpPr/>
            <p:nvPr/>
          </p:nvSpPr>
          <p:spPr>
            <a:xfrm>
              <a:off x="738188" y="381000"/>
              <a:ext cx="95400" cy="95400"/>
            </a:xfrm>
            <a:custGeom>
              <a:rect b="b" l="l" r="r" t="t"/>
              <a:pathLst>
                <a:path extrusionOk="0" h="120000" w="120000">
                  <a:moveTo>
                    <a:pt x="60000" y="0"/>
                  </a:moveTo>
                  <a:lnTo>
                    <a:pt x="0" y="120000"/>
                  </a:lnTo>
                  <a:lnTo>
                    <a:pt x="120000" y="120000"/>
                  </a:lnTo>
                  <a:close/>
                </a:path>
              </a:pathLst>
            </a:custGeom>
            <a:solidFill>
              <a:srgbClr val="35363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817" name="Google Shape;3817;p133"/>
          <p:cNvGrpSpPr/>
          <p:nvPr/>
        </p:nvGrpSpPr>
        <p:grpSpPr>
          <a:xfrm>
            <a:off x="5048250" y="2571750"/>
            <a:ext cx="3619500" cy="2095500"/>
            <a:chOff x="0" y="0"/>
            <a:chExt cx="3619500" cy="2095500"/>
          </a:xfrm>
        </p:grpSpPr>
        <p:pic>
          <p:nvPicPr>
            <p:cNvPr descr="A high-quality scatter plot showing response times and error classifications of LLM routing models, with a clean visual style and a distinct distribution of points" id="3818" name="Google Shape;3818;p133"/>
            <p:cNvPicPr preferRelativeResize="0"/>
            <p:nvPr/>
          </p:nvPicPr>
          <p:blipFill rotWithShape="1">
            <a:blip r:embed="rId8">
              <a:alphaModFix/>
            </a:blip>
            <a:srcRect b="7899" l="0" r="0" t="7891"/>
            <a:stretch/>
          </p:blipFill>
          <p:spPr>
            <a:xfrm>
              <a:off x="0" y="381000"/>
              <a:ext cx="3619500" cy="1714500"/>
            </a:xfrm>
            <a:prstGeom prst="roundRect">
              <a:avLst>
                <a:gd fmla="val 6666" name="adj"/>
              </a:avLst>
            </a:prstGeom>
            <a:noFill/>
            <a:ln>
              <a:noFill/>
            </a:ln>
          </p:spPr>
        </p:pic>
        <p:sp>
          <p:nvSpPr>
            <p:cNvPr id="3819" name="Google Shape;3819;p133"/>
            <p:cNvSpPr/>
            <p:nvPr/>
          </p:nvSpPr>
          <p:spPr>
            <a:xfrm>
              <a:off x="0" y="381000"/>
              <a:ext cx="3619500" cy="1714500"/>
            </a:xfrm>
            <a:prstGeom prst="roundRect">
              <a:avLst>
                <a:gd fmla="val 6666" name="adj"/>
              </a:avLst>
            </a:prstGeom>
            <a:solidFill>
              <a:srgbClr val="000000">
                <a:alpha val="0"/>
              </a:srgbClr>
            </a:solidFill>
            <a:ln cap="flat" cmpd="sng" w="14300">
              <a:solidFill>
                <a:srgbClr val="D9DD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0" name="Google Shape;3820;p133"/>
            <p:cNvSpPr txBox="1"/>
            <p:nvPr/>
          </p:nvSpPr>
          <p:spPr>
            <a:xfrm>
              <a:off x="0" y="0"/>
              <a:ext cx="361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300"/>
                </a:spcAft>
                <a:buNone/>
              </a:pPr>
              <a:r>
                <a:rPr b="1" lang="en" sz="1018">
                  <a:solidFill>
                    <a:srgbClr val="35363B"/>
                  </a:solidFill>
                  <a:latin typeface="Epilogue"/>
                  <a:ea typeface="Epilogue"/>
                  <a:cs typeface="Epilogue"/>
                  <a:sym typeface="Epilogue"/>
                </a:rPr>
                <a:t>Response Time &amp; Error Classification</a:t>
              </a:r>
              <a:endParaRPr b="1" sz="1018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endParaRPr>
            </a:p>
          </p:txBody>
        </p:sp>
      </p:grpSp>
      <p:pic>
        <p:nvPicPr>
          <p:cNvPr id="3821" name="Google Shape;3821;p133" title="qwen2.57b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048250" y="2952750"/>
            <a:ext cx="3619500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3825" name="Shape 3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6" name="Google Shape;3826;p134"/>
          <p:cNvSpPr/>
          <p:nvPr/>
        </p:nvSpPr>
        <p:spPr>
          <a:xfrm rot="3259944">
            <a:off x="7063028" y="-804482"/>
            <a:ext cx="3168338" cy="2562082"/>
          </a:xfrm>
          <a:custGeom>
            <a:rect b="b" l="l" r="r" t="t"/>
            <a:pathLst>
              <a:path extrusionOk="0" h="120000" w="120000">
                <a:moveTo>
                  <a:pt x="65228" y="0"/>
                </a:moveTo>
                <a:cubicBezTo>
                  <a:pt x="58742" y="0"/>
                  <a:pt x="50697" y="1586"/>
                  <a:pt x="42714" y="7281"/>
                </a:cubicBezTo>
                <a:cubicBezTo>
                  <a:pt x="24706" y="20127"/>
                  <a:pt x="15627" y="45624"/>
                  <a:pt x="7816" y="66053"/>
                </a:cubicBezTo>
                <a:cubicBezTo>
                  <a:pt x="0" y="86490"/>
                  <a:pt x="4499" y="107244"/>
                  <a:pt x="18250" y="116719"/>
                </a:cubicBezTo>
                <a:cubicBezTo>
                  <a:pt x="21711" y="119102"/>
                  <a:pt x="24891" y="120000"/>
                  <a:pt x="28024" y="120000"/>
                </a:cubicBezTo>
                <a:cubicBezTo>
                  <a:pt x="37336" y="120000"/>
                  <a:pt x="46197" y="112050"/>
                  <a:pt x="60628" y="111540"/>
                </a:cubicBezTo>
                <a:cubicBezTo>
                  <a:pt x="62970" y="111458"/>
                  <a:pt x="65103" y="111434"/>
                  <a:pt x="67075" y="111434"/>
                </a:cubicBezTo>
                <a:cubicBezTo>
                  <a:pt x="69490" y="111434"/>
                  <a:pt x="71660" y="111468"/>
                  <a:pt x="73665" y="111468"/>
                </a:cubicBezTo>
                <a:cubicBezTo>
                  <a:pt x="83509" y="111468"/>
                  <a:pt x="89425" y="110634"/>
                  <a:pt x="101103" y="100797"/>
                </a:cubicBezTo>
                <a:cubicBezTo>
                  <a:pt x="117106" y="87313"/>
                  <a:pt x="120000" y="55506"/>
                  <a:pt x="107378" y="31973"/>
                </a:cubicBezTo>
                <a:cubicBezTo>
                  <a:pt x="94748" y="8441"/>
                  <a:pt x="79065" y="2502"/>
                  <a:pt x="79065" y="2502"/>
                </a:cubicBezTo>
                <a:cubicBezTo>
                  <a:pt x="79065" y="2502"/>
                  <a:pt x="73378" y="0"/>
                  <a:pt x="65228" y="0"/>
                </a:cubicBez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7" name="Google Shape;3827;p134"/>
          <p:cNvSpPr txBox="1"/>
          <p:nvPr/>
        </p:nvSpPr>
        <p:spPr>
          <a:xfrm>
            <a:off x="476250" y="381000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rPr>
              <a:t>AI Performance &amp; Optimization Metrics</a:t>
            </a:r>
            <a:endParaRPr b="1" sz="2600">
              <a:solidFill>
                <a:srgbClr val="35363B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pic>
        <p:nvPicPr>
          <p:cNvPr id="3828" name="Google Shape;3828;p134" title="qwen2.57b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7125" y="857399"/>
            <a:ext cx="4133850" cy="170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9" name="Google Shape;3829;p1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1050" y="3297225"/>
            <a:ext cx="4170251" cy="1668101"/>
          </a:xfrm>
          <a:prstGeom prst="rect">
            <a:avLst/>
          </a:prstGeom>
          <a:noFill/>
          <a:ln>
            <a:noFill/>
          </a:ln>
        </p:spPr>
      </p:pic>
      <p:sp>
        <p:nvSpPr>
          <p:cNvPr id="3830" name="Google Shape;3830;p134"/>
          <p:cNvSpPr/>
          <p:nvPr/>
        </p:nvSpPr>
        <p:spPr>
          <a:xfrm rot="5552187">
            <a:off x="-721657" y="4084626"/>
            <a:ext cx="2054012" cy="1765200"/>
          </a:xfrm>
          <a:custGeom>
            <a:rect b="b" l="l" r="r" t="t"/>
            <a:pathLst>
              <a:path extrusionOk="0" h="120000" w="120000">
                <a:moveTo>
                  <a:pt x="75012" y="0"/>
                </a:moveTo>
                <a:cubicBezTo>
                  <a:pt x="72786" y="0"/>
                  <a:pt x="70430" y="318"/>
                  <a:pt x="67976" y="1069"/>
                </a:cubicBezTo>
                <a:cubicBezTo>
                  <a:pt x="52187" y="5908"/>
                  <a:pt x="45155" y="22858"/>
                  <a:pt x="35847" y="34304"/>
                </a:cubicBezTo>
                <a:cubicBezTo>
                  <a:pt x="30971" y="40298"/>
                  <a:pt x="23977" y="42268"/>
                  <a:pt x="18264" y="46787"/>
                </a:cubicBezTo>
                <a:cubicBezTo>
                  <a:pt x="0" y="61249"/>
                  <a:pt x="1664" y="95735"/>
                  <a:pt x="15048" y="109354"/>
                </a:cubicBezTo>
                <a:cubicBezTo>
                  <a:pt x="22074" y="116499"/>
                  <a:pt x="30302" y="120000"/>
                  <a:pt x="40060" y="120000"/>
                </a:cubicBezTo>
                <a:cubicBezTo>
                  <a:pt x="46386" y="120000"/>
                  <a:pt x="53354" y="118528"/>
                  <a:pt x="61060" y="115628"/>
                </a:cubicBezTo>
                <a:cubicBezTo>
                  <a:pt x="80649" y="108249"/>
                  <a:pt x="94645" y="103929"/>
                  <a:pt x="107323" y="80759"/>
                </a:cubicBezTo>
                <a:cubicBezTo>
                  <a:pt x="120000" y="57597"/>
                  <a:pt x="109735" y="27135"/>
                  <a:pt x="95419" y="9366"/>
                </a:cubicBezTo>
                <a:cubicBezTo>
                  <a:pt x="95419" y="9366"/>
                  <a:pt x="87108" y="0"/>
                  <a:pt x="75012" y="0"/>
                </a:cubicBez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31" name="Google Shape;3831;p134"/>
          <p:cNvPicPr preferRelativeResize="0"/>
          <p:nvPr/>
        </p:nvPicPr>
        <p:blipFill rotWithShape="1">
          <a:blip r:embed="rId5">
            <a:alphaModFix/>
          </a:blip>
          <a:srcRect b="30340" l="0" r="63929" t="30123"/>
          <a:stretch/>
        </p:blipFill>
        <p:spPr>
          <a:xfrm>
            <a:off x="261450" y="1220525"/>
            <a:ext cx="848050" cy="929501"/>
          </a:xfrm>
          <a:prstGeom prst="rect">
            <a:avLst/>
          </a:prstGeom>
          <a:noFill/>
          <a:ln>
            <a:noFill/>
          </a:ln>
        </p:spPr>
      </p:pic>
      <p:sp>
        <p:nvSpPr>
          <p:cNvPr id="3832" name="Google Shape;3832;p134"/>
          <p:cNvSpPr txBox="1"/>
          <p:nvPr/>
        </p:nvSpPr>
        <p:spPr>
          <a:xfrm>
            <a:off x="1319575" y="1250550"/>
            <a:ext cx="33414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Qwen 2.5 (7B Parameters)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Chose an open sourced general purpose model for its speed and accuracy.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833" name="Google Shape;3833;p1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3700" y="2265675"/>
            <a:ext cx="1003550" cy="1148650"/>
          </a:xfrm>
          <a:prstGeom prst="rect">
            <a:avLst/>
          </a:prstGeom>
          <a:noFill/>
          <a:ln>
            <a:noFill/>
          </a:ln>
        </p:spPr>
      </p:pic>
      <p:sp>
        <p:nvSpPr>
          <p:cNvPr id="3834" name="Google Shape;3834;p134"/>
          <p:cNvSpPr txBox="1"/>
          <p:nvPr/>
        </p:nvSpPr>
        <p:spPr>
          <a:xfrm>
            <a:off x="1319575" y="2308675"/>
            <a:ext cx="3341400" cy="11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Routing Accuracy (98%)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Mix of synthetic and real .flow.rpt files were tested on the model to correctly categorize hardware limits, route tasks, and run safety and efficiency evaluations.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835" name="Google Shape;3835;p1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61450" y="3529975"/>
            <a:ext cx="848050" cy="1023057"/>
          </a:xfrm>
          <a:prstGeom prst="rect">
            <a:avLst/>
          </a:prstGeom>
          <a:noFill/>
          <a:ln>
            <a:noFill/>
          </a:ln>
        </p:spPr>
      </p:pic>
      <p:sp>
        <p:nvSpPr>
          <p:cNvPr id="3836" name="Google Shape;3836;p134"/>
          <p:cNvSpPr txBox="1"/>
          <p:nvPr/>
        </p:nvSpPr>
        <p:spPr>
          <a:xfrm>
            <a:off x="1300225" y="3690200"/>
            <a:ext cx="3380100" cy="9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Average Response Time (1031 ms)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general purpose model was quicker in response compared to a deep reasoning model.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837" name="Google Shape;3837;p134"/>
          <p:cNvSpPr/>
          <p:nvPr/>
        </p:nvSpPr>
        <p:spPr>
          <a:xfrm>
            <a:off x="6664100" y="2694225"/>
            <a:ext cx="285900" cy="476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 cap="flat" cmpd="sng" w="7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1" name="Shape 3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2" name="Google Shape;3842;p1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(Video)</a:t>
            </a:r>
            <a:endParaRPr/>
          </a:p>
        </p:txBody>
      </p:sp>
      <p:pic>
        <p:nvPicPr>
          <p:cNvPr id="3843" name="Google Shape;3843;p135" title="Video_FPGA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0000" y="1017725"/>
            <a:ext cx="7704000" cy="399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47" name="Shape 3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8" name="Google Shape;3848;p13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9" name="Google Shape;3849;p136"/>
          <p:cNvSpPr/>
          <p:nvPr/>
        </p:nvSpPr>
        <p:spPr>
          <a:xfrm rot="5552187">
            <a:off x="-721607" y="4084626"/>
            <a:ext cx="2054012" cy="1765200"/>
          </a:xfrm>
          <a:custGeom>
            <a:rect b="b" l="l" r="r" t="t"/>
            <a:pathLst>
              <a:path extrusionOk="0" h="120000" w="120000">
                <a:moveTo>
                  <a:pt x="75012" y="0"/>
                </a:moveTo>
                <a:cubicBezTo>
                  <a:pt x="72786" y="0"/>
                  <a:pt x="70430" y="318"/>
                  <a:pt x="67976" y="1072"/>
                </a:cubicBezTo>
                <a:cubicBezTo>
                  <a:pt x="52187" y="5911"/>
                  <a:pt x="45155" y="22861"/>
                  <a:pt x="35846" y="34307"/>
                </a:cubicBezTo>
                <a:cubicBezTo>
                  <a:pt x="30971" y="40301"/>
                  <a:pt x="23976" y="42271"/>
                  <a:pt x="18265" y="46790"/>
                </a:cubicBezTo>
                <a:cubicBezTo>
                  <a:pt x="0" y="61251"/>
                  <a:pt x="1663" y="95736"/>
                  <a:pt x="15048" y="109354"/>
                </a:cubicBezTo>
                <a:cubicBezTo>
                  <a:pt x="22074" y="116499"/>
                  <a:pt x="30302" y="120000"/>
                  <a:pt x="40061" y="120000"/>
                </a:cubicBezTo>
                <a:cubicBezTo>
                  <a:pt x="46386" y="120000"/>
                  <a:pt x="53354" y="118528"/>
                  <a:pt x="61060" y="115629"/>
                </a:cubicBezTo>
                <a:cubicBezTo>
                  <a:pt x="80649" y="108249"/>
                  <a:pt x="94645" y="103929"/>
                  <a:pt x="107323" y="80760"/>
                </a:cubicBezTo>
                <a:cubicBezTo>
                  <a:pt x="120000" y="57599"/>
                  <a:pt x="109735" y="27138"/>
                  <a:pt x="95419" y="9370"/>
                </a:cubicBezTo>
                <a:cubicBezTo>
                  <a:pt x="95419" y="9370"/>
                  <a:pt x="87108" y="0"/>
                  <a:pt x="75012" y="0"/>
                </a:cubicBez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0" name="Google Shape;3850;p136"/>
          <p:cNvSpPr/>
          <p:nvPr/>
        </p:nvSpPr>
        <p:spPr>
          <a:xfrm rot="3259944">
            <a:off x="7063022" y="-804493"/>
            <a:ext cx="3168338" cy="2562082"/>
          </a:xfrm>
          <a:custGeom>
            <a:rect b="b" l="l" r="r" t="t"/>
            <a:pathLst>
              <a:path extrusionOk="0" h="120000" w="120000">
                <a:moveTo>
                  <a:pt x="65228" y="0"/>
                </a:moveTo>
                <a:cubicBezTo>
                  <a:pt x="58742" y="0"/>
                  <a:pt x="50697" y="1586"/>
                  <a:pt x="42715" y="7281"/>
                </a:cubicBezTo>
                <a:cubicBezTo>
                  <a:pt x="24706" y="20127"/>
                  <a:pt x="15628" y="45624"/>
                  <a:pt x="7817" y="66053"/>
                </a:cubicBezTo>
                <a:cubicBezTo>
                  <a:pt x="0" y="86490"/>
                  <a:pt x="4499" y="107244"/>
                  <a:pt x="18250" y="116719"/>
                </a:cubicBezTo>
                <a:cubicBezTo>
                  <a:pt x="21711" y="119102"/>
                  <a:pt x="24892" y="120000"/>
                  <a:pt x="28024" y="120000"/>
                </a:cubicBezTo>
                <a:cubicBezTo>
                  <a:pt x="37337" y="120000"/>
                  <a:pt x="46197" y="112050"/>
                  <a:pt x="60628" y="111540"/>
                </a:cubicBezTo>
                <a:cubicBezTo>
                  <a:pt x="62970" y="111458"/>
                  <a:pt x="65103" y="111434"/>
                  <a:pt x="67076" y="111434"/>
                </a:cubicBezTo>
                <a:cubicBezTo>
                  <a:pt x="69490" y="111434"/>
                  <a:pt x="71660" y="111468"/>
                  <a:pt x="73665" y="111468"/>
                </a:cubicBezTo>
                <a:cubicBezTo>
                  <a:pt x="83509" y="111468"/>
                  <a:pt x="89425" y="110634"/>
                  <a:pt x="101103" y="100797"/>
                </a:cubicBezTo>
                <a:cubicBezTo>
                  <a:pt x="117106" y="87313"/>
                  <a:pt x="120000" y="55506"/>
                  <a:pt x="107378" y="31973"/>
                </a:cubicBezTo>
                <a:cubicBezTo>
                  <a:pt x="94748" y="8441"/>
                  <a:pt x="79065" y="2502"/>
                  <a:pt x="79065" y="2502"/>
                </a:cubicBezTo>
                <a:cubicBezTo>
                  <a:pt x="79065" y="2502"/>
                  <a:pt x="73378" y="0"/>
                  <a:pt x="65228" y="0"/>
                </a:cubicBez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1" name="Google Shape;3851;p136"/>
          <p:cNvSpPr txBox="1"/>
          <p:nvPr/>
        </p:nvSpPr>
        <p:spPr>
          <a:xfrm>
            <a:off x="476250" y="381000"/>
            <a:ext cx="81915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rPr>
              <a:t>Challenges &amp; Reflection</a:t>
            </a:r>
            <a:endParaRPr b="1" sz="2600">
              <a:solidFill>
                <a:srgbClr val="35363B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grpSp>
        <p:nvGrpSpPr>
          <p:cNvPr id="3852" name="Google Shape;3852;p136"/>
          <p:cNvGrpSpPr/>
          <p:nvPr/>
        </p:nvGrpSpPr>
        <p:grpSpPr>
          <a:xfrm>
            <a:off x="476250" y="1047750"/>
            <a:ext cx="3952800" cy="1666800"/>
            <a:chOff x="0" y="0"/>
            <a:chExt cx="3952800" cy="1666800"/>
          </a:xfrm>
        </p:grpSpPr>
        <p:sp>
          <p:nvSpPr>
            <p:cNvPr id="3853" name="Google Shape;3853;p136"/>
            <p:cNvSpPr/>
            <p:nvPr/>
          </p:nvSpPr>
          <p:spPr>
            <a:xfrm>
              <a:off x="0" y="0"/>
              <a:ext cx="3952800" cy="1666800"/>
            </a:xfrm>
            <a:prstGeom prst="roundRect">
              <a:avLst>
                <a:gd fmla="val 6857" name="adj"/>
              </a:avLst>
            </a:prstGeom>
            <a:solidFill>
              <a:srgbClr val="FFFFFF"/>
            </a:solidFill>
            <a:ln cap="flat" cmpd="sng" w="9525">
              <a:solidFill>
                <a:srgbClr val="D9DD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4" name="Google Shape;3854;p136"/>
            <p:cNvSpPr txBox="1"/>
            <p:nvPr/>
          </p:nvSpPr>
          <p:spPr>
            <a:xfrm>
              <a:off x="190500" y="237236"/>
              <a:ext cx="571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timer</a:t>
              </a:r>
              <a:endParaRPr sz="32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855" name="Google Shape;3855;p136"/>
            <p:cNvSpPr txBox="1"/>
            <p:nvPr/>
          </p:nvSpPr>
          <p:spPr>
            <a:xfrm>
              <a:off x="857250" y="190500"/>
              <a:ext cx="29052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5363B"/>
                  </a:solidFill>
                  <a:latin typeface="Epilogue"/>
                  <a:ea typeface="Epilogue"/>
                  <a:cs typeface="Epilogue"/>
                  <a:sym typeface="Epilogue"/>
                </a:rPr>
                <a:t>Testing Bottleneck</a:t>
              </a:r>
              <a:endParaRPr b="1" sz="120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000"/>
                <a:t>The Problem:</a:t>
              </a:r>
              <a:r>
                <a:rPr lang="en" sz="1000"/>
                <a:t> Initially, validating the LLM agent required manually compiling dozens of full Quartus projects, consuming massive amounts of time.</a:t>
              </a:r>
              <a:endParaRPr sz="10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The Solution:</a:t>
              </a:r>
              <a:r>
                <a:rPr lang="en" sz="1000"/>
                <a:t> Pivoted to a synthetic testing model by writing a Python script to instantly generate fake </a:t>
              </a:r>
              <a:r>
                <a:rPr lang="en" sz="1000">
                  <a:solidFill>
                    <a:srgbClr val="188038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.flow.rpt</a:t>
              </a:r>
              <a:r>
                <a:rPr lang="en" sz="1000"/>
                <a:t> files for rapid AI benchmarking.</a:t>
              </a:r>
              <a:endParaRPr sz="10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50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856" name="Google Shape;3856;p136"/>
          <p:cNvGrpSpPr/>
          <p:nvPr/>
        </p:nvGrpSpPr>
        <p:grpSpPr>
          <a:xfrm>
            <a:off x="4714875" y="1047750"/>
            <a:ext cx="3952800" cy="1666800"/>
            <a:chOff x="0" y="0"/>
            <a:chExt cx="3952800" cy="1666800"/>
          </a:xfrm>
        </p:grpSpPr>
        <p:sp>
          <p:nvSpPr>
            <p:cNvPr id="3857" name="Google Shape;3857;p136"/>
            <p:cNvSpPr/>
            <p:nvPr/>
          </p:nvSpPr>
          <p:spPr>
            <a:xfrm>
              <a:off x="0" y="0"/>
              <a:ext cx="3952800" cy="1666800"/>
            </a:xfrm>
            <a:prstGeom prst="roundRect">
              <a:avLst>
                <a:gd fmla="val 6857" name="adj"/>
              </a:avLst>
            </a:prstGeom>
            <a:solidFill>
              <a:srgbClr val="FFFFFF"/>
            </a:solidFill>
            <a:ln cap="flat" cmpd="sng" w="9525">
              <a:solidFill>
                <a:srgbClr val="D9DD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8" name="Google Shape;3858;p136"/>
            <p:cNvSpPr txBox="1"/>
            <p:nvPr/>
          </p:nvSpPr>
          <p:spPr>
            <a:xfrm>
              <a:off x="190500" y="237236"/>
              <a:ext cx="571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security</a:t>
              </a:r>
              <a:endParaRPr sz="32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859" name="Google Shape;3859;p136"/>
            <p:cNvSpPr txBox="1"/>
            <p:nvPr/>
          </p:nvSpPr>
          <p:spPr>
            <a:xfrm>
              <a:off x="857250" y="190500"/>
              <a:ext cx="29052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5363B"/>
                  </a:solidFill>
                  <a:latin typeface="Epilogue"/>
                  <a:ea typeface="Epilogue"/>
                  <a:cs typeface="Epilogue"/>
                  <a:sym typeface="Epilogue"/>
                </a:rPr>
                <a:t>Hardware Security</a:t>
              </a:r>
              <a:endParaRPr b="1" sz="120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000"/>
                <a:t>The Problem:</a:t>
              </a:r>
              <a:r>
                <a:rPr lang="en" sz="1000"/>
                <a:t> The Agilex 7 features a strict Secure Device Manager (SDM) that blocked deployments without precise Voltage Identification (VID) handshakes over PMBus.</a:t>
              </a:r>
              <a:endParaRPr sz="1000"/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/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The Solution:</a:t>
              </a:r>
              <a:r>
                <a:rPr lang="en" sz="1000"/>
                <a:t> Used Altera's SystemBuilder to automatically generate the VID assignments.</a:t>
              </a:r>
              <a:endParaRPr sz="10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50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860" name="Google Shape;3860;p136"/>
          <p:cNvGrpSpPr/>
          <p:nvPr/>
        </p:nvGrpSpPr>
        <p:grpSpPr>
          <a:xfrm>
            <a:off x="476250" y="2905125"/>
            <a:ext cx="3952800" cy="1666800"/>
            <a:chOff x="0" y="0"/>
            <a:chExt cx="3952800" cy="1666800"/>
          </a:xfrm>
        </p:grpSpPr>
        <p:sp>
          <p:nvSpPr>
            <p:cNvPr id="3861" name="Google Shape;3861;p136"/>
            <p:cNvSpPr/>
            <p:nvPr/>
          </p:nvSpPr>
          <p:spPr>
            <a:xfrm>
              <a:off x="0" y="0"/>
              <a:ext cx="3952800" cy="1666800"/>
            </a:xfrm>
            <a:prstGeom prst="roundRect">
              <a:avLst>
                <a:gd fmla="val 6857" name="adj"/>
              </a:avLst>
            </a:prstGeom>
            <a:solidFill>
              <a:srgbClr val="FFFFFF"/>
            </a:solidFill>
            <a:ln cap="flat" cmpd="sng" w="9525">
              <a:solidFill>
                <a:srgbClr val="D9DD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2" name="Google Shape;3862;p136"/>
            <p:cNvSpPr txBox="1"/>
            <p:nvPr/>
          </p:nvSpPr>
          <p:spPr>
            <a:xfrm>
              <a:off x="190500" y="237236"/>
              <a:ext cx="571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dns</a:t>
              </a:r>
              <a:endParaRPr sz="32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863" name="Google Shape;3863;p136"/>
            <p:cNvSpPr txBox="1"/>
            <p:nvPr/>
          </p:nvSpPr>
          <p:spPr>
            <a:xfrm>
              <a:off x="857250" y="190500"/>
              <a:ext cx="29052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5363B"/>
                  </a:solidFill>
                  <a:latin typeface="Epilogue"/>
                  <a:ea typeface="Epilogue"/>
                  <a:cs typeface="Epilogue"/>
                  <a:sym typeface="Epilogue"/>
                </a:rPr>
                <a:t>API Stability</a:t>
              </a:r>
              <a:endParaRPr b="1" sz="120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" sz="1000"/>
                <a:t>The Problem:</a:t>
              </a:r>
              <a:r>
                <a:rPr lang="en" sz="1000"/>
                <a:t> The Flask API was executed as a standard Python script, which caused the routing server to unexpectedly shut off.</a:t>
              </a:r>
              <a:endParaRPr sz="10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The Solution:</a:t>
              </a:r>
              <a:r>
                <a:rPr lang="en" sz="1000"/>
                <a:t> Reconfigured the environment to run the API as a dedicated background service to ensure 24/7 </a:t>
              </a:r>
              <a:r>
                <a:rPr lang="en" sz="1000"/>
                <a:t>avalability</a:t>
              </a:r>
              <a:r>
                <a:rPr lang="en" sz="1000"/>
                <a:t>.</a:t>
              </a:r>
              <a:endParaRPr sz="1150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864" name="Google Shape;3864;p136"/>
          <p:cNvGrpSpPr/>
          <p:nvPr/>
        </p:nvGrpSpPr>
        <p:grpSpPr>
          <a:xfrm>
            <a:off x="4714875" y="2905125"/>
            <a:ext cx="3952800" cy="1666800"/>
            <a:chOff x="0" y="0"/>
            <a:chExt cx="3952800" cy="1666800"/>
          </a:xfrm>
        </p:grpSpPr>
        <p:sp>
          <p:nvSpPr>
            <p:cNvPr id="3865" name="Google Shape;3865;p136"/>
            <p:cNvSpPr/>
            <p:nvPr/>
          </p:nvSpPr>
          <p:spPr>
            <a:xfrm>
              <a:off x="0" y="0"/>
              <a:ext cx="3952800" cy="1666800"/>
            </a:xfrm>
            <a:prstGeom prst="roundRect">
              <a:avLst>
                <a:gd fmla="val 6857" name="adj"/>
              </a:avLst>
            </a:prstGeom>
            <a:solidFill>
              <a:srgbClr val="FFFFFF"/>
            </a:solidFill>
            <a:ln cap="flat" cmpd="sng" w="9525">
              <a:solidFill>
                <a:srgbClr val="D9DD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6" name="Google Shape;3866;p136"/>
            <p:cNvSpPr txBox="1"/>
            <p:nvPr/>
          </p:nvSpPr>
          <p:spPr>
            <a:xfrm>
              <a:off x="190500" y="237236"/>
              <a:ext cx="571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lightbulb</a:t>
              </a:r>
              <a:endParaRPr sz="32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867" name="Google Shape;3867;p136"/>
            <p:cNvSpPr txBox="1"/>
            <p:nvPr/>
          </p:nvSpPr>
          <p:spPr>
            <a:xfrm>
              <a:off x="857250" y="190500"/>
              <a:ext cx="29052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5363B"/>
                  </a:solidFill>
                  <a:latin typeface="Epilogue"/>
                  <a:ea typeface="Epilogue"/>
                  <a:cs typeface="Epilogue"/>
                  <a:sym typeface="Epilogue"/>
                </a:rPr>
                <a:t>Reflection: Ecosystem Transition</a:t>
              </a:r>
              <a:endParaRPr b="1" sz="120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115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Transitioning from AMD Vivado to Intel Quartus required deeper upfront literature review</a:t>
              </a:r>
              <a:r>
                <a:rPr lang="en" sz="1150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sz="115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5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5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5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3F3F3"/>
        </a:solidFill>
      </p:bgPr>
    </p:bg>
    <p:spTree>
      <p:nvGrpSpPr>
        <p:cNvPr id="3871" name="Shape 3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2" name="Google Shape;3872;p137"/>
          <p:cNvSpPr/>
          <p:nvPr/>
        </p:nvSpPr>
        <p:spPr>
          <a:xfrm rot="5551935">
            <a:off x="-3186987" y="4266571"/>
            <a:ext cx="1853710" cy="1180200"/>
          </a:xfrm>
          <a:custGeom>
            <a:rect b="b" l="l" r="r" t="t"/>
            <a:pathLst>
              <a:path extrusionOk="0" h="120000" w="120000">
                <a:moveTo>
                  <a:pt x="80534" y="109637"/>
                </a:moveTo>
                <a:cubicBezTo>
                  <a:pt x="79424" y="70315"/>
                  <a:pt x="65118" y="24407"/>
                  <a:pt x="40452" y="7264"/>
                </a:cubicBezTo>
                <a:cubicBezTo>
                  <a:pt x="34286" y="3002"/>
                  <a:pt x="26578" y="0"/>
                  <a:pt x="20411" y="6780"/>
                </a:cubicBezTo>
                <a:cubicBezTo>
                  <a:pt x="0" y="28378"/>
                  <a:pt x="1912" y="80000"/>
                  <a:pt x="16711" y="100339"/>
                </a:cubicBezTo>
                <a:lnTo>
                  <a:pt x="45940" y="120000"/>
                </a:lnTo>
                <a:lnTo>
                  <a:pt x="56793" y="120000"/>
                </a:lnTo>
                <a:cubicBezTo>
                  <a:pt x="63762" y="120000"/>
                  <a:pt x="71470" y="117869"/>
                  <a:pt x="79979" y="113511"/>
                </a:cubicBezTo>
                <a:lnTo>
                  <a:pt x="120000" y="76416"/>
                </a:lnTo>
                <a:lnTo>
                  <a:pt x="80596" y="22470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3" name="Google Shape;3873;p137"/>
          <p:cNvSpPr txBox="1"/>
          <p:nvPr/>
        </p:nvSpPr>
        <p:spPr>
          <a:xfrm>
            <a:off x="714375" y="438150"/>
            <a:ext cx="7715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0475" lIns="90475" spcFirstLastPara="1" rIns="90475" wrap="square" tIns="90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5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rPr>
              <a:t>Knowledge &amp; Skills Acquired</a:t>
            </a:r>
            <a:endParaRPr b="1" sz="2550">
              <a:solidFill>
                <a:srgbClr val="35363B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sp>
        <p:nvSpPr>
          <p:cNvPr id="3874" name="Google Shape;3874;p137"/>
          <p:cNvSpPr/>
          <p:nvPr/>
        </p:nvSpPr>
        <p:spPr>
          <a:xfrm rot="5552187">
            <a:off x="-721607" y="4084626"/>
            <a:ext cx="2054012" cy="1765200"/>
          </a:xfrm>
          <a:custGeom>
            <a:rect b="b" l="l" r="r" t="t"/>
            <a:pathLst>
              <a:path extrusionOk="0" h="120000" w="120000">
                <a:moveTo>
                  <a:pt x="75012" y="0"/>
                </a:moveTo>
                <a:cubicBezTo>
                  <a:pt x="72786" y="0"/>
                  <a:pt x="70430" y="318"/>
                  <a:pt x="67976" y="1072"/>
                </a:cubicBezTo>
                <a:cubicBezTo>
                  <a:pt x="52187" y="5911"/>
                  <a:pt x="45155" y="22861"/>
                  <a:pt x="35846" y="34307"/>
                </a:cubicBezTo>
                <a:cubicBezTo>
                  <a:pt x="30971" y="40301"/>
                  <a:pt x="23976" y="42271"/>
                  <a:pt x="18265" y="46790"/>
                </a:cubicBezTo>
                <a:cubicBezTo>
                  <a:pt x="0" y="61251"/>
                  <a:pt x="1663" y="95736"/>
                  <a:pt x="15048" y="109354"/>
                </a:cubicBezTo>
                <a:cubicBezTo>
                  <a:pt x="22074" y="116499"/>
                  <a:pt x="30302" y="120000"/>
                  <a:pt x="40061" y="120000"/>
                </a:cubicBezTo>
                <a:cubicBezTo>
                  <a:pt x="46386" y="120000"/>
                  <a:pt x="53354" y="118528"/>
                  <a:pt x="61060" y="115629"/>
                </a:cubicBezTo>
                <a:cubicBezTo>
                  <a:pt x="80649" y="108249"/>
                  <a:pt x="94645" y="103929"/>
                  <a:pt x="107323" y="80760"/>
                </a:cubicBezTo>
                <a:cubicBezTo>
                  <a:pt x="120000" y="57599"/>
                  <a:pt x="109735" y="27138"/>
                  <a:pt x="95419" y="9370"/>
                </a:cubicBezTo>
                <a:cubicBezTo>
                  <a:pt x="95419" y="9370"/>
                  <a:pt x="87108" y="0"/>
                  <a:pt x="75012" y="0"/>
                </a:cubicBez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75" name="Google Shape;3875;p137"/>
          <p:cNvGrpSpPr/>
          <p:nvPr/>
        </p:nvGrpSpPr>
        <p:grpSpPr>
          <a:xfrm>
            <a:off x="476250" y="1238250"/>
            <a:ext cx="1905000" cy="3143400"/>
            <a:chOff x="0" y="0"/>
            <a:chExt cx="1905000" cy="3143400"/>
          </a:xfrm>
        </p:grpSpPr>
        <p:sp>
          <p:nvSpPr>
            <p:cNvPr id="3876" name="Google Shape;3876;p137"/>
            <p:cNvSpPr/>
            <p:nvPr/>
          </p:nvSpPr>
          <p:spPr>
            <a:xfrm>
              <a:off x="0" y="0"/>
              <a:ext cx="1905000" cy="31434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D9DD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7" name="Google Shape;3877;p137"/>
            <p:cNvSpPr txBox="1"/>
            <p:nvPr/>
          </p:nvSpPr>
          <p:spPr>
            <a:xfrm>
              <a:off x="190500" y="275336"/>
              <a:ext cx="1524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memory</a:t>
              </a:r>
              <a:endParaRPr sz="32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878" name="Google Shape;3878;p137"/>
            <p:cNvSpPr txBox="1"/>
            <p:nvPr/>
          </p:nvSpPr>
          <p:spPr>
            <a:xfrm>
              <a:off x="190500" y="857250"/>
              <a:ext cx="15240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5363B"/>
                  </a:solidFill>
                  <a:latin typeface="Epilogue"/>
                  <a:ea typeface="Epilogue"/>
                  <a:cs typeface="Epilogue"/>
                  <a:sym typeface="Epilogue"/>
                </a:rPr>
                <a:t>EDA Tools &amp; Hardware</a:t>
              </a:r>
              <a:endParaRPr b="1" sz="120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00"/>
                <a:t>- Gained </a:t>
              </a:r>
              <a:r>
                <a:rPr lang="en" sz="1000"/>
                <a:t>proficiency</a:t>
              </a:r>
              <a:r>
                <a:rPr lang="en" sz="1000"/>
                <a:t> in Intel Quartus</a:t>
              </a:r>
              <a:endParaRPr sz="10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- Use cases for De1-SoC boards and the De-10 Agilex board</a:t>
              </a:r>
              <a:endParaRPr sz="10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- FPGA Industry</a:t>
              </a:r>
              <a:endParaRPr sz="10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00"/>
            </a:p>
          </p:txBody>
        </p:sp>
      </p:grpSp>
      <p:grpSp>
        <p:nvGrpSpPr>
          <p:cNvPr id="3879" name="Google Shape;3879;p137"/>
          <p:cNvGrpSpPr/>
          <p:nvPr/>
        </p:nvGrpSpPr>
        <p:grpSpPr>
          <a:xfrm>
            <a:off x="2571750" y="1238250"/>
            <a:ext cx="1905000" cy="3143400"/>
            <a:chOff x="0" y="0"/>
            <a:chExt cx="1905000" cy="3143400"/>
          </a:xfrm>
        </p:grpSpPr>
        <p:sp>
          <p:nvSpPr>
            <p:cNvPr id="3880" name="Google Shape;3880;p137"/>
            <p:cNvSpPr/>
            <p:nvPr/>
          </p:nvSpPr>
          <p:spPr>
            <a:xfrm>
              <a:off x="0" y="0"/>
              <a:ext cx="1905000" cy="31434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D9DD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1" name="Google Shape;3881;p137"/>
            <p:cNvSpPr txBox="1"/>
            <p:nvPr/>
          </p:nvSpPr>
          <p:spPr>
            <a:xfrm>
              <a:off x="190500" y="275336"/>
              <a:ext cx="1524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32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882" name="Google Shape;3882;p137"/>
            <p:cNvSpPr txBox="1"/>
            <p:nvPr/>
          </p:nvSpPr>
          <p:spPr>
            <a:xfrm>
              <a:off x="190500" y="857250"/>
              <a:ext cx="15240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5363B"/>
                  </a:solidFill>
                  <a:latin typeface="Epilogue"/>
                  <a:ea typeface="Epilogue"/>
                  <a:cs typeface="Epilogue"/>
                  <a:sym typeface="Epilogue"/>
                </a:rPr>
                <a:t>AI &amp; Prompt Engineering</a:t>
              </a:r>
              <a:endParaRPr b="1" sz="120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00"/>
                <a:t>- Optimization of an AI with limited resources</a:t>
              </a:r>
              <a:endParaRPr b="0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- Engineered strict system prompts to provide Deterministic Output</a:t>
              </a:r>
              <a:endParaRPr sz="10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- Designed algorithmic safety guardrails to ensure Edge Case Management</a:t>
              </a:r>
              <a:endParaRPr sz="1000"/>
            </a:p>
          </p:txBody>
        </p:sp>
      </p:grpSp>
      <p:grpSp>
        <p:nvGrpSpPr>
          <p:cNvPr id="3883" name="Google Shape;3883;p137"/>
          <p:cNvGrpSpPr/>
          <p:nvPr/>
        </p:nvGrpSpPr>
        <p:grpSpPr>
          <a:xfrm>
            <a:off x="4667250" y="1238250"/>
            <a:ext cx="1905000" cy="3143400"/>
            <a:chOff x="0" y="0"/>
            <a:chExt cx="1905000" cy="3143400"/>
          </a:xfrm>
        </p:grpSpPr>
        <p:sp>
          <p:nvSpPr>
            <p:cNvPr id="3884" name="Google Shape;3884;p137"/>
            <p:cNvSpPr/>
            <p:nvPr/>
          </p:nvSpPr>
          <p:spPr>
            <a:xfrm>
              <a:off x="0" y="0"/>
              <a:ext cx="1905000" cy="31434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D9DD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5" name="Google Shape;3885;p137"/>
            <p:cNvSpPr txBox="1"/>
            <p:nvPr/>
          </p:nvSpPr>
          <p:spPr>
            <a:xfrm>
              <a:off x="190500" y="275336"/>
              <a:ext cx="1524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dns</a:t>
              </a:r>
              <a:endParaRPr sz="32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886" name="Google Shape;3886;p137"/>
            <p:cNvSpPr txBox="1"/>
            <p:nvPr/>
          </p:nvSpPr>
          <p:spPr>
            <a:xfrm>
              <a:off x="190500" y="857250"/>
              <a:ext cx="15240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5363B"/>
                  </a:solidFill>
                  <a:latin typeface="Epilogue"/>
                  <a:ea typeface="Epilogue"/>
                  <a:cs typeface="Epilogue"/>
                  <a:sym typeface="Epilogue"/>
                </a:rPr>
                <a:t>API &amp; Backend Architecture</a:t>
              </a:r>
              <a:endParaRPr b="1" sz="120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00"/>
                <a:t>- Built a functional API on a live server</a:t>
              </a:r>
              <a:endParaRPr sz="10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- Designed an automated waitlist system that tracks and manages FPGA boards in real-time</a:t>
              </a:r>
              <a:endParaRPr sz="10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- Built a security layer for the FPGAs on the farm</a:t>
              </a:r>
              <a:endParaRPr sz="1000"/>
            </a:p>
          </p:txBody>
        </p:sp>
      </p:grpSp>
      <p:sp>
        <p:nvSpPr>
          <p:cNvPr id="3887" name="Google Shape;3887;p137"/>
          <p:cNvSpPr/>
          <p:nvPr/>
        </p:nvSpPr>
        <p:spPr>
          <a:xfrm rot="3259944">
            <a:off x="7063022" y="-804493"/>
            <a:ext cx="3168338" cy="2562082"/>
          </a:xfrm>
          <a:custGeom>
            <a:rect b="b" l="l" r="r" t="t"/>
            <a:pathLst>
              <a:path extrusionOk="0" h="120000" w="120000">
                <a:moveTo>
                  <a:pt x="65228" y="0"/>
                </a:moveTo>
                <a:cubicBezTo>
                  <a:pt x="58742" y="0"/>
                  <a:pt x="50697" y="1586"/>
                  <a:pt x="42715" y="7281"/>
                </a:cubicBezTo>
                <a:cubicBezTo>
                  <a:pt x="24706" y="20127"/>
                  <a:pt x="15628" y="45624"/>
                  <a:pt x="7817" y="66053"/>
                </a:cubicBezTo>
                <a:cubicBezTo>
                  <a:pt x="0" y="86490"/>
                  <a:pt x="4499" y="107244"/>
                  <a:pt x="18250" y="116719"/>
                </a:cubicBezTo>
                <a:cubicBezTo>
                  <a:pt x="21711" y="119102"/>
                  <a:pt x="24892" y="120000"/>
                  <a:pt x="28024" y="120000"/>
                </a:cubicBezTo>
                <a:cubicBezTo>
                  <a:pt x="37337" y="120000"/>
                  <a:pt x="46197" y="112050"/>
                  <a:pt x="60628" y="111540"/>
                </a:cubicBezTo>
                <a:cubicBezTo>
                  <a:pt x="62970" y="111458"/>
                  <a:pt x="65103" y="111434"/>
                  <a:pt x="67076" y="111434"/>
                </a:cubicBezTo>
                <a:cubicBezTo>
                  <a:pt x="69490" y="111434"/>
                  <a:pt x="71660" y="111468"/>
                  <a:pt x="73665" y="111468"/>
                </a:cubicBezTo>
                <a:cubicBezTo>
                  <a:pt x="83509" y="111468"/>
                  <a:pt x="89425" y="110634"/>
                  <a:pt x="101103" y="100797"/>
                </a:cubicBezTo>
                <a:cubicBezTo>
                  <a:pt x="117106" y="87313"/>
                  <a:pt x="120000" y="55506"/>
                  <a:pt x="107378" y="31973"/>
                </a:cubicBezTo>
                <a:cubicBezTo>
                  <a:pt x="94748" y="8441"/>
                  <a:pt x="79065" y="2502"/>
                  <a:pt x="79065" y="2502"/>
                </a:cubicBezTo>
                <a:cubicBezTo>
                  <a:pt x="79065" y="2502"/>
                  <a:pt x="73378" y="0"/>
                  <a:pt x="65228" y="0"/>
                </a:cubicBezTo>
                <a:close/>
              </a:path>
            </a:pathLst>
          </a:custGeom>
          <a:solidFill>
            <a:srgbClr val="E2E2E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88" name="Google Shape;3888;p137"/>
          <p:cNvGrpSpPr/>
          <p:nvPr/>
        </p:nvGrpSpPr>
        <p:grpSpPr>
          <a:xfrm>
            <a:off x="6762750" y="1238250"/>
            <a:ext cx="1905000" cy="3143400"/>
            <a:chOff x="0" y="0"/>
            <a:chExt cx="1905000" cy="3143400"/>
          </a:xfrm>
        </p:grpSpPr>
        <p:sp>
          <p:nvSpPr>
            <p:cNvPr id="3889" name="Google Shape;3889;p137"/>
            <p:cNvSpPr/>
            <p:nvPr/>
          </p:nvSpPr>
          <p:spPr>
            <a:xfrm>
              <a:off x="0" y="0"/>
              <a:ext cx="1905000" cy="3143400"/>
            </a:xfrm>
            <a:prstGeom prst="roundRect">
              <a:avLst>
                <a:gd fmla="val 6000" name="adj"/>
              </a:avLst>
            </a:prstGeom>
            <a:solidFill>
              <a:srgbClr val="FFFFFF"/>
            </a:solidFill>
            <a:ln cap="flat" cmpd="sng" w="9525">
              <a:solidFill>
                <a:srgbClr val="D9DDE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0" name="Google Shape;3890;p137"/>
            <p:cNvSpPr txBox="1"/>
            <p:nvPr/>
          </p:nvSpPr>
          <p:spPr>
            <a:xfrm>
              <a:off x="190500" y="275336"/>
              <a:ext cx="1524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>
                  <a:solidFill>
                    <a:srgbClr val="10B98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security</a:t>
              </a:r>
              <a:endParaRPr sz="3200">
                <a:solidFill>
                  <a:srgbClr val="10B981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3891" name="Google Shape;3891;p137"/>
            <p:cNvSpPr txBox="1"/>
            <p:nvPr/>
          </p:nvSpPr>
          <p:spPr>
            <a:xfrm>
              <a:off x="190500" y="857250"/>
              <a:ext cx="1524000" cy="209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35363B"/>
                  </a:solidFill>
                  <a:latin typeface="Epilogue"/>
                  <a:ea typeface="Epilogue"/>
                  <a:cs typeface="Epilogue"/>
                  <a:sym typeface="Epilogue"/>
                </a:rPr>
                <a:t>Secure Protocols</a:t>
              </a:r>
              <a:endParaRPr b="1" sz="120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00"/>
                <a:t>- Worked with remote data transfers utilizing OpenSSH, NetBird VPN, and SFTP.</a:t>
              </a:r>
              <a:endParaRPr sz="10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- Built a system design to protect against dangerous IP usage on the Agilex 7</a:t>
              </a:r>
              <a:endParaRPr sz="100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5" name="Shape 3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6" name="Google Shape;3896;p1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</a:t>
            </a:r>
            <a:endParaRPr/>
          </a:p>
        </p:txBody>
      </p:sp>
      <p:pic>
        <p:nvPicPr>
          <p:cNvPr descr="image.png" id="3897" name="Google Shape;3897;p1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8529" y="1662775"/>
            <a:ext cx="2706325" cy="2794575"/>
          </a:xfrm>
          <a:prstGeom prst="rect">
            <a:avLst/>
          </a:prstGeom>
          <a:noFill/>
          <a:ln>
            <a:noFill/>
          </a:ln>
        </p:spPr>
      </p:pic>
      <p:sp>
        <p:nvSpPr>
          <p:cNvPr id="3898" name="Google Shape;3898;p138"/>
          <p:cNvSpPr txBox="1"/>
          <p:nvPr/>
        </p:nvSpPr>
        <p:spPr>
          <a:xfrm>
            <a:off x="3429003" y="2596750"/>
            <a:ext cx="21570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3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Auto Configuration</a:t>
            </a:r>
            <a:endParaRPr sz="1081">
              <a:solidFill>
                <a:srgbClr val="FFF2CC"/>
              </a:solidFill>
            </a:endParaRPr>
          </a:p>
        </p:txBody>
      </p:sp>
      <p:sp>
        <p:nvSpPr>
          <p:cNvPr id="3899" name="Google Shape;3899;p138"/>
          <p:cNvSpPr txBox="1"/>
          <p:nvPr/>
        </p:nvSpPr>
        <p:spPr>
          <a:xfrm>
            <a:off x="3138525" y="2986525"/>
            <a:ext cx="2691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Upon hardware selection, the system automatically generates target-specific Quartus assignments (.qsf)</a:t>
            </a:r>
            <a:endParaRPr sz="13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3900" name="Google Shape;3900;p1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9187" y="1662775"/>
            <a:ext cx="2691616" cy="2794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01" name="Google Shape;3901;p1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75450" y="2016013"/>
            <a:ext cx="4191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2" name="Google Shape;3902;p1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4762" y="1899801"/>
            <a:ext cx="748575" cy="696950"/>
          </a:xfrm>
          <a:prstGeom prst="rect">
            <a:avLst/>
          </a:prstGeom>
          <a:noFill/>
          <a:ln>
            <a:noFill/>
          </a:ln>
        </p:spPr>
      </p:pic>
      <p:sp>
        <p:nvSpPr>
          <p:cNvPr id="3903" name="Google Shape;3903;p138"/>
          <p:cNvSpPr txBox="1"/>
          <p:nvPr/>
        </p:nvSpPr>
        <p:spPr>
          <a:xfrm>
            <a:off x="6139200" y="2986525"/>
            <a:ext cx="2676900" cy="13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Scrape Top level file to detect all IPs that are being used in order to analyze signals and malicious intent </a:t>
            </a:r>
            <a:endParaRPr sz="1350"/>
          </a:p>
        </p:txBody>
      </p:sp>
      <p:sp>
        <p:nvSpPr>
          <p:cNvPr id="3904" name="Google Shape;3904;p138"/>
          <p:cNvSpPr txBox="1"/>
          <p:nvPr/>
        </p:nvSpPr>
        <p:spPr>
          <a:xfrm>
            <a:off x="7004989" y="2596750"/>
            <a:ext cx="9600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3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Security</a:t>
            </a:r>
            <a:endParaRPr sz="1081">
              <a:solidFill>
                <a:srgbClr val="FFF2CC"/>
              </a:solidFill>
            </a:endParaRPr>
          </a:p>
        </p:txBody>
      </p:sp>
      <p:pic>
        <p:nvPicPr>
          <p:cNvPr descr="image.png" id="3905" name="Google Shape;3905;p1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7038" y="1662775"/>
            <a:ext cx="2691616" cy="2794575"/>
          </a:xfrm>
          <a:prstGeom prst="rect">
            <a:avLst/>
          </a:prstGeom>
          <a:noFill/>
          <a:ln>
            <a:noFill/>
          </a:ln>
        </p:spPr>
      </p:pic>
      <p:sp>
        <p:nvSpPr>
          <p:cNvPr id="3906" name="Google Shape;3906;p138"/>
          <p:cNvSpPr txBox="1"/>
          <p:nvPr/>
        </p:nvSpPr>
        <p:spPr>
          <a:xfrm>
            <a:off x="510275" y="2596750"/>
            <a:ext cx="22452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53">
                <a:solidFill>
                  <a:srgbClr val="FFF2CC"/>
                </a:solidFill>
                <a:latin typeface="Urbanist"/>
                <a:ea typeface="Urbanist"/>
                <a:cs typeface="Urbanist"/>
                <a:sym typeface="Urbanist"/>
              </a:rPr>
              <a:t>Profile Matching</a:t>
            </a:r>
            <a:endParaRPr sz="1081">
              <a:solidFill>
                <a:srgbClr val="FFF2CC"/>
              </a:solidFill>
            </a:endParaRPr>
          </a:p>
        </p:txBody>
      </p:sp>
      <p:sp>
        <p:nvSpPr>
          <p:cNvPr id="3907" name="Google Shape;3907;p138"/>
          <p:cNvSpPr txBox="1"/>
          <p:nvPr/>
        </p:nvSpPr>
        <p:spPr>
          <a:xfrm>
            <a:off x="267050" y="2922925"/>
            <a:ext cx="2676900" cy="14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Extracted data (e.g., PCIe Gen4 x16, DDR4) is queried against a database of available development kits (iWAVE, Arrow) </a:t>
            </a:r>
            <a:endParaRPr b="1" sz="13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5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descr="image.png" id="3908" name="Google Shape;3908;p1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28996" y="1993712"/>
            <a:ext cx="367707" cy="3677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2" name="Shape 3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3" name="Google Shape;3913;p1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Security Workflow (Idea)</a:t>
            </a:r>
            <a:endParaRPr/>
          </a:p>
        </p:txBody>
      </p:sp>
      <p:sp>
        <p:nvSpPr>
          <p:cNvPr id="3914" name="Google Shape;3914;p139"/>
          <p:cNvSpPr txBox="1"/>
          <p:nvPr/>
        </p:nvSpPr>
        <p:spPr>
          <a:xfrm>
            <a:off x="2580925" y="1154050"/>
            <a:ext cx="28800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Top Level Source - Verilog </a:t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15" name="Google Shape;3915;p139"/>
          <p:cNvSpPr/>
          <p:nvPr/>
        </p:nvSpPr>
        <p:spPr>
          <a:xfrm>
            <a:off x="2547075" y="2712113"/>
            <a:ext cx="2880000" cy="684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Stage 2: IP Detection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allow/deny policy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16" name="Google Shape;3916;p139"/>
          <p:cNvSpPr/>
          <p:nvPr/>
        </p:nvSpPr>
        <p:spPr>
          <a:xfrm>
            <a:off x="2547075" y="1724050"/>
            <a:ext cx="2880000" cy="684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Stage 1: Structural Analysis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AST 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Analysis (deterministic)</a:t>
            </a: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17" name="Google Shape;3917;p139"/>
          <p:cNvSpPr/>
          <p:nvPr/>
        </p:nvSpPr>
        <p:spPr>
          <a:xfrm>
            <a:off x="2547075" y="3700175"/>
            <a:ext cx="2880000" cy="6843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Stage 3: LLM Review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Receives</a:t>
            </a: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structured data to make decisions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18" name="Google Shape;3918;p139"/>
          <p:cNvSpPr/>
          <p:nvPr/>
        </p:nvSpPr>
        <p:spPr>
          <a:xfrm>
            <a:off x="3908675" y="1438975"/>
            <a:ext cx="112200" cy="275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19" name="Google Shape;3919;p139"/>
          <p:cNvSpPr/>
          <p:nvPr/>
        </p:nvSpPr>
        <p:spPr>
          <a:xfrm>
            <a:off x="3908675" y="2422388"/>
            <a:ext cx="112200" cy="275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20" name="Google Shape;3920;p139"/>
          <p:cNvSpPr/>
          <p:nvPr/>
        </p:nvSpPr>
        <p:spPr>
          <a:xfrm>
            <a:off x="3908675" y="3405825"/>
            <a:ext cx="112200" cy="275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21" name="Google Shape;3921;p139"/>
          <p:cNvSpPr txBox="1"/>
          <p:nvPr/>
        </p:nvSpPr>
        <p:spPr>
          <a:xfrm>
            <a:off x="4102550" y="2416412"/>
            <a:ext cx="8676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pass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22" name="Google Shape;3922;p139"/>
          <p:cNvSpPr txBox="1"/>
          <p:nvPr/>
        </p:nvSpPr>
        <p:spPr>
          <a:xfrm>
            <a:off x="4163100" y="3399837"/>
            <a:ext cx="8676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pass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23" name="Google Shape;3923;p139"/>
          <p:cNvSpPr/>
          <p:nvPr/>
        </p:nvSpPr>
        <p:spPr>
          <a:xfrm>
            <a:off x="6836925" y="1848525"/>
            <a:ext cx="1398300" cy="418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Blocked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24" name="Google Shape;3924;p139"/>
          <p:cNvSpPr/>
          <p:nvPr/>
        </p:nvSpPr>
        <p:spPr>
          <a:xfrm>
            <a:off x="6836925" y="2591850"/>
            <a:ext cx="1398300" cy="418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Blocked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25" name="Google Shape;3925;p139"/>
          <p:cNvSpPr/>
          <p:nvPr/>
        </p:nvSpPr>
        <p:spPr>
          <a:xfrm>
            <a:off x="6836925" y="3098200"/>
            <a:ext cx="1398300" cy="418500"/>
          </a:xfrm>
          <a:prstGeom prst="roundRect">
            <a:avLst>
              <a:gd fmla="val 16667" name="adj"/>
            </a:avLst>
          </a:prstGeom>
          <a:solidFill>
            <a:srgbClr val="E76A2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Review Required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26" name="Google Shape;3926;p139"/>
          <p:cNvSpPr/>
          <p:nvPr/>
        </p:nvSpPr>
        <p:spPr>
          <a:xfrm>
            <a:off x="5500700" y="2020650"/>
            <a:ext cx="1269000" cy="112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27" name="Google Shape;3927;p139"/>
          <p:cNvSpPr/>
          <p:nvPr/>
        </p:nvSpPr>
        <p:spPr>
          <a:xfrm rot="-446355">
            <a:off x="5537960" y="2827073"/>
            <a:ext cx="1228037" cy="114685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28" name="Google Shape;3928;p139"/>
          <p:cNvSpPr/>
          <p:nvPr/>
        </p:nvSpPr>
        <p:spPr>
          <a:xfrm rot="618817">
            <a:off x="5517872" y="3129799"/>
            <a:ext cx="1228245" cy="11463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29" name="Google Shape;3929;p139"/>
          <p:cNvSpPr txBox="1"/>
          <p:nvPr/>
        </p:nvSpPr>
        <p:spPr>
          <a:xfrm>
            <a:off x="5592525" y="1683875"/>
            <a:ext cx="1092000" cy="2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Failed Parse</a:t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30" name="Google Shape;3930;p139"/>
          <p:cNvSpPr txBox="1"/>
          <p:nvPr/>
        </p:nvSpPr>
        <p:spPr>
          <a:xfrm rot="-562615">
            <a:off x="5585963" y="2525692"/>
            <a:ext cx="1091890" cy="24507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Hits Blocklist</a:t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31" name="Google Shape;3931;p139"/>
          <p:cNvSpPr txBox="1"/>
          <p:nvPr/>
        </p:nvSpPr>
        <p:spPr>
          <a:xfrm rot="661552">
            <a:off x="5514164" y="3237892"/>
            <a:ext cx="1091753" cy="24546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Ambiguous</a:t>
            </a: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32" name="Google Shape;3932;p139"/>
          <p:cNvSpPr/>
          <p:nvPr/>
        </p:nvSpPr>
        <p:spPr>
          <a:xfrm>
            <a:off x="3908675" y="4466525"/>
            <a:ext cx="112200" cy="275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33" name="Google Shape;3933;p139"/>
          <p:cNvSpPr txBox="1"/>
          <p:nvPr/>
        </p:nvSpPr>
        <p:spPr>
          <a:xfrm>
            <a:off x="2524775" y="4824275"/>
            <a:ext cx="28800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route_task()</a:t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34" name="Google Shape;3934;p139"/>
          <p:cNvSpPr txBox="1"/>
          <p:nvPr/>
        </p:nvSpPr>
        <p:spPr>
          <a:xfrm>
            <a:off x="4138200" y="4460537"/>
            <a:ext cx="8676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Decision made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3F3F3"/>
        </a:solidFill>
      </p:bgPr>
    </p:bg>
    <p:spTree>
      <p:nvGrpSpPr>
        <p:cNvPr id="3938" name="Shape 3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9" name="Google Shape;3939;p140"/>
          <p:cNvSpPr/>
          <p:nvPr/>
        </p:nvSpPr>
        <p:spPr>
          <a:xfrm>
            <a:off x="-1432150" y="-16002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5000" y="6667"/>
                </a:moveTo>
                <a:cubicBezTo>
                  <a:pt x="50000" y="50000"/>
                  <a:pt x="70000" y="0"/>
                  <a:pt x="95000" y="20000"/>
                </a:cubicBezTo>
                <a:cubicBezTo>
                  <a:pt x="120000" y="40000"/>
                  <a:pt x="100000" y="93333"/>
                  <a:pt x="70000" y="106667"/>
                </a:cubicBezTo>
                <a:cubicBezTo>
                  <a:pt x="40000" y="120000"/>
                  <a:pt x="0" y="73333"/>
                  <a:pt x="5000" y="6667"/>
                </a:cubicBezTo>
                <a:close/>
              </a:path>
            </a:pathLst>
          </a:custGeom>
          <a:solidFill>
            <a:srgbClr val="EAEAEA">
              <a:alpha val="6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0" name="Google Shape;3940;p140"/>
          <p:cNvSpPr/>
          <p:nvPr/>
        </p:nvSpPr>
        <p:spPr>
          <a:xfrm>
            <a:off x="6442975" y="3438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115000" y="113333"/>
                </a:moveTo>
                <a:cubicBezTo>
                  <a:pt x="70000" y="70000"/>
                  <a:pt x="50000" y="120000"/>
                  <a:pt x="25000" y="100000"/>
                </a:cubicBezTo>
                <a:cubicBezTo>
                  <a:pt x="0" y="80000"/>
                  <a:pt x="20000" y="26667"/>
                  <a:pt x="50000" y="13333"/>
                </a:cubicBezTo>
                <a:cubicBezTo>
                  <a:pt x="80000" y="0"/>
                  <a:pt x="120000" y="46667"/>
                  <a:pt x="115000" y="113333"/>
                </a:cubicBezTo>
                <a:close/>
              </a:path>
            </a:pathLst>
          </a:custGeom>
          <a:solidFill>
            <a:srgbClr val="EAEAEA">
              <a:alpha val="6000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1" name="Google Shape;3941;p140"/>
          <p:cNvSpPr txBox="1"/>
          <p:nvPr/>
        </p:nvSpPr>
        <p:spPr>
          <a:xfrm>
            <a:off x="457200" y="428625"/>
            <a:ext cx="82296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35363B"/>
                </a:solidFill>
                <a:latin typeface="Epilogue"/>
                <a:ea typeface="Epilogue"/>
                <a:cs typeface="Epilogue"/>
                <a:sym typeface="Epilogue"/>
              </a:rPr>
              <a:t>Conclusions &amp; Project Significance</a:t>
            </a:r>
            <a:endParaRPr b="1" sz="2400">
              <a:solidFill>
                <a:srgbClr val="35363B"/>
              </a:solidFill>
              <a:latin typeface="Epilogue"/>
              <a:ea typeface="Epilogue"/>
              <a:cs typeface="Epilogue"/>
              <a:sym typeface="Epilogue"/>
            </a:endParaRPr>
          </a:p>
        </p:txBody>
      </p:sp>
      <p:pic>
        <p:nvPicPr>
          <p:cNvPr id="3942" name="Google Shape;3942;p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27270" y="2224442"/>
            <a:ext cx="6647400" cy="884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43" name="Google Shape;3943;p140"/>
          <p:cNvGrpSpPr/>
          <p:nvPr/>
        </p:nvGrpSpPr>
        <p:grpSpPr>
          <a:xfrm>
            <a:off x="181224" y="2099848"/>
            <a:ext cx="2547207" cy="2491685"/>
            <a:chOff x="-1323975" y="-266700"/>
            <a:chExt cx="2648100" cy="2762400"/>
          </a:xfrm>
        </p:grpSpPr>
        <p:sp>
          <p:nvSpPr>
            <p:cNvPr id="3944" name="Google Shape;3944;p140"/>
            <p:cNvSpPr/>
            <p:nvPr/>
          </p:nvSpPr>
          <p:spPr>
            <a:xfrm>
              <a:off x="-266700" y="-266700"/>
              <a:ext cx="533400" cy="533400"/>
            </a:xfrm>
            <a:prstGeom prst="ellipse">
              <a:avLst/>
            </a:prstGeom>
            <a:solidFill>
              <a:srgbClr val="07169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5" name="Google Shape;3945;p140"/>
            <p:cNvSpPr txBox="1"/>
            <p:nvPr/>
          </p:nvSpPr>
          <p:spPr>
            <a:xfrm>
              <a:off x="-190500" y="-1905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68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done</a:t>
              </a:r>
              <a:endParaRPr sz="1134"/>
            </a:p>
          </p:txBody>
        </p:sp>
        <p:pic>
          <p:nvPicPr>
            <p:cNvPr id="3946" name="Google Shape;3946;p1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1323975" y="228600"/>
              <a:ext cx="2648100" cy="226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47" name="Google Shape;3947;p140"/>
            <p:cNvSpPr txBox="1"/>
            <p:nvPr/>
          </p:nvSpPr>
          <p:spPr>
            <a:xfrm>
              <a:off x="-904875" y="571500"/>
              <a:ext cx="18096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3">
                  <a:solidFill>
                    <a:srgbClr val="071699"/>
                  </a:solidFill>
                  <a:latin typeface="Epilogue"/>
                  <a:ea typeface="Epilogue"/>
                  <a:cs typeface="Epilogue"/>
                  <a:sym typeface="Epilogue"/>
                </a:rPr>
                <a:t>01 / Foundation</a:t>
              </a:r>
              <a:endParaRPr b="1" sz="1053">
                <a:solidFill>
                  <a:srgbClr val="071699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rtl="0" algn="l">
                <a:spcBef>
                  <a:spcPts val="365"/>
                </a:spcBef>
                <a:spcAft>
                  <a:spcPts val="0"/>
                </a:spcAft>
                <a:buNone/>
              </a:pPr>
              <a:r>
                <a:rPr b="1" lang="en" sz="851">
                  <a:solidFill>
                    <a:srgbClr val="555555"/>
                  </a:solidFill>
                  <a:latin typeface="Lato"/>
                  <a:ea typeface="Lato"/>
                  <a:cs typeface="Lato"/>
                  <a:sym typeface="Lato"/>
                </a:rPr>
                <a:t>Objectives Achieved:</a:t>
              </a:r>
              <a:r>
                <a:rPr b="0" lang="en" sz="851">
                  <a:solidFill>
                    <a:srgbClr val="555555"/>
                  </a:solidFill>
                  <a:latin typeface="Lato"/>
                  <a:ea typeface="Lato"/>
                  <a:cs typeface="Lato"/>
                  <a:sym typeface="Lato"/>
                </a:rPr>
                <a:t> Successfully integrated the Agilex 7 and deployed a reliable, live control plane to eliminate hardware collisions and resource waste.</a:t>
              </a:r>
              <a:endParaRPr b="0" sz="851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948" name="Google Shape;3948;p140"/>
          <p:cNvGrpSpPr/>
          <p:nvPr/>
        </p:nvGrpSpPr>
        <p:grpSpPr>
          <a:xfrm>
            <a:off x="3479571" y="1000030"/>
            <a:ext cx="2547207" cy="2268169"/>
            <a:chOff x="-1323975" y="-2247900"/>
            <a:chExt cx="2648100" cy="2514600"/>
          </a:xfrm>
        </p:grpSpPr>
        <p:sp>
          <p:nvSpPr>
            <p:cNvPr id="3949" name="Google Shape;3949;p140"/>
            <p:cNvSpPr/>
            <p:nvPr/>
          </p:nvSpPr>
          <p:spPr>
            <a:xfrm>
              <a:off x="-266700" y="-266700"/>
              <a:ext cx="533400" cy="533400"/>
            </a:xfrm>
            <a:prstGeom prst="ellipse">
              <a:avLst/>
            </a:prstGeom>
            <a:solidFill>
              <a:srgbClr val="4F46E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0" name="Google Shape;3950;p140"/>
            <p:cNvSpPr txBox="1"/>
            <p:nvPr/>
          </p:nvSpPr>
          <p:spPr>
            <a:xfrm>
              <a:off x="-190500" y="-1905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68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1134"/>
            </a:p>
          </p:txBody>
        </p:sp>
        <p:pic>
          <p:nvPicPr>
            <p:cNvPr id="3951" name="Google Shape;3951;p14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-1323975" y="-2247900"/>
              <a:ext cx="2648100" cy="2219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2" name="Google Shape;3952;p140"/>
            <p:cNvSpPr txBox="1"/>
            <p:nvPr/>
          </p:nvSpPr>
          <p:spPr>
            <a:xfrm>
              <a:off x="-904875" y="-1905000"/>
              <a:ext cx="1809600" cy="1381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3">
                  <a:solidFill>
                    <a:srgbClr val="4F46E5"/>
                  </a:solidFill>
                  <a:latin typeface="Epilogue"/>
                  <a:ea typeface="Epilogue"/>
                  <a:cs typeface="Epilogue"/>
                  <a:sym typeface="Epilogue"/>
                </a:rPr>
                <a:t>02 / LLM Usage</a:t>
              </a:r>
              <a:endParaRPr b="1" sz="1053">
                <a:solidFill>
                  <a:srgbClr val="4F46E5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rtl="0" algn="l">
                <a:spcBef>
                  <a:spcPts val="365"/>
                </a:spcBef>
                <a:spcAft>
                  <a:spcPts val="0"/>
                </a:spcAft>
                <a:buNone/>
              </a:pPr>
              <a:r>
                <a:rPr b="1" lang="en" sz="851">
                  <a:solidFill>
                    <a:srgbClr val="555555"/>
                  </a:solidFill>
                  <a:latin typeface="Lato"/>
                  <a:ea typeface="Lato"/>
                  <a:cs typeface="Lato"/>
                  <a:sym typeface="Lato"/>
                </a:rPr>
                <a:t>AI Optimization Realized:</a:t>
              </a:r>
              <a:r>
                <a:rPr b="0" lang="en" sz="851">
                  <a:solidFill>
                    <a:srgbClr val="555555"/>
                  </a:solidFill>
                  <a:latin typeface="Lato"/>
                  <a:ea typeface="Lato"/>
                  <a:cs typeface="Lato"/>
                  <a:sym typeface="Lato"/>
                </a:rPr>
                <a:t> Proved that strict prompt engineering on limited-resource edge devices drastically improves routing accuracy (98%) and system safety.</a:t>
              </a:r>
              <a:endParaRPr b="0" sz="851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3953" name="Google Shape;3953;p140"/>
          <p:cNvGrpSpPr/>
          <p:nvPr/>
        </p:nvGrpSpPr>
        <p:grpSpPr>
          <a:xfrm>
            <a:off x="6777918" y="2099848"/>
            <a:ext cx="2547207" cy="2491685"/>
            <a:chOff x="-1323975" y="-266700"/>
            <a:chExt cx="2648100" cy="2762400"/>
          </a:xfrm>
        </p:grpSpPr>
        <p:sp>
          <p:nvSpPr>
            <p:cNvPr id="3954" name="Google Shape;3954;p140"/>
            <p:cNvSpPr/>
            <p:nvPr/>
          </p:nvSpPr>
          <p:spPr>
            <a:xfrm>
              <a:off x="-266700" y="-266700"/>
              <a:ext cx="533400" cy="533400"/>
            </a:xfrm>
            <a:prstGeom prst="ellipse">
              <a:avLst/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5" name="Google Shape;3955;p140"/>
            <p:cNvSpPr txBox="1"/>
            <p:nvPr/>
          </p:nvSpPr>
          <p:spPr>
            <a:xfrm>
              <a:off x="-190500" y="-190500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268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explore</a:t>
              </a:r>
              <a:endParaRPr sz="1134"/>
            </a:p>
          </p:txBody>
        </p:sp>
        <p:pic>
          <p:nvPicPr>
            <p:cNvPr id="3956" name="Google Shape;3956;p1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-1323975" y="228600"/>
              <a:ext cx="2648100" cy="2267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7" name="Google Shape;3957;p140"/>
            <p:cNvSpPr txBox="1"/>
            <p:nvPr/>
          </p:nvSpPr>
          <p:spPr>
            <a:xfrm>
              <a:off x="-904875" y="571500"/>
              <a:ext cx="18096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3">
                  <a:solidFill>
                    <a:srgbClr val="10B981"/>
                  </a:solidFill>
                  <a:latin typeface="Epilogue"/>
                  <a:ea typeface="Epilogue"/>
                  <a:cs typeface="Epilogue"/>
                  <a:sym typeface="Epilogue"/>
                </a:rPr>
                <a:t>03 / Direction</a:t>
              </a:r>
              <a:endParaRPr b="1" sz="1053">
                <a:solidFill>
                  <a:srgbClr val="10B981"/>
                </a:solidFill>
                <a:latin typeface="Epilogue"/>
                <a:ea typeface="Epilogue"/>
                <a:cs typeface="Epilogue"/>
                <a:sym typeface="Epilogue"/>
              </a:endParaRPr>
            </a:p>
            <a:p>
              <a:pPr indent="0" lvl="0" marL="0" rtl="0" algn="l">
                <a:spcBef>
                  <a:spcPts val="365"/>
                </a:spcBef>
                <a:spcAft>
                  <a:spcPts val="0"/>
                </a:spcAft>
                <a:buNone/>
              </a:pPr>
              <a:r>
                <a:rPr b="1" lang="en" sz="851">
                  <a:solidFill>
                    <a:srgbClr val="555555"/>
                  </a:solidFill>
                  <a:latin typeface="Lato"/>
                  <a:ea typeface="Lato"/>
                  <a:cs typeface="Lato"/>
                  <a:sym typeface="Lato"/>
                </a:rPr>
                <a:t>The Future Roadmap:</a:t>
              </a:r>
              <a:r>
                <a:rPr b="0" lang="en" sz="851">
                  <a:solidFill>
                    <a:srgbClr val="555555"/>
                  </a:solidFill>
                  <a:latin typeface="Lato"/>
                  <a:ea typeface="Lato"/>
                  <a:cs typeface="Lato"/>
                  <a:sym typeface="Lato"/>
                </a:rPr>
                <a:t> The infrastructure is now validated</a:t>
              </a:r>
              <a:r>
                <a:rPr lang="en" sz="851">
                  <a:solidFill>
                    <a:srgbClr val="555555"/>
                  </a:solidFill>
                  <a:latin typeface="Lato"/>
                  <a:ea typeface="Lato"/>
                  <a:cs typeface="Lato"/>
                  <a:sym typeface="Lato"/>
                </a:rPr>
                <a:t>. The next steps are to integrate strict security protocols into the program to ensure safe usage of the FPGA Farm.</a:t>
              </a:r>
              <a:endParaRPr sz="851">
                <a:solidFill>
                  <a:srgbClr val="555555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1" name="Shape 3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" name="Google Shape;3962;p141"/>
          <p:cNvSpPr txBox="1"/>
          <p:nvPr>
            <p:ph type="title"/>
          </p:nvPr>
        </p:nvSpPr>
        <p:spPr>
          <a:xfrm>
            <a:off x="720000" y="1301138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cxnSp>
        <p:nvCxnSpPr>
          <p:cNvPr id="3963" name="Google Shape;3963;p141"/>
          <p:cNvCxnSpPr/>
          <p:nvPr/>
        </p:nvCxnSpPr>
        <p:spPr>
          <a:xfrm>
            <a:off x="-30750" y="1284575"/>
            <a:ext cx="9205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964" name="Google Shape;3964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3625" y="139001"/>
            <a:ext cx="1146435" cy="93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5" name="Google Shape;3965;p1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25" y="139000"/>
            <a:ext cx="1659145" cy="93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6" name="Google Shape;3966;p1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12800" y="2096075"/>
            <a:ext cx="1715050" cy="228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7" name="Google Shape;3967;p141"/>
          <p:cNvPicPr preferRelativeResize="0"/>
          <p:nvPr/>
        </p:nvPicPr>
        <p:blipFill rotWithShape="1">
          <a:blip r:embed="rId6">
            <a:alphaModFix/>
          </a:blip>
          <a:srcRect b="10096" l="10419" r="7479" t="0"/>
          <a:stretch/>
        </p:blipFill>
        <p:spPr>
          <a:xfrm>
            <a:off x="5754675" y="2096075"/>
            <a:ext cx="1659150" cy="2222651"/>
          </a:xfrm>
          <a:prstGeom prst="rect">
            <a:avLst/>
          </a:prstGeom>
          <a:noFill/>
          <a:ln>
            <a:noFill/>
          </a:ln>
        </p:spPr>
      </p:pic>
      <p:sp>
        <p:nvSpPr>
          <p:cNvPr id="3968" name="Google Shape;3968;p141"/>
          <p:cNvSpPr txBox="1"/>
          <p:nvPr/>
        </p:nvSpPr>
        <p:spPr>
          <a:xfrm>
            <a:off x="1112425" y="4491250"/>
            <a:ext cx="25158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Pedro Antonio Casanova Martin</a:t>
            </a:r>
            <a:endParaRPr sz="12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969" name="Google Shape;3969;p141"/>
          <p:cNvSpPr txBox="1"/>
          <p:nvPr/>
        </p:nvSpPr>
        <p:spPr>
          <a:xfrm>
            <a:off x="5326350" y="4491250"/>
            <a:ext cx="25158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Samip </a:t>
            </a:r>
            <a:r>
              <a:rPr lang="en" sz="1200">
                <a:solidFill>
                  <a:srgbClr val="FF9900"/>
                </a:solidFill>
                <a:latin typeface="Lato"/>
                <a:ea typeface="Lato"/>
                <a:cs typeface="Lato"/>
                <a:sym typeface="Lato"/>
              </a:rPr>
              <a:t>Bhattarai</a:t>
            </a:r>
            <a:endParaRPr sz="1200">
              <a:solidFill>
                <a:srgbClr val="FF9900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970" name="Google Shape;3970;p14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16662" y="2026238"/>
            <a:ext cx="1949201" cy="2312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74" name="Shape 3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5" name="Google Shape;3975;p142"/>
          <p:cNvSpPr txBox="1"/>
          <p:nvPr>
            <p:ph type="title"/>
          </p:nvPr>
        </p:nvSpPr>
        <p:spPr>
          <a:xfrm>
            <a:off x="565900" y="8587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FPGA Farm </a:t>
            </a:r>
            <a:r>
              <a:rPr lang="en"/>
              <a:t>Infrastructure</a:t>
            </a:r>
            <a:endParaRPr/>
          </a:p>
        </p:txBody>
      </p:sp>
      <p:sp>
        <p:nvSpPr>
          <p:cNvPr id="3976" name="Google Shape;3976;p142"/>
          <p:cNvSpPr txBox="1"/>
          <p:nvPr>
            <p:ph idx="4" type="subTitle"/>
          </p:nvPr>
        </p:nvSpPr>
        <p:spPr>
          <a:xfrm>
            <a:off x="290725" y="553600"/>
            <a:ext cx="2880300" cy="573600"/>
          </a:xfrm>
          <a:prstGeom prst="rect">
            <a:avLst/>
          </a:prstGeom>
        </p:spPr>
        <p:txBody>
          <a:bodyPr anchorCtr="0" anchor="b" bIns="91550" lIns="91550" spcFirstLastPara="1" rIns="91550" wrap="square" tIns="9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3"/>
              <a:t>Potential Problems</a:t>
            </a:r>
            <a:endParaRPr sz="1803"/>
          </a:p>
        </p:txBody>
      </p:sp>
      <p:sp>
        <p:nvSpPr>
          <p:cNvPr id="3977" name="Google Shape;3977;p142"/>
          <p:cNvSpPr txBox="1"/>
          <p:nvPr>
            <p:ph idx="1" type="subTitle"/>
          </p:nvPr>
        </p:nvSpPr>
        <p:spPr>
          <a:xfrm>
            <a:off x="290725" y="1071925"/>
            <a:ext cx="5261100" cy="3372900"/>
          </a:xfrm>
          <a:prstGeom prst="rect">
            <a:avLst/>
          </a:prstGeom>
        </p:spPr>
        <p:txBody>
          <a:bodyPr anchorCtr="0" anchor="t" bIns="91550" lIns="91550" spcFirstLastPara="1" rIns="91550" wrap="square" tIns="91550">
            <a:noAutofit/>
          </a:bodyPr>
          <a:lstStyle/>
          <a:p>
            <a:pPr indent="-317965" lvl="0" marL="457871" rtl="0" algn="l">
              <a:spcBef>
                <a:spcPts val="0"/>
              </a:spcBef>
              <a:spcAft>
                <a:spcPts val="0"/>
              </a:spcAft>
              <a:buSzPts val="1402"/>
              <a:buChar char="-"/>
            </a:pPr>
            <a:r>
              <a:rPr b="1" lang="en" sz="1402"/>
              <a:t>HPC Hardware Bottleneck: </a:t>
            </a:r>
            <a:r>
              <a:rPr lang="en" sz="1402"/>
              <a:t>Unoptimized job routing restricted overall high-performance computing capabilities.</a:t>
            </a:r>
            <a:endParaRPr sz="140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-317965" lvl="0" marL="457871" rtl="0" algn="l">
              <a:spcBef>
                <a:spcPts val="0"/>
              </a:spcBef>
              <a:spcAft>
                <a:spcPts val="0"/>
              </a:spcAft>
              <a:buSzPts val="1402"/>
              <a:buChar char="-"/>
            </a:pPr>
            <a:r>
              <a:rPr b="1" lang="en" sz="1402"/>
              <a:t>Remote Control</a:t>
            </a:r>
            <a:r>
              <a:rPr b="1" lang="en" sz="1402"/>
              <a:t>: </a:t>
            </a:r>
            <a:r>
              <a:rPr lang="en" sz="1402"/>
              <a:t>No method of controlling FPGA Board remotely</a:t>
            </a:r>
            <a:endParaRPr sz="1402"/>
          </a:p>
          <a:p>
            <a:pPr indent="0" lvl="0" marL="457871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-317965" lvl="0" marL="457871" rtl="0" algn="l">
              <a:spcBef>
                <a:spcPts val="0"/>
              </a:spcBef>
              <a:spcAft>
                <a:spcPts val="0"/>
              </a:spcAft>
              <a:buSzPts val="1402"/>
              <a:buChar char="-"/>
            </a:pPr>
            <a:r>
              <a:rPr b="1" lang="en" sz="1402"/>
              <a:t>Lacked centralized traffic </a:t>
            </a:r>
            <a:r>
              <a:rPr b="1" lang="en" sz="1402"/>
              <a:t>control: </a:t>
            </a:r>
            <a:r>
              <a:rPr lang="en" sz="1402"/>
              <a:t>Job routing and hardware status tracking were decentralized.</a:t>
            </a:r>
            <a:endParaRPr sz="1402"/>
          </a:p>
          <a:p>
            <a:pPr indent="0" lvl="0" marL="457871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-317965" lvl="0" marL="457871" rtl="0" algn="l">
              <a:spcBef>
                <a:spcPts val="0"/>
              </a:spcBef>
              <a:spcAft>
                <a:spcPts val="0"/>
              </a:spcAft>
              <a:buSzPts val="1402"/>
              <a:buChar char="-"/>
            </a:pPr>
            <a:r>
              <a:rPr b="1" lang="en" sz="1402"/>
              <a:t>Inefficient Manual Allocation: </a:t>
            </a:r>
            <a:r>
              <a:rPr lang="en" sz="1402"/>
              <a:t>Manually </a:t>
            </a:r>
            <a:r>
              <a:rPr lang="en" sz="1402"/>
              <a:t>identifying</a:t>
            </a:r>
            <a:r>
              <a:rPr lang="en" sz="1402"/>
              <a:t> and selecting  boards resulted in boards being overridden.</a:t>
            </a:r>
            <a:endParaRPr sz="1402"/>
          </a:p>
          <a:p>
            <a:pPr indent="0" lvl="0" marL="457871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-317965" lvl="0" marL="457871" rtl="0" algn="l">
              <a:spcBef>
                <a:spcPts val="0"/>
              </a:spcBef>
              <a:spcAft>
                <a:spcPts val="0"/>
              </a:spcAft>
              <a:buSzPts val="1402"/>
              <a:buChar char="-"/>
            </a:pPr>
            <a:r>
              <a:rPr b="1" lang="en" sz="1402"/>
              <a:t>Concurrency Failures</a:t>
            </a:r>
            <a:r>
              <a:rPr b="1" lang="en" sz="1402"/>
              <a:t>: </a:t>
            </a:r>
            <a:r>
              <a:rPr lang="en" sz="1402"/>
              <a:t>Simultaneous job submissions to the same hardware targets resulted in bitstream corruption and crashes.</a:t>
            </a:r>
            <a:endParaRPr sz="1402"/>
          </a:p>
          <a:p>
            <a:pPr indent="0" lvl="0" marL="457871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-317965" lvl="0" marL="457871" rtl="0" algn="l">
              <a:spcBef>
                <a:spcPts val="0"/>
              </a:spcBef>
              <a:spcAft>
                <a:spcPts val="0"/>
              </a:spcAft>
              <a:buSzPts val="1402"/>
              <a:buChar char="-"/>
            </a:pPr>
            <a:r>
              <a:rPr b="1" lang="en" sz="1402"/>
              <a:t>Restricted Scalability:  </a:t>
            </a:r>
            <a:r>
              <a:rPr lang="en" sz="1402"/>
              <a:t>The integration of different FPGA board architectures were not supported.</a:t>
            </a:r>
            <a:endParaRPr sz="1402"/>
          </a:p>
          <a:p>
            <a:pPr indent="0" lvl="0" marL="457871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</p:txBody>
      </p:sp>
      <p:pic>
        <p:nvPicPr>
          <p:cNvPr id="3978" name="Google Shape;3978;p1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3225" y="624475"/>
            <a:ext cx="1950525" cy="4267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82" name="Shape 3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" name="Google Shape;3983;p143"/>
          <p:cNvSpPr txBox="1"/>
          <p:nvPr>
            <p:ph idx="4" type="subTitle"/>
          </p:nvPr>
        </p:nvSpPr>
        <p:spPr>
          <a:xfrm>
            <a:off x="159725" y="1017725"/>
            <a:ext cx="2880300" cy="573600"/>
          </a:xfrm>
          <a:prstGeom prst="rect">
            <a:avLst/>
          </a:prstGeom>
        </p:spPr>
        <p:txBody>
          <a:bodyPr anchorCtr="0" anchor="b" bIns="91550" lIns="91550" spcFirstLastPara="1" rIns="91550" wrap="square" tIns="9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3"/>
              <a:t>Pipeline</a:t>
            </a:r>
            <a:endParaRPr sz="1803"/>
          </a:p>
        </p:txBody>
      </p:sp>
      <p:sp>
        <p:nvSpPr>
          <p:cNvPr id="3984" name="Google Shape;3984;p1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FPGA Farm Infrastructure</a:t>
            </a:r>
            <a:endParaRPr/>
          </a:p>
        </p:txBody>
      </p:sp>
      <p:sp>
        <p:nvSpPr>
          <p:cNvPr id="3985" name="Google Shape;3985;p143"/>
          <p:cNvSpPr txBox="1"/>
          <p:nvPr>
            <p:ph idx="1" type="subTitle"/>
          </p:nvPr>
        </p:nvSpPr>
        <p:spPr>
          <a:xfrm>
            <a:off x="159735" y="1591332"/>
            <a:ext cx="2880300" cy="2349600"/>
          </a:xfrm>
          <a:prstGeom prst="rect">
            <a:avLst/>
          </a:prstGeom>
        </p:spPr>
        <p:txBody>
          <a:bodyPr anchorCtr="0" anchor="t" bIns="91550" lIns="91550" spcFirstLastPara="1" rIns="91550" wrap="square" tIns="91550">
            <a:noAutofit/>
          </a:bodyPr>
          <a:lstStyle/>
          <a:p>
            <a:pPr indent="-317965" lvl="0" marL="457871" rtl="0" algn="l">
              <a:spcBef>
                <a:spcPts val="0"/>
              </a:spcBef>
              <a:spcAft>
                <a:spcPts val="0"/>
              </a:spcAft>
              <a:buSzPts val="1402"/>
              <a:buChar char="-"/>
            </a:pPr>
            <a:r>
              <a:rPr lang="en" sz="1402"/>
              <a:t>Host Operating System: Ubuntu PC as a node</a:t>
            </a:r>
            <a:endParaRPr sz="1402"/>
          </a:p>
          <a:p>
            <a:pPr indent="0" lvl="0" marL="457871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-317965" lvl="0" marL="457871" rtl="0" algn="l">
              <a:spcBef>
                <a:spcPts val="0"/>
              </a:spcBef>
              <a:spcAft>
                <a:spcPts val="0"/>
              </a:spcAft>
              <a:buSzPts val="1402"/>
              <a:buChar char="-"/>
            </a:pPr>
            <a:r>
              <a:rPr lang="en" sz="1402"/>
              <a:t>Network Access: NetBird VPN and OpenSSH </a:t>
            </a:r>
            <a:endParaRPr sz="1402"/>
          </a:p>
          <a:p>
            <a:pPr indent="0" lvl="0" marL="457871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-317965" lvl="0" marL="457871" rtl="0" algn="l">
              <a:spcBef>
                <a:spcPts val="0"/>
              </a:spcBef>
              <a:spcAft>
                <a:spcPts val="0"/>
              </a:spcAft>
              <a:buSzPts val="1402"/>
              <a:buChar char="-"/>
            </a:pPr>
            <a:r>
              <a:rPr lang="en" sz="1402"/>
              <a:t>FPGA Programming: Utilizes Paramiko to execute remote Quartus commands</a:t>
            </a:r>
            <a:endParaRPr sz="1402"/>
          </a:p>
          <a:p>
            <a:pPr indent="0" lvl="0" marL="457871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-317965" lvl="0" marL="457871" rtl="0" algn="l">
              <a:spcBef>
                <a:spcPts val="0"/>
              </a:spcBef>
              <a:spcAft>
                <a:spcPts val="0"/>
              </a:spcAft>
              <a:buSzPts val="1402"/>
              <a:buChar char="-"/>
            </a:pPr>
            <a:r>
              <a:rPr lang="en" sz="1402"/>
              <a:t>File Transfer: Compiled bitstream files scraped through Users directory and uploaded via SFTP protocol</a:t>
            </a:r>
            <a:endParaRPr sz="1402"/>
          </a:p>
        </p:txBody>
      </p:sp>
      <p:pic>
        <p:nvPicPr>
          <p:cNvPr id="3986" name="Google Shape;3986;p143"/>
          <p:cNvPicPr preferRelativeResize="0"/>
          <p:nvPr/>
        </p:nvPicPr>
        <p:blipFill rotWithShape="1">
          <a:blip r:embed="rId3">
            <a:alphaModFix/>
          </a:blip>
          <a:srcRect b="6535" l="0" r="0" t="6682"/>
          <a:stretch/>
        </p:blipFill>
        <p:spPr>
          <a:xfrm>
            <a:off x="3486699" y="1175650"/>
            <a:ext cx="1898863" cy="358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7" name="Google Shape;3987;p143"/>
          <p:cNvSpPr txBox="1"/>
          <p:nvPr>
            <p:ph idx="4" type="subTitle"/>
          </p:nvPr>
        </p:nvSpPr>
        <p:spPr>
          <a:xfrm>
            <a:off x="5556675" y="1017725"/>
            <a:ext cx="2880300" cy="573600"/>
          </a:xfrm>
          <a:prstGeom prst="rect">
            <a:avLst/>
          </a:prstGeom>
        </p:spPr>
        <p:txBody>
          <a:bodyPr anchorCtr="0" anchor="b" bIns="91550" lIns="91550" spcFirstLastPara="1" rIns="91550" wrap="square" tIns="91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3"/>
              <a:t>Potential Problems</a:t>
            </a:r>
            <a:endParaRPr sz="1803"/>
          </a:p>
        </p:txBody>
      </p:sp>
      <p:sp>
        <p:nvSpPr>
          <p:cNvPr id="3988" name="Google Shape;3988;p143"/>
          <p:cNvSpPr txBox="1"/>
          <p:nvPr>
            <p:ph idx="1" type="subTitle"/>
          </p:nvPr>
        </p:nvSpPr>
        <p:spPr>
          <a:xfrm>
            <a:off x="5556675" y="1591325"/>
            <a:ext cx="2880300" cy="2971200"/>
          </a:xfrm>
          <a:prstGeom prst="rect">
            <a:avLst/>
          </a:prstGeom>
        </p:spPr>
        <p:txBody>
          <a:bodyPr anchorCtr="0" anchor="t" bIns="91550" lIns="91550" spcFirstLastPara="1" rIns="91550" wrap="square" tIns="91550">
            <a:noAutofit/>
          </a:bodyPr>
          <a:lstStyle/>
          <a:p>
            <a:pPr indent="-317965" lvl="0" marL="457871" rtl="0" algn="l">
              <a:spcBef>
                <a:spcPts val="0"/>
              </a:spcBef>
              <a:spcAft>
                <a:spcPts val="0"/>
              </a:spcAft>
              <a:buSzPts val="1402"/>
              <a:buChar char="-"/>
            </a:pPr>
            <a:r>
              <a:rPr lang="en" sz="1402"/>
              <a:t>HPC Hardware Bottleneck</a:t>
            </a:r>
            <a:endParaRPr sz="140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-317965" lvl="0" marL="457871" rtl="0" algn="l">
              <a:spcBef>
                <a:spcPts val="0"/>
              </a:spcBef>
              <a:spcAft>
                <a:spcPts val="0"/>
              </a:spcAft>
              <a:buSzPts val="1402"/>
              <a:buChar char="-"/>
            </a:pPr>
            <a:r>
              <a:rPr lang="en" sz="1402"/>
              <a:t>Lacked centralized traffic control.</a:t>
            </a:r>
            <a:endParaRPr sz="1402"/>
          </a:p>
          <a:p>
            <a:pPr indent="0" lvl="0" marL="457871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-317965" lvl="0" marL="457871" rtl="0" algn="l">
              <a:spcBef>
                <a:spcPts val="0"/>
              </a:spcBef>
              <a:spcAft>
                <a:spcPts val="0"/>
              </a:spcAft>
              <a:buSzPts val="1402"/>
              <a:buChar char="-"/>
            </a:pPr>
            <a:r>
              <a:rPr lang="en" sz="1402"/>
              <a:t>Users must manually choose for boards.</a:t>
            </a:r>
            <a:endParaRPr sz="1402"/>
          </a:p>
          <a:p>
            <a:pPr indent="0" lvl="0" marL="457871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-317965" lvl="0" marL="457871" rtl="0" algn="l">
              <a:spcBef>
                <a:spcPts val="0"/>
              </a:spcBef>
              <a:spcAft>
                <a:spcPts val="0"/>
              </a:spcAft>
              <a:buSzPts val="1402"/>
              <a:buChar char="-"/>
            </a:pPr>
            <a:r>
              <a:rPr lang="en" sz="1402"/>
              <a:t>Simultaneous job deployments to the same board cause crashes and corrupted deployments.</a:t>
            </a:r>
            <a:endParaRPr sz="1402"/>
          </a:p>
          <a:p>
            <a:pPr indent="0" lvl="0" marL="457871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-317965" lvl="0" marL="457871" rtl="0" algn="l">
              <a:spcBef>
                <a:spcPts val="0"/>
              </a:spcBef>
              <a:spcAft>
                <a:spcPts val="0"/>
              </a:spcAft>
              <a:buSzPts val="1402"/>
              <a:buChar char="-"/>
            </a:pPr>
            <a:r>
              <a:rPr lang="en" sz="1402"/>
              <a:t>No room for Scalability.</a:t>
            </a:r>
            <a:endParaRPr sz="1402"/>
          </a:p>
          <a:p>
            <a:pPr indent="0" lvl="0" marL="457871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2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92" name="Shape 3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" name="Google Shape;3993;p144"/>
          <p:cNvSpPr txBox="1"/>
          <p:nvPr>
            <p:ph type="title"/>
          </p:nvPr>
        </p:nvSpPr>
        <p:spPr>
          <a:xfrm>
            <a:off x="449550" y="198075"/>
            <a:ext cx="7678500" cy="55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FPGA Boards on the farm</a:t>
            </a:r>
            <a:endParaRPr/>
          </a:p>
        </p:txBody>
      </p:sp>
      <p:graphicFrame>
        <p:nvGraphicFramePr>
          <p:cNvPr id="3994" name="Google Shape;3994;p144"/>
          <p:cNvGraphicFramePr/>
          <p:nvPr/>
        </p:nvGraphicFramePr>
        <p:xfrm>
          <a:off x="340038" y="1032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{CF540D4D-4D2D-4F71-BF40-ECBE00929A2F}</a:tableStyleId>
              </a:tblPr>
              <a:tblGrid>
                <a:gridCol w="1459500"/>
                <a:gridCol w="1405775"/>
                <a:gridCol w="1602775"/>
                <a:gridCol w="3760675"/>
              </a:tblGrid>
              <a:tr h="451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Specification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DE1-SoC (Cyclone V)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Agilex 10 (HPC Node)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The System Impact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51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Logic Capacity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~32,000 ALMs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1,000,000+ ALMs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Static Power: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Massive baseline static power leakage if Agilex is powered on for simple logic.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451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DSP BLOCKS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87 DSP blocks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4,510 DSP blocks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Resource Mismatch:</a:t>
                      </a:r>
                      <a:r>
                        <a:rPr lang="en" sz="1100"/>
                        <a:t> Routing a task with modest DSP needs (&lt;87) to the Agilex wastes over 4,400 unused multiplier blocks silicon and power committed for no computational gain. 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335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On-Board Memory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64MB SDRAM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32GB DDR4 (680 Gbps)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Dynamic Power: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Wasted dynamic power keeping a massive 680 Gbps memory bus awake for tiny workloads.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  <a:tr h="5884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Configuration Overhead</a:t>
                      </a:r>
                      <a:endParaRPr b="1"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Tiny </a:t>
                      </a:r>
                      <a:r>
                        <a:rPr lang="en" sz="1150">
                          <a:solidFill>
                            <a:schemeClr val="dk1"/>
                          </a:solidFill>
                        </a:rPr>
                        <a:t>.sof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file (1-2s JTAG flash)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</a:rPr>
                        <a:t>Massive </a:t>
                      </a:r>
                      <a:r>
                        <a:rPr lang="en" sz="1150">
                          <a:solidFill>
                            <a:schemeClr val="dk1"/>
                          </a:solidFill>
                        </a:rPr>
                        <a:t>.sof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file (Long JTAG flash)</a:t>
                      </a:r>
                      <a:endParaRPr sz="11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Queue Saturation:</a:t>
                      </a:r>
                      <a:r>
                        <a:rPr lang="en" sz="1100">
                          <a:solidFill>
                            <a:schemeClr val="dk1"/>
                          </a:solidFill>
                        </a:rPr>
                        <a:t> Forcing the server to flash a massive Agilex bitstream for a tiny task instantly backs up the waitlist.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76200" marB="76200" marR="114300" marL="114300">
                    <a:lnL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accent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3995" name="Google Shape;3995;p144"/>
          <p:cNvSpPr txBox="1"/>
          <p:nvPr/>
        </p:nvSpPr>
        <p:spPr>
          <a:xfrm>
            <a:off x="161100" y="4512750"/>
            <a:ext cx="88218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[1] Terasic Technologies, “DE-Agilex 10 User Manual,” 2023. [Online]. Available: https://www.terasic.com</a:t>
            </a:r>
            <a:endParaRPr sz="100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[2] Terasic Technologies, “DE1-SoC User Manual,” 2023. [Online]. Available: https://www.terasic.com</a:t>
            </a:r>
            <a:endParaRPr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999" name="Shape 3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0" name="Google Shape;4000;p1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Models</a:t>
            </a:r>
            <a:endParaRPr/>
          </a:p>
        </p:txBody>
      </p:sp>
      <p:pic>
        <p:nvPicPr>
          <p:cNvPr id="4001" name="Google Shape;4001;p145"/>
          <p:cNvPicPr preferRelativeResize="0"/>
          <p:nvPr/>
        </p:nvPicPr>
        <p:blipFill rotWithShape="1">
          <a:blip r:embed="rId3">
            <a:alphaModFix/>
          </a:blip>
          <a:srcRect b="30340" l="0" r="63929" t="30123"/>
          <a:stretch/>
        </p:blipFill>
        <p:spPr>
          <a:xfrm>
            <a:off x="312475" y="1220525"/>
            <a:ext cx="848050" cy="929501"/>
          </a:xfrm>
          <a:prstGeom prst="rect">
            <a:avLst/>
          </a:prstGeom>
          <a:noFill/>
          <a:ln>
            <a:noFill/>
          </a:ln>
        </p:spPr>
      </p:pic>
      <p:sp>
        <p:nvSpPr>
          <p:cNvPr id="4002" name="Google Shape;4002;p145"/>
          <p:cNvSpPr txBox="1"/>
          <p:nvPr/>
        </p:nvSpPr>
        <p:spPr>
          <a:xfrm>
            <a:off x="1370600" y="1250550"/>
            <a:ext cx="3341400" cy="8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Qwen 2.5 (7B Parameters)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Chose an open sourced general purpose model for its speed and accuracy.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003" name="Google Shape;4003;p1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725" y="2265675"/>
            <a:ext cx="1003550" cy="1148650"/>
          </a:xfrm>
          <a:prstGeom prst="rect">
            <a:avLst/>
          </a:prstGeom>
          <a:noFill/>
          <a:ln>
            <a:noFill/>
          </a:ln>
        </p:spPr>
      </p:pic>
      <p:sp>
        <p:nvSpPr>
          <p:cNvPr id="4004" name="Google Shape;4004;p145"/>
          <p:cNvSpPr txBox="1"/>
          <p:nvPr/>
        </p:nvSpPr>
        <p:spPr>
          <a:xfrm>
            <a:off x="1370600" y="2308675"/>
            <a:ext cx="3341400" cy="11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Routing Accuracy (98%)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Mix of synthetic and real .flow.rpt files were tested on the model to correctly 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categorize hardware limits, route tasks, and run safety and efficiency evaluations.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005" name="Google Shape;4005;p1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2475" y="3529975"/>
            <a:ext cx="848050" cy="1023057"/>
          </a:xfrm>
          <a:prstGeom prst="rect">
            <a:avLst/>
          </a:prstGeom>
          <a:noFill/>
          <a:ln>
            <a:noFill/>
          </a:ln>
        </p:spPr>
      </p:pic>
      <p:sp>
        <p:nvSpPr>
          <p:cNvPr id="4006" name="Google Shape;4006;p145"/>
          <p:cNvSpPr txBox="1"/>
          <p:nvPr/>
        </p:nvSpPr>
        <p:spPr>
          <a:xfrm>
            <a:off x="1351250" y="3690200"/>
            <a:ext cx="3380100" cy="9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Average Response Time (708 ms)</a:t>
            </a:r>
            <a:endParaRPr b="1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 general purpose model was quicker in response compared to a deep reasoning model.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07" name="Google Shape;4007;p145"/>
          <p:cNvSpPr txBox="1"/>
          <p:nvPr/>
        </p:nvSpPr>
        <p:spPr>
          <a:xfrm>
            <a:off x="5354750" y="1074625"/>
            <a:ext cx="3069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Prompt </a:t>
            </a:r>
            <a:r>
              <a:rPr b="1"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Engineering</a:t>
            </a:r>
            <a:endParaRPr b="1"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008" name="Google Shape;4008;p145"/>
          <p:cNvSpPr txBox="1"/>
          <p:nvPr/>
        </p:nvSpPr>
        <p:spPr>
          <a:xfrm>
            <a:off x="5354750" y="1647325"/>
            <a:ext cx="2865600" cy="29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System Prompting: 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model needs a  highly engineered "System Prompt" that acts as a strict rulebook for the AI to follow on every request.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Defining Constraints: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The prompt explicitly defines the physical boundaries of the lab (e.g., DE-SoC maximums: 32,000 ALMs, 80 DSPs).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Edge Cases:</a:t>
            </a:r>
            <a:r>
              <a:rPr lang="en"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Common edge cases are defined and the model is forced to output JSON format to catch any edge case errors.</a:t>
            </a:r>
            <a:endParaRPr sz="12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12" name="Shape 4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3" name="Google Shape;4013;p146"/>
          <p:cNvPicPr preferRelativeResize="0"/>
          <p:nvPr/>
        </p:nvPicPr>
        <p:blipFill rotWithShape="1">
          <a:blip r:embed="rId3">
            <a:alphaModFix/>
          </a:blip>
          <a:srcRect b="2443" l="2245" r="2245" t="1394"/>
          <a:stretch/>
        </p:blipFill>
        <p:spPr>
          <a:xfrm>
            <a:off x="0" y="0"/>
            <a:ext cx="9144000" cy="5142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017" name="Shape 4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8" name="Google Shape;4018;p147"/>
          <p:cNvSpPr txBox="1"/>
          <p:nvPr>
            <p:ph type="title"/>
          </p:nvPr>
        </p:nvSpPr>
        <p:spPr>
          <a:xfrm>
            <a:off x="110725" y="336200"/>
            <a:ext cx="2369400" cy="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</p:txBody>
      </p:sp>
      <p:pic>
        <p:nvPicPr>
          <p:cNvPr id="4019" name="Google Shape;4019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13" y="1691360"/>
            <a:ext cx="2663475" cy="2013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0" name="Google Shape;4020;p1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8625" y="1706213"/>
            <a:ext cx="2663487" cy="1975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21" name="Google Shape;4021;p147"/>
          <p:cNvCxnSpPr>
            <a:stCxn id="4019" idx="3"/>
            <a:endCxn id="4020" idx="1"/>
          </p:cNvCxnSpPr>
          <p:nvPr/>
        </p:nvCxnSpPr>
        <p:spPr>
          <a:xfrm flipH="1" rot="10800000">
            <a:off x="2709488" y="2694125"/>
            <a:ext cx="299100" cy="39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4022" name="Google Shape;4022;p1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35600" y="1702250"/>
            <a:ext cx="3439750" cy="1096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3" name="Google Shape;4023;p14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35600" y="2798908"/>
            <a:ext cx="3439749" cy="9137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