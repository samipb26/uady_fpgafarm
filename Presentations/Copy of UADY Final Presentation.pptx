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120.xml"/>
  <Override ContentType="application/vnd.openxmlformats-officedocument.presentationml.slideLayout+xml" PartName="/ppt/slideLayouts/slideLayout9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98.xml"/>
  <Override ContentType="application/vnd.openxmlformats-officedocument.presentationml.slideLayout+xml" PartName="/ppt/slideLayouts/slideLayout110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2.xml"/>
  <Override ContentType="application/vnd.openxmlformats-officedocument.presentationml.slideLayout+xml" PartName="/ppt/slideLayouts/slideLayout119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78.xml"/>
  <Override ContentType="application/vnd.openxmlformats-officedocument.presentationml.slideLayout+xml" PartName="/ppt/slideLayouts/slideLayout65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04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117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1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84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67.xml"/>
  <Override ContentType="application/vnd.openxmlformats-officedocument.presentationml.slideLayout+xml" PartName="/ppt/slideLayouts/slideLayout92.xml"/>
  <Override ContentType="application/vnd.openxmlformats-officedocument.presentationml.slideLayout+xml" PartName="/ppt/slideLayouts/slideLayout116.xml"/>
  <Override ContentType="application/vnd.openxmlformats-officedocument.presentationml.slideLayout+xml" PartName="/ppt/slideLayouts/slideLayout83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9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106.xml"/>
  <Override ContentType="application/vnd.openxmlformats-officedocument.presentationml.slideLayout+xml" PartName="/ppt/slideLayouts/slideLayout77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73.xml"/>
  <Override ContentType="application/vnd.openxmlformats-officedocument.presentationml.slideLayout+xml" PartName="/ppt/slideLayouts/slideLayout86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81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69.xml"/>
  <Override ContentType="application/vnd.openxmlformats-officedocument.presentationml.slideLayout+xml" PartName="/ppt/slideLayouts/slideLayout94.xml"/>
  <Override ContentType="application/vnd.openxmlformats-officedocument.presentationml.slideLayout+xml" PartName="/ppt/slideLayouts/slideLayout114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8.xml"/>
  <Override ContentType="application/vnd.openxmlformats-officedocument.presentationml.slideLayout+xml" PartName="/ppt/slideLayouts/slideLayout112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75.xml"/>
  <Override ContentType="application/vnd.openxmlformats-officedocument.presentationml.slideLayout+xml" PartName="/ppt/slideLayouts/slideLayout10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Layout+xml" PartName="/ppt/slideLayouts/slideLayout97.xml"/>
  <Override ContentType="application/vnd.openxmlformats-officedocument.presentationml.slideLayout+xml" PartName="/ppt/slideLayouts/slideLayout111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03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89.xml"/>
  <Override ContentType="application/vnd.openxmlformats-officedocument.presentationml.slideLayout+xml" PartName="/ppt/slideLayouts/slideLayout70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95.xml"/>
  <Override ContentType="application/vnd.openxmlformats-officedocument.presentationml.slideLayout+xml" PartName="/ppt/slideLayouts/slideLayout101.xml"/>
  <Override ContentType="application/vnd.openxmlformats-officedocument.presentationml.slideLayout+xml" PartName="/ppt/slideLayouts/slideLayout64.xml"/>
  <Override ContentType="application/vnd.openxmlformats-officedocument.presentationml.slideLayout+xml" PartName="/ppt/slideLayouts/slideLayout99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05.xml"/>
  <Override ContentType="application/vnd.openxmlformats-officedocument.presentationml.slideLayout+xml" PartName="/ppt/slideLayouts/slideLayout118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85.xml"/>
  <Override ContentType="application/vnd.openxmlformats-officedocument.presentationml.slideLayout+xml" PartName="/ppt/slideLayouts/slideLayout72.xml"/>
  <Override ContentType="application/vnd.openxmlformats-officedocument.presentationml.slideLayout+xml" PartName="/ppt/slideLayouts/slideLayout7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6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76.xml"/>
  <Override ContentType="application/vnd.openxmlformats-officedocument.presentationml.slideLayout+xml" PartName="/ppt/slideLayouts/slideLayout107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74.xml"/>
  <Override ContentType="application/vnd.openxmlformats-officedocument.presentationml.slideLayout+xml" PartName="/ppt/slideLayouts/slideLayout109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91.xml"/>
  <Override ContentType="application/vnd.openxmlformats-officedocument.presentationml.slideLayout+xml" PartName="/ppt/slideLayouts/slideLayout68.xml"/>
  <Override ContentType="application/vnd.openxmlformats-officedocument.presentationml.slideLayout+xml" PartName="/ppt/slideLayouts/slideLayout115.xml"/>
  <Override ContentType="application/vnd.openxmlformats-officedocument.presentationml.slideLayout+xml" PartName="/ppt/slideLayouts/slideLayout82.xml"/>
  <Override ContentType="application/vnd.openxmlformats-officedocument.presentationml.slideLayout+xml" PartName="/ppt/slideLayouts/slideLayout100.xml"/>
  <Override ContentType="application/vnd.openxmlformats-officedocument.presentationml.slideLayout+xml" PartName="/ppt/slideLayouts/slideLayout113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8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8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63.xml"/>
  <Override ContentType="application/vnd.openxmlformats-officedocument.presentationml.slideLayout+xml" PartName="/ppt/slideLayouts/slideLayout93.xml"/>
  <Override ContentType="application/vnd.openxmlformats-officedocument.presentationml.slideLayout+xml" PartName="/ppt/slideLayouts/slideLayout27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4.xml"/>
  <Override ContentType="application/vnd.openxmlformats-officedocument.presentationml.slideMaster+xml" PartName="/ppt/slideMasters/slideMaster5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6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theme+xml" PartName="/ppt/theme/theme5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68" r:id="rId4"/>
    <p:sldMasterId id="2147483769" r:id="rId5"/>
    <p:sldMasterId id="2147483770" r:id="rId6"/>
    <p:sldMasterId id="2147483771" r:id="rId7"/>
    <p:sldMasterId id="2147483772" r:id="rId8"/>
  </p:sldMasterIdLst>
  <p:notesMasterIdLst>
    <p:notesMasterId r:id="rId9"/>
  </p:notesMasterIdLst>
  <p:sldIdLst>
    <p:sldId id="256" r:id="rId10"/>
    <p:sldId id="257" r:id="rId11"/>
    <p:sldId id="258" r:id="rId12"/>
    <p:sldId id="259" r:id="rId13"/>
    <p:sldId id="260" r:id="rId14"/>
    <p:sldId id="261" r:id="rId15"/>
    <p:sldId id="262" r:id="rId16"/>
    <p:sldId id="263" r:id="rId17"/>
    <p:sldId id="264" r:id="rId18"/>
    <p:sldId id="265" r:id="rId19"/>
    <p:sldId id="266" r:id="rId20"/>
    <p:sldId id="267" r:id="rId21"/>
    <p:sldId id="268" r:id="rId22"/>
    <p:sldId id="269" r:id="rId23"/>
    <p:sldId id="270" r:id="rId24"/>
    <p:sldId id="271" r:id="rId25"/>
    <p:sldId id="272" r:id="rId26"/>
    <p:sldId id="273" r:id="rId27"/>
    <p:sldId id="274" r:id="rId28"/>
    <p:sldId id="275" r:id="rId29"/>
    <p:sldId id="276" r:id="rId30"/>
    <p:sldId id="277" r:id="rId31"/>
  </p:sldIdLst>
  <p:sldSz cy="5143500" cx="9144000"/>
  <p:notesSz cx="6858000" cy="9144000"/>
  <p:embeddedFontLst>
    <p:embeddedFont>
      <p:font typeface="Raleway"/>
      <p:regular r:id="rId32"/>
      <p:bold r:id="rId33"/>
      <p:italic r:id="rId34"/>
      <p:boldItalic r:id="rId35"/>
    </p:embeddedFont>
    <p:embeddedFont>
      <p:font typeface="Lato"/>
      <p:regular r:id="rId36"/>
      <p:bold r:id="rId37"/>
      <p:italic r:id="rId38"/>
      <p:boldItalic r:id="rId39"/>
    </p:embeddedFont>
    <p:embeddedFont>
      <p:font typeface="Urbanist"/>
      <p:regular r:id="rId40"/>
      <p:bold r:id="rId41"/>
      <p:italic r:id="rId42"/>
      <p:boldItalic r:id="rId43"/>
    </p:embeddedFont>
    <p:embeddedFont>
      <p:font typeface="Epilogue"/>
      <p:regular r:id="rId44"/>
      <p:bold r:id="rId45"/>
      <p:italic r:id="rId46"/>
      <p:boldItalic r:id="rId47"/>
    </p:embeddedFont>
    <p:embeddedFont>
      <p:font typeface="PT Sans"/>
      <p:regular r:id="rId48"/>
      <p:bold r:id="rId49"/>
      <p:italic r:id="rId50"/>
      <p:boldItalic r:id="rId51"/>
    </p:embeddedFont>
    <p:embeddedFont>
      <p:font typeface="Roboto Mono"/>
      <p:regular r:id="rId52"/>
      <p:bold r:id="rId53"/>
      <p:italic r:id="rId54"/>
      <p:boldItalic r:id="rId55"/>
    </p:embeddedFont>
    <p:embeddedFont>
      <p:font typeface="Open Sans"/>
      <p:regular r:id="rId56"/>
      <p:bold r:id="rId57"/>
      <p:italic r:id="rId58"/>
      <p:boldItalic r:id="rId5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60053BB-8ECE-46CB-995A-7D944D0DFEF2}">
  <a:tblStyle styleId="{260053BB-8ECE-46CB-995A-7D944D0DFEF2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Urbanist-regular.fntdata"/><Relationship Id="rId42" Type="http://schemas.openxmlformats.org/officeDocument/2006/relationships/font" Target="fonts/Urbanist-italic.fntdata"/><Relationship Id="rId41" Type="http://schemas.openxmlformats.org/officeDocument/2006/relationships/font" Target="fonts/Urbanist-bold.fntdata"/><Relationship Id="rId44" Type="http://schemas.openxmlformats.org/officeDocument/2006/relationships/font" Target="fonts/Epilogue-regular.fntdata"/><Relationship Id="rId43" Type="http://schemas.openxmlformats.org/officeDocument/2006/relationships/font" Target="fonts/Urbanist-boldItalic.fntdata"/><Relationship Id="rId46" Type="http://schemas.openxmlformats.org/officeDocument/2006/relationships/font" Target="fonts/Epilogue-italic.fntdata"/><Relationship Id="rId45" Type="http://schemas.openxmlformats.org/officeDocument/2006/relationships/font" Target="fonts/Epilogue-bold.fntdata"/><Relationship Id="rId1" Type="http://schemas.openxmlformats.org/officeDocument/2006/relationships/theme" Target="theme/theme6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Relationship Id="rId48" Type="http://schemas.openxmlformats.org/officeDocument/2006/relationships/font" Target="fonts/PTSans-regular.fntdata"/><Relationship Id="rId47" Type="http://schemas.openxmlformats.org/officeDocument/2006/relationships/font" Target="fonts/Epilogue-boldItalic.fntdata"/><Relationship Id="rId49" Type="http://schemas.openxmlformats.org/officeDocument/2006/relationships/font" Target="fonts/PTSans-bold.fntdata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7" Type="http://schemas.openxmlformats.org/officeDocument/2006/relationships/slideMaster" Target="slideMasters/slideMaster4.xml"/><Relationship Id="rId8" Type="http://schemas.openxmlformats.org/officeDocument/2006/relationships/slideMaster" Target="slideMasters/slideMaster5.xml"/><Relationship Id="rId31" Type="http://schemas.openxmlformats.org/officeDocument/2006/relationships/slide" Target="slides/slide22.xml"/><Relationship Id="rId30" Type="http://schemas.openxmlformats.org/officeDocument/2006/relationships/slide" Target="slides/slide21.xml"/><Relationship Id="rId33" Type="http://schemas.openxmlformats.org/officeDocument/2006/relationships/font" Target="fonts/Raleway-bold.fntdata"/><Relationship Id="rId32" Type="http://schemas.openxmlformats.org/officeDocument/2006/relationships/font" Target="fonts/Raleway-regular.fntdata"/><Relationship Id="rId35" Type="http://schemas.openxmlformats.org/officeDocument/2006/relationships/font" Target="fonts/Raleway-boldItalic.fntdata"/><Relationship Id="rId34" Type="http://schemas.openxmlformats.org/officeDocument/2006/relationships/font" Target="fonts/Raleway-italic.fntdata"/><Relationship Id="rId37" Type="http://schemas.openxmlformats.org/officeDocument/2006/relationships/font" Target="fonts/Lato-bold.fntdata"/><Relationship Id="rId36" Type="http://schemas.openxmlformats.org/officeDocument/2006/relationships/font" Target="fonts/Lato-regular.fntdata"/><Relationship Id="rId39" Type="http://schemas.openxmlformats.org/officeDocument/2006/relationships/font" Target="fonts/Lato-boldItalic.fntdata"/><Relationship Id="rId38" Type="http://schemas.openxmlformats.org/officeDocument/2006/relationships/font" Target="fonts/Lato-italic.fntdata"/><Relationship Id="rId20" Type="http://schemas.openxmlformats.org/officeDocument/2006/relationships/slide" Target="slides/slide11.xml"/><Relationship Id="rId22" Type="http://schemas.openxmlformats.org/officeDocument/2006/relationships/slide" Target="slides/slide13.xml"/><Relationship Id="rId21" Type="http://schemas.openxmlformats.org/officeDocument/2006/relationships/slide" Target="slides/slide12.xml"/><Relationship Id="rId24" Type="http://schemas.openxmlformats.org/officeDocument/2006/relationships/slide" Target="slides/slide15.xml"/><Relationship Id="rId23" Type="http://schemas.openxmlformats.org/officeDocument/2006/relationships/slide" Target="slides/slide14.xml"/><Relationship Id="rId26" Type="http://schemas.openxmlformats.org/officeDocument/2006/relationships/slide" Target="slides/slide17.xml"/><Relationship Id="rId25" Type="http://schemas.openxmlformats.org/officeDocument/2006/relationships/slide" Target="slides/slide16.xml"/><Relationship Id="rId28" Type="http://schemas.openxmlformats.org/officeDocument/2006/relationships/slide" Target="slides/slide19.xml"/><Relationship Id="rId27" Type="http://schemas.openxmlformats.org/officeDocument/2006/relationships/slide" Target="slides/slide18.xml"/><Relationship Id="rId29" Type="http://schemas.openxmlformats.org/officeDocument/2006/relationships/slide" Target="slides/slide20.xml"/><Relationship Id="rId51" Type="http://schemas.openxmlformats.org/officeDocument/2006/relationships/font" Target="fonts/PTSans-boldItalic.fntdata"/><Relationship Id="rId50" Type="http://schemas.openxmlformats.org/officeDocument/2006/relationships/font" Target="fonts/PTSans-italic.fntdata"/><Relationship Id="rId53" Type="http://schemas.openxmlformats.org/officeDocument/2006/relationships/font" Target="fonts/RobotoMono-bold.fntdata"/><Relationship Id="rId52" Type="http://schemas.openxmlformats.org/officeDocument/2006/relationships/font" Target="fonts/RobotoMono-regular.fntdata"/><Relationship Id="rId11" Type="http://schemas.openxmlformats.org/officeDocument/2006/relationships/slide" Target="slides/slide2.xml"/><Relationship Id="rId55" Type="http://schemas.openxmlformats.org/officeDocument/2006/relationships/font" Target="fonts/RobotoMono-boldItalic.fntdata"/><Relationship Id="rId10" Type="http://schemas.openxmlformats.org/officeDocument/2006/relationships/slide" Target="slides/slide1.xml"/><Relationship Id="rId54" Type="http://schemas.openxmlformats.org/officeDocument/2006/relationships/font" Target="fonts/RobotoMono-italic.fntdata"/><Relationship Id="rId13" Type="http://schemas.openxmlformats.org/officeDocument/2006/relationships/slide" Target="slides/slide4.xml"/><Relationship Id="rId57" Type="http://schemas.openxmlformats.org/officeDocument/2006/relationships/font" Target="fonts/OpenSans-bold.fntdata"/><Relationship Id="rId12" Type="http://schemas.openxmlformats.org/officeDocument/2006/relationships/slide" Target="slides/slide3.xml"/><Relationship Id="rId56" Type="http://schemas.openxmlformats.org/officeDocument/2006/relationships/font" Target="fonts/OpenSans-regular.fntdata"/><Relationship Id="rId15" Type="http://schemas.openxmlformats.org/officeDocument/2006/relationships/slide" Target="slides/slide6.xml"/><Relationship Id="rId59" Type="http://schemas.openxmlformats.org/officeDocument/2006/relationships/font" Target="fonts/OpenSans-boldItalic.fntdata"/><Relationship Id="rId14" Type="http://schemas.openxmlformats.org/officeDocument/2006/relationships/slide" Target="slides/slide5.xml"/><Relationship Id="rId58" Type="http://schemas.openxmlformats.org/officeDocument/2006/relationships/font" Target="fonts/OpenSans-italic.fntdata"/><Relationship Id="rId17" Type="http://schemas.openxmlformats.org/officeDocument/2006/relationships/slide" Target="slides/slide8.xml"/><Relationship Id="rId16" Type="http://schemas.openxmlformats.org/officeDocument/2006/relationships/slide" Target="slides/slide7.xml"/><Relationship Id="rId19" Type="http://schemas.openxmlformats.org/officeDocument/2006/relationships/slide" Target="slides/slide10.xml"/><Relationship Id="rId18" Type="http://schemas.openxmlformats.org/officeDocument/2006/relationships/slide" Target="slides/slide9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05" name="Shape 3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6" name="Google Shape;3706;g4dfce81f19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07" name="Google Shape;3707;g4dfce81f19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14" name="Shape 37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5" name="Google Shape;3715;g3f528cab022_0_20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16" name="Google Shape;3716;g3f528cab022_0_20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24" name="Shape 37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5" name="Google Shape;3725;g54dda1946d_6_3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26" name="Google Shape;3726;g54dda1946d_6_3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36" name="Shape 37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7" name="Google Shape;3737;g3f528cab022_0_4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38" name="Google Shape;3738;g3f528cab022_0_4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44" name="Shape 3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5" name="Google Shape;3745;g3f0e91ba27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46" name="Google Shape;3746;g3f0e91ba27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55" name="Shape 37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6" name="Google Shape;3756;g3f0e91ba278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57" name="Google Shape;3757;g3f0e91ba278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62" name="Shape 3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3" name="Google Shape;3763;g3f3a814282a_12_23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64" name="Google Shape;3764;g3f3a814282a_12_23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04" name="Shape 38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5" name="Google Shape;3805;g3f3a814282a_12_38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06" name="Google Shape;3806;g3f3a814282a_12_38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20" name="Shape 38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1" name="Google Shape;3821;g3f528cab022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22" name="Google Shape;3822;g3f528cab022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26" name="Shape 38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7" name="Google Shape;3827;g3f3a86e2076_14_7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28" name="Google Shape;3828;g3f3a86e2076_14_7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50" name="Shape 38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1" name="Google Shape;3851;g3f3a86e2076_14_37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52" name="Google Shape;3852;g3f3a86e2076_14_37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74" name="Shape 38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5" name="Google Shape;3875;g3f3a86e2076_14_30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76" name="Google Shape;3876;g3f3a86e2076_14_30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91" name="Shape 38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2" name="Google Shape;3892;g3f8241526e8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93" name="Google Shape;3893;g3f8241526e8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17" name="Shape 39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8" name="Google Shape;3918;g3f8241526e8_3_27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19" name="Google Shape;3919;g3f8241526e8_3_27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40" name="Shape 39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1" name="Google Shape;3941;g3f0f6336c15_25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42" name="Google Shape;3942;g3f0f6336c15_25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53" name="Shape 39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4" name="Google Shape;3954;g3f0e858f504_3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55" name="Google Shape;3955;g3f0e858f504_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61" name="Shape 39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2" name="Google Shape;3962;g3f81b920cf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63" name="Google Shape;3963;g3f81b920cf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71" name="Shape 39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2" name="Google Shape;3972;g3f0e858f504_3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73" name="Google Shape;3973;g3f0e858f504_3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78" name="Shape 39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9" name="Google Shape;3979;g3f0f6336c15_26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80" name="Google Shape;3980;g3f0f6336c15_26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96" name="Shape 39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7" name="Google Shape;3997;g3f0e91ba278_0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98" name="Google Shape;3998;g3f0e91ba278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09" name="Shape 40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0" name="Google Shape;4010;g3f0e91ba278_0_8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11" name="Google Shape;4011;g3f0e91ba278_0_8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14" name="Shape 40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5" name="Google Shape;4015;g3f0e91ba278_0_8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16" name="Google Shape;4016;g3f0e91ba278_0_8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bit.ly/3A1uf1Q" TargetMode="External"/><Relationship Id="rId3" Type="http://schemas.openxmlformats.org/officeDocument/2006/relationships/hyperlink" Target="http://bit.ly/2TtBDfr" TargetMode="Externa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s://bit.ly/3A1uf1Q" TargetMode="External"/><Relationship Id="rId3" Type="http://schemas.openxmlformats.org/officeDocument/2006/relationships/hyperlink" Target="http://bit.ly/2TtBDfr" TargetMode="Externa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hyperlink" Target="https://bit.ly/3A1uf1Q" TargetMode="External"/><Relationship Id="rId3" Type="http://schemas.openxmlformats.org/officeDocument/2006/relationships/hyperlink" Target="http://bit.ly/2TtBDfr" TargetMode="External"/></Relationships>
</file>

<file path=ppt/slideLayouts/_rels/slideLayout6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hyperlink" Target="https://bit.ly/3A1uf1Q" TargetMode="External"/><Relationship Id="rId3" Type="http://schemas.openxmlformats.org/officeDocument/2006/relationships/hyperlink" Target="http://bit.ly/2TtBDfr" TargetMode="External"/></Relationships>
</file>

<file path=ppt/slideLayouts/_rels/slideLayout9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0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0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0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0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0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0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0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0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0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0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hyperlink" Target="https://bit.ly/3A1uf1Q" TargetMode="External"/><Relationship Id="rId3" Type="http://schemas.openxmlformats.org/officeDocument/2006/relationships/hyperlink" Target="http://bit.ly/2TtBDfr" TargetMode="External"/></Relationships>
</file>

<file path=ppt/slideLayouts/_rels/slideLayout1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/>
          <p:nvPr>
            <p:ph type="ctrTitle"/>
          </p:nvPr>
        </p:nvSpPr>
        <p:spPr>
          <a:xfrm>
            <a:off x="713225" y="1144500"/>
            <a:ext cx="4112100" cy="237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000">
                <a:latin typeface="Epilogue"/>
                <a:ea typeface="Epilogue"/>
                <a:cs typeface="Epilogue"/>
                <a:sym typeface="Epilogue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/>
        </p:txBody>
      </p:sp>
      <p:sp>
        <p:nvSpPr>
          <p:cNvPr id="10" name="Google Shape;10;p2"/>
          <p:cNvSpPr txBox="1"/>
          <p:nvPr>
            <p:ph idx="1" type="subTitle"/>
          </p:nvPr>
        </p:nvSpPr>
        <p:spPr>
          <a:xfrm>
            <a:off x="713225" y="3523200"/>
            <a:ext cx="4112100" cy="47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1" name="Google Shape;11;p2"/>
          <p:cNvSpPr/>
          <p:nvPr/>
        </p:nvSpPr>
        <p:spPr>
          <a:xfrm rot="10800000">
            <a:off x="-1604593" y="-845132"/>
            <a:ext cx="3281418" cy="2132806"/>
          </a:xfrm>
          <a:custGeom>
            <a:rect b="b" l="l" r="r" t="t"/>
            <a:pathLst>
              <a:path extrusionOk="0" h="30330" w="38869">
                <a:moveTo>
                  <a:pt x="24297" y="1"/>
                </a:moveTo>
                <a:cubicBezTo>
                  <a:pt x="23576" y="1"/>
                  <a:pt x="22813" y="81"/>
                  <a:pt x="22018" y="271"/>
                </a:cubicBezTo>
                <a:cubicBezTo>
                  <a:pt x="16904" y="1494"/>
                  <a:pt x="14626" y="5778"/>
                  <a:pt x="11611" y="8671"/>
                </a:cubicBezTo>
                <a:cubicBezTo>
                  <a:pt x="10032" y="10186"/>
                  <a:pt x="7766" y="10684"/>
                  <a:pt x="5916" y="11826"/>
                </a:cubicBezTo>
                <a:cubicBezTo>
                  <a:pt x="0" y="15481"/>
                  <a:pt x="539" y="24197"/>
                  <a:pt x="4874" y="27639"/>
                </a:cubicBezTo>
                <a:cubicBezTo>
                  <a:pt x="7150" y="29445"/>
                  <a:pt x="9815" y="30330"/>
                  <a:pt x="12976" y="30330"/>
                </a:cubicBezTo>
                <a:cubicBezTo>
                  <a:pt x="15025" y="30330"/>
                  <a:pt x="17282" y="29958"/>
                  <a:pt x="19778" y="29225"/>
                </a:cubicBezTo>
                <a:cubicBezTo>
                  <a:pt x="26123" y="27360"/>
                  <a:pt x="30656" y="26268"/>
                  <a:pt x="34763" y="20412"/>
                </a:cubicBezTo>
                <a:cubicBezTo>
                  <a:pt x="38869" y="14558"/>
                  <a:pt x="35544" y="6859"/>
                  <a:pt x="30907" y="2368"/>
                </a:cubicBezTo>
                <a:cubicBezTo>
                  <a:pt x="30907" y="2368"/>
                  <a:pt x="28215" y="1"/>
                  <a:pt x="24297" y="1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/>
          <p:nvPr/>
        </p:nvSpPr>
        <p:spPr>
          <a:xfrm flipH="1" rot="-9899992">
            <a:off x="-1515196" y="4121356"/>
            <a:ext cx="3953580" cy="1921771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4047175" y="2571975"/>
            <a:ext cx="4383600" cy="84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hasCustomPrompt="1" idx="2" type="title"/>
          </p:nvPr>
        </p:nvSpPr>
        <p:spPr>
          <a:xfrm>
            <a:off x="4047175" y="1321975"/>
            <a:ext cx="1235700" cy="8418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6" name="Google Shape;16;p3"/>
          <p:cNvSpPr/>
          <p:nvPr>
            <p:ph idx="3" type="pic"/>
          </p:nvPr>
        </p:nvSpPr>
        <p:spPr>
          <a:xfrm>
            <a:off x="484625" y="1076550"/>
            <a:ext cx="2990400" cy="29904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17" name="Google Shape;17;p3"/>
          <p:cNvSpPr/>
          <p:nvPr/>
        </p:nvSpPr>
        <p:spPr>
          <a:xfrm flipH="1" rot="-3263452">
            <a:off x="5847147" y="3927927"/>
            <a:ext cx="2997856" cy="2576292"/>
          </a:xfrm>
          <a:custGeom>
            <a:rect b="b" l="l" r="r" t="t"/>
            <a:pathLst>
              <a:path extrusionOk="0" h="30330" w="38869">
                <a:moveTo>
                  <a:pt x="24297" y="1"/>
                </a:moveTo>
                <a:cubicBezTo>
                  <a:pt x="23576" y="1"/>
                  <a:pt x="22813" y="81"/>
                  <a:pt x="22018" y="271"/>
                </a:cubicBezTo>
                <a:cubicBezTo>
                  <a:pt x="16904" y="1494"/>
                  <a:pt x="14626" y="5778"/>
                  <a:pt x="11611" y="8671"/>
                </a:cubicBezTo>
                <a:cubicBezTo>
                  <a:pt x="10032" y="10186"/>
                  <a:pt x="7766" y="10684"/>
                  <a:pt x="5916" y="11826"/>
                </a:cubicBezTo>
                <a:cubicBezTo>
                  <a:pt x="0" y="15481"/>
                  <a:pt x="539" y="24197"/>
                  <a:pt x="4874" y="27639"/>
                </a:cubicBezTo>
                <a:cubicBezTo>
                  <a:pt x="7150" y="29445"/>
                  <a:pt x="9815" y="30330"/>
                  <a:pt x="12976" y="30330"/>
                </a:cubicBezTo>
                <a:cubicBezTo>
                  <a:pt x="15025" y="30330"/>
                  <a:pt x="17282" y="29958"/>
                  <a:pt x="19778" y="29225"/>
                </a:cubicBezTo>
                <a:cubicBezTo>
                  <a:pt x="26123" y="27360"/>
                  <a:pt x="30656" y="26268"/>
                  <a:pt x="34763" y="20412"/>
                </a:cubicBezTo>
                <a:cubicBezTo>
                  <a:pt x="38869" y="14558"/>
                  <a:pt x="35544" y="6859"/>
                  <a:pt x="30907" y="2368"/>
                </a:cubicBezTo>
                <a:cubicBezTo>
                  <a:pt x="30907" y="2368"/>
                  <a:pt x="28215" y="1"/>
                  <a:pt x="24297" y="1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3"/>
          <p:cNvSpPr/>
          <p:nvPr/>
        </p:nvSpPr>
        <p:spPr>
          <a:xfrm flipH="1" rot="460623">
            <a:off x="6387251" y="-1517085"/>
            <a:ext cx="4087061" cy="3304707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3"/>
          <p:cNvSpPr/>
          <p:nvPr/>
        </p:nvSpPr>
        <p:spPr>
          <a:xfrm flipH="1" rot="-4592116">
            <a:off x="6189" y="113200"/>
            <a:ext cx="642877" cy="519829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720000" y="1215752"/>
            <a:ext cx="77040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1pPr>
            <a:lvl2pPr indent="-3048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2pPr>
            <a:lvl3pPr indent="-3048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3pPr>
            <a:lvl4pPr indent="-3048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4pPr>
            <a:lvl5pPr indent="-3048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5pPr>
            <a:lvl6pPr indent="-3048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6pPr>
            <a:lvl7pPr indent="-3048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7pPr>
            <a:lvl8pPr indent="-3048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8pPr>
            <a:lvl9pPr indent="-3048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9pPr>
          </a:lstStyle>
          <a:p/>
        </p:txBody>
      </p:sp>
      <p:sp>
        <p:nvSpPr>
          <p:cNvPr id="23" name="Google Shape;23;p4"/>
          <p:cNvSpPr/>
          <p:nvPr/>
        </p:nvSpPr>
        <p:spPr>
          <a:xfrm flipH="1" rot="-4014673">
            <a:off x="-1798429" y="-1029372"/>
            <a:ext cx="3158476" cy="2509636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4"/>
          <p:cNvSpPr/>
          <p:nvPr/>
        </p:nvSpPr>
        <p:spPr>
          <a:xfrm flipH="1">
            <a:off x="8355841" y="2667287"/>
            <a:ext cx="734045" cy="45268"/>
          </a:xfrm>
          <a:custGeom>
            <a:rect b="b" l="l" r="r" t="t"/>
            <a:pathLst>
              <a:path extrusionOk="0" h="50863" w="824770">
                <a:moveTo>
                  <a:pt x="799338" y="50863"/>
                </a:moveTo>
                <a:lnTo>
                  <a:pt x="25432" y="50863"/>
                </a:lnTo>
                <a:cubicBezTo>
                  <a:pt x="11430" y="50863"/>
                  <a:pt x="0" y="39433"/>
                  <a:pt x="0" y="25432"/>
                </a:cubicBezTo>
                <a:lnTo>
                  <a:pt x="0" y="25432"/>
                </a:lnTo>
                <a:cubicBezTo>
                  <a:pt x="0" y="11430"/>
                  <a:pt x="11430" y="0"/>
                  <a:pt x="25432" y="0"/>
                </a:cubicBezTo>
                <a:lnTo>
                  <a:pt x="799338" y="0"/>
                </a:lnTo>
                <a:cubicBezTo>
                  <a:pt x="813339" y="0"/>
                  <a:pt x="824770" y="11430"/>
                  <a:pt x="824770" y="25432"/>
                </a:cubicBezTo>
                <a:lnTo>
                  <a:pt x="824770" y="25432"/>
                </a:lnTo>
                <a:cubicBezTo>
                  <a:pt x="824770" y="39433"/>
                  <a:pt x="813339" y="50863"/>
                  <a:pt x="799338" y="50863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5" name="Google Shape;25;p4"/>
          <p:cNvGrpSpPr/>
          <p:nvPr/>
        </p:nvGrpSpPr>
        <p:grpSpPr>
          <a:xfrm flipH="1">
            <a:off x="8380540" y="1729933"/>
            <a:ext cx="668783" cy="959747"/>
            <a:chOff x="10519314" y="4728596"/>
            <a:chExt cx="751780" cy="1078731"/>
          </a:xfrm>
        </p:grpSpPr>
        <p:grpSp>
          <p:nvGrpSpPr>
            <p:cNvPr id="26" name="Google Shape;26;p4"/>
            <p:cNvGrpSpPr/>
            <p:nvPr/>
          </p:nvGrpSpPr>
          <p:grpSpPr>
            <a:xfrm>
              <a:off x="10519314" y="4728596"/>
              <a:ext cx="626662" cy="1078731"/>
              <a:chOff x="10519314" y="4728596"/>
              <a:chExt cx="626662" cy="1078731"/>
            </a:xfrm>
          </p:grpSpPr>
          <p:grpSp>
            <p:nvGrpSpPr>
              <p:cNvPr id="27" name="Google Shape;27;p4"/>
              <p:cNvGrpSpPr/>
              <p:nvPr/>
            </p:nvGrpSpPr>
            <p:grpSpPr>
              <a:xfrm>
                <a:off x="10903220" y="4888205"/>
                <a:ext cx="242756" cy="919122"/>
                <a:chOff x="10903220" y="4888205"/>
                <a:chExt cx="242756" cy="919122"/>
              </a:xfrm>
            </p:grpSpPr>
            <p:sp>
              <p:nvSpPr>
                <p:cNvPr id="28" name="Google Shape;28;p4"/>
                <p:cNvSpPr/>
                <p:nvPr/>
              </p:nvSpPr>
              <p:spPr>
                <a:xfrm rot="-447735">
                  <a:off x="10961814" y="4892503"/>
                  <a:ext cx="125567" cy="910526"/>
                </a:xfrm>
                <a:custGeom>
                  <a:rect b="b" l="l" r="r" t="t"/>
                  <a:pathLst>
                    <a:path extrusionOk="0" h="909637" w="125444">
                      <a:moveTo>
                        <a:pt x="0" y="0"/>
                      </a:moveTo>
                      <a:lnTo>
                        <a:pt x="125445" y="0"/>
                      </a:lnTo>
                      <a:lnTo>
                        <a:pt x="125445" y="909637"/>
                      </a:lnTo>
                      <a:lnTo>
                        <a:pt x="0" y="909637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9" name="Google Shape;29;p4"/>
                <p:cNvSpPr/>
                <p:nvPr/>
              </p:nvSpPr>
              <p:spPr>
                <a:xfrm>
                  <a:off x="10952422" y="4933194"/>
                  <a:ext cx="42088" cy="42088"/>
                </a:xfrm>
                <a:custGeom>
                  <a:rect b="b" l="l" r="r" t="t"/>
                  <a:pathLst>
                    <a:path extrusionOk="0" h="42088" w="42088">
                      <a:moveTo>
                        <a:pt x="41904" y="18282"/>
                      </a:moveTo>
                      <a:cubicBezTo>
                        <a:pt x="43428" y="29807"/>
                        <a:pt x="35331" y="40380"/>
                        <a:pt x="23806" y="41904"/>
                      </a:cubicBezTo>
                      <a:cubicBezTo>
                        <a:pt x="12281" y="43428"/>
                        <a:pt x="1709" y="35332"/>
                        <a:pt x="184" y="23806"/>
                      </a:cubicBezTo>
                      <a:cubicBezTo>
                        <a:pt x="-1340" y="12281"/>
                        <a:pt x="6756" y="1708"/>
                        <a:pt x="18282" y="184"/>
                      </a:cubicBezTo>
                      <a:cubicBezTo>
                        <a:pt x="29807" y="-1340"/>
                        <a:pt x="40380" y="6757"/>
                        <a:pt x="41904" y="18282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0" name="Google Shape;30;p4"/>
                <p:cNvSpPr/>
                <p:nvPr/>
              </p:nvSpPr>
              <p:spPr>
                <a:xfrm>
                  <a:off x="10961186" y="5000250"/>
                  <a:ext cx="42087" cy="42087"/>
                </a:xfrm>
                <a:custGeom>
                  <a:rect b="b" l="l" r="r" t="t"/>
                  <a:pathLst>
                    <a:path extrusionOk="0" h="42087" w="42087">
                      <a:moveTo>
                        <a:pt x="41904" y="18282"/>
                      </a:moveTo>
                      <a:cubicBezTo>
                        <a:pt x="43427" y="29807"/>
                        <a:pt x="35331" y="40380"/>
                        <a:pt x="23806" y="41904"/>
                      </a:cubicBezTo>
                      <a:cubicBezTo>
                        <a:pt x="12280" y="43428"/>
                        <a:pt x="1708" y="35332"/>
                        <a:pt x="184" y="23806"/>
                      </a:cubicBezTo>
                      <a:cubicBezTo>
                        <a:pt x="-1340" y="12281"/>
                        <a:pt x="6756" y="1708"/>
                        <a:pt x="18281" y="184"/>
                      </a:cubicBezTo>
                      <a:cubicBezTo>
                        <a:pt x="29807" y="-1340"/>
                        <a:pt x="40380" y="6757"/>
                        <a:pt x="41904" y="18282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31" name="Google Shape;31;p4"/>
                <p:cNvGrpSpPr/>
                <p:nvPr/>
              </p:nvGrpSpPr>
              <p:grpSpPr>
                <a:xfrm>
                  <a:off x="11014221" y="5588618"/>
                  <a:ext cx="100021" cy="114784"/>
                  <a:chOff x="11014221" y="5588618"/>
                  <a:chExt cx="100021" cy="114784"/>
                </a:xfrm>
              </p:grpSpPr>
              <p:sp>
                <p:nvSpPr>
                  <p:cNvPr id="32" name="Google Shape;32;p4"/>
                  <p:cNvSpPr/>
                  <p:nvPr/>
                </p:nvSpPr>
                <p:spPr>
                  <a:xfrm rot="-447735">
                    <a:off x="11014826" y="5594269"/>
                    <a:ext cx="88001" cy="15064"/>
                  </a:xfrm>
                  <a:custGeom>
                    <a:rect b="b" l="l" r="r" t="t"/>
                    <a:pathLst>
                      <a:path extrusionOk="0" h="15049" w="87915">
                        <a:moveTo>
                          <a:pt x="0" y="0"/>
                        </a:moveTo>
                        <a:lnTo>
                          <a:pt x="87916" y="0"/>
                        </a:lnTo>
                        <a:lnTo>
                          <a:pt x="87916" y="15049"/>
                        </a:lnTo>
                        <a:lnTo>
                          <a:pt x="0" y="15049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3" name="Google Shape;33;p4"/>
                  <p:cNvSpPr/>
                  <p:nvPr/>
                </p:nvSpPr>
                <p:spPr>
                  <a:xfrm rot="-447735">
                    <a:off x="11018646" y="5623150"/>
                    <a:ext cx="88001" cy="15064"/>
                  </a:xfrm>
                  <a:custGeom>
                    <a:rect b="b" l="l" r="r" t="t"/>
                    <a:pathLst>
                      <a:path extrusionOk="0" h="15049" w="87915">
                        <a:moveTo>
                          <a:pt x="0" y="0"/>
                        </a:moveTo>
                        <a:lnTo>
                          <a:pt x="87916" y="0"/>
                        </a:lnTo>
                        <a:lnTo>
                          <a:pt x="87916" y="15050"/>
                        </a:lnTo>
                        <a:lnTo>
                          <a:pt x="0" y="1505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4" name="Google Shape;34;p4"/>
                  <p:cNvSpPr/>
                  <p:nvPr/>
                </p:nvSpPr>
                <p:spPr>
                  <a:xfrm rot="-447735">
                    <a:off x="11021820" y="5653805"/>
                    <a:ext cx="88001" cy="15064"/>
                  </a:xfrm>
                  <a:custGeom>
                    <a:rect b="b" l="l" r="r" t="t"/>
                    <a:pathLst>
                      <a:path extrusionOk="0" h="15049" w="87915">
                        <a:moveTo>
                          <a:pt x="0" y="0"/>
                        </a:moveTo>
                        <a:lnTo>
                          <a:pt x="87916" y="0"/>
                        </a:lnTo>
                        <a:lnTo>
                          <a:pt x="87916" y="15050"/>
                        </a:lnTo>
                        <a:lnTo>
                          <a:pt x="0" y="1505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5" name="Google Shape;35;p4"/>
                  <p:cNvSpPr/>
                  <p:nvPr/>
                </p:nvSpPr>
                <p:spPr>
                  <a:xfrm rot="-447735">
                    <a:off x="11025635" y="5682688"/>
                    <a:ext cx="88001" cy="15064"/>
                  </a:xfrm>
                  <a:custGeom>
                    <a:rect b="b" l="l" r="r" t="t"/>
                    <a:pathLst>
                      <a:path extrusionOk="0" h="15049" w="87915">
                        <a:moveTo>
                          <a:pt x="0" y="0"/>
                        </a:moveTo>
                        <a:lnTo>
                          <a:pt x="87915" y="0"/>
                        </a:lnTo>
                        <a:lnTo>
                          <a:pt x="87915" y="15050"/>
                        </a:lnTo>
                        <a:lnTo>
                          <a:pt x="0" y="1505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grpSp>
            <p:nvGrpSpPr>
              <p:cNvPr id="36" name="Google Shape;36;p4"/>
              <p:cNvGrpSpPr/>
              <p:nvPr/>
            </p:nvGrpSpPr>
            <p:grpSpPr>
              <a:xfrm>
                <a:off x="10718623" y="4728596"/>
                <a:ext cx="229169" cy="1075979"/>
                <a:chOff x="10718623" y="4728596"/>
                <a:chExt cx="229169" cy="1075979"/>
              </a:xfrm>
            </p:grpSpPr>
            <p:sp>
              <p:nvSpPr>
                <p:cNvPr id="37" name="Google Shape;37;p4"/>
                <p:cNvSpPr/>
                <p:nvPr/>
              </p:nvSpPr>
              <p:spPr>
                <a:xfrm rot="-172174">
                  <a:off x="10745259" y="4732329"/>
                  <a:ext cx="175897" cy="1068513"/>
                </a:xfrm>
                <a:custGeom>
                  <a:rect b="b" l="l" r="r" t="t"/>
                  <a:pathLst>
                    <a:path extrusionOk="0" h="1069848" w="176117">
                      <a:moveTo>
                        <a:pt x="0" y="0"/>
                      </a:moveTo>
                      <a:lnTo>
                        <a:pt x="176117" y="0"/>
                      </a:lnTo>
                      <a:lnTo>
                        <a:pt x="176117" y="1069848"/>
                      </a:lnTo>
                      <a:lnTo>
                        <a:pt x="0" y="1069848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8" name="Google Shape;38;p4"/>
                <p:cNvSpPr/>
                <p:nvPr/>
              </p:nvSpPr>
              <p:spPr>
                <a:xfrm>
                  <a:off x="10787634" y="5182743"/>
                  <a:ext cx="87629" cy="87630"/>
                </a:xfrm>
                <a:custGeom>
                  <a:rect b="b" l="l" r="r" t="t"/>
                  <a:pathLst>
                    <a:path extrusionOk="0" h="87630" w="87629">
                      <a:moveTo>
                        <a:pt x="87630" y="43815"/>
                      </a:moveTo>
                      <a:cubicBezTo>
                        <a:pt x="87630" y="68013"/>
                        <a:pt x="68014" y="87630"/>
                        <a:pt x="43815" y="87630"/>
                      </a:cubicBezTo>
                      <a:cubicBezTo>
                        <a:pt x="19617" y="87630"/>
                        <a:pt x="1" y="68014"/>
                        <a:pt x="1" y="43815"/>
                      </a:cubicBezTo>
                      <a:cubicBezTo>
                        <a:pt x="1" y="19617"/>
                        <a:pt x="19617" y="0"/>
                        <a:pt x="43815" y="0"/>
                      </a:cubicBezTo>
                      <a:cubicBezTo>
                        <a:pt x="68014" y="0"/>
                        <a:pt x="87630" y="19616"/>
                        <a:pt x="87630" y="43815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39" name="Google Shape;39;p4"/>
                <p:cNvGrpSpPr/>
                <p:nvPr/>
              </p:nvGrpSpPr>
              <p:grpSpPr>
                <a:xfrm>
                  <a:off x="10765015" y="5040134"/>
                  <a:ext cx="116314" cy="49775"/>
                  <a:chOff x="10765015" y="5040134"/>
                  <a:chExt cx="116314" cy="49775"/>
                </a:xfrm>
              </p:grpSpPr>
              <p:sp>
                <p:nvSpPr>
                  <p:cNvPr id="40" name="Google Shape;40;p4"/>
                  <p:cNvSpPr/>
                  <p:nvPr/>
                </p:nvSpPr>
                <p:spPr>
                  <a:xfrm rot="-172174">
                    <a:off x="10765318" y="5042987"/>
                    <a:ext cx="114347" cy="14935"/>
                  </a:xfrm>
                  <a:custGeom>
                    <a:rect b="b" l="l" r="r" t="t"/>
                    <a:pathLst>
                      <a:path extrusionOk="0" h="14954" w="114490">
                        <a:moveTo>
                          <a:pt x="0" y="0"/>
                        </a:moveTo>
                        <a:lnTo>
                          <a:pt x="114490" y="0"/>
                        </a:lnTo>
                        <a:lnTo>
                          <a:pt x="114490" y="14954"/>
                        </a:lnTo>
                        <a:lnTo>
                          <a:pt x="0" y="1495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1" name="Google Shape;41;p4"/>
                  <p:cNvSpPr/>
                  <p:nvPr/>
                </p:nvSpPr>
                <p:spPr>
                  <a:xfrm rot="-172174">
                    <a:off x="10766681" y="5072121"/>
                    <a:ext cx="114347" cy="14935"/>
                  </a:xfrm>
                  <a:custGeom>
                    <a:rect b="b" l="l" r="r" t="t"/>
                    <a:pathLst>
                      <a:path extrusionOk="0" h="14954" w="114490">
                        <a:moveTo>
                          <a:pt x="0" y="0"/>
                        </a:moveTo>
                        <a:lnTo>
                          <a:pt x="114491" y="0"/>
                        </a:lnTo>
                        <a:lnTo>
                          <a:pt x="114491" y="14954"/>
                        </a:lnTo>
                        <a:lnTo>
                          <a:pt x="0" y="1495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42" name="Google Shape;42;p4"/>
                <p:cNvGrpSpPr/>
                <p:nvPr/>
              </p:nvGrpSpPr>
              <p:grpSpPr>
                <a:xfrm>
                  <a:off x="10784825" y="5436314"/>
                  <a:ext cx="116414" cy="49961"/>
                  <a:chOff x="10784825" y="5436314"/>
                  <a:chExt cx="116414" cy="49961"/>
                </a:xfrm>
              </p:grpSpPr>
              <p:sp>
                <p:nvSpPr>
                  <p:cNvPr id="43" name="Google Shape;43;p4"/>
                  <p:cNvSpPr/>
                  <p:nvPr/>
                </p:nvSpPr>
                <p:spPr>
                  <a:xfrm rot="-172174">
                    <a:off x="10785128" y="5439167"/>
                    <a:ext cx="114347" cy="14935"/>
                  </a:xfrm>
                  <a:custGeom>
                    <a:rect b="b" l="l" r="r" t="t"/>
                    <a:pathLst>
                      <a:path extrusionOk="0" h="14954" w="114490">
                        <a:moveTo>
                          <a:pt x="0" y="0"/>
                        </a:moveTo>
                        <a:lnTo>
                          <a:pt x="114491" y="0"/>
                        </a:lnTo>
                        <a:lnTo>
                          <a:pt x="114491" y="14955"/>
                        </a:lnTo>
                        <a:lnTo>
                          <a:pt x="0" y="14955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4" name="Google Shape;44;p4"/>
                  <p:cNvSpPr/>
                  <p:nvPr/>
                </p:nvSpPr>
                <p:spPr>
                  <a:xfrm rot="-172174">
                    <a:off x="10786591" y="5468487"/>
                    <a:ext cx="114347" cy="14935"/>
                  </a:xfrm>
                  <a:custGeom>
                    <a:rect b="b" l="l" r="r" t="t"/>
                    <a:pathLst>
                      <a:path extrusionOk="0" h="14954" w="114490">
                        <a:moveTo>
                          <a:pt x="0" y="0"/>
                        </a:moveTo>
                        <a:lnTo>
                          <a:pt x="114490" y="0"/>
                        </a:lnTo>
                        <a:lnTo>
                          <a:pt x="114490" y="14955"/>
                        </a:lnTo>
                        <a:lnTo>
                          <a:pt x="0" y="14955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grpSp>
            <p:nvGrpSpPr>
              <p:cNvPr id="45" name="Google Shape;45;p4"/>
              <p:cNvGrpSpPr/>
              <p:nvPr/>
            </p:nvGrpSpPr>
            <p:grpSpPr>
              <a:xfrm>
                <a:off x="10519314" y="4813458"/>
                <a:ext cx="202120" cy="992123"/>
                <a:chOff x="10519314" y="4813458"/>
                <a:chExt cx="202120" cy="992123"/>
              </a:xfrm>
            </p:grpSpPr>
            <p:sp>
              <p:nvSpPr>
                <p:cNvPr id="46" name="Google Shape;46;p4"/>
                <p:cNvSpPr/>
                <p:nvPr/>
              </p:nvSpPr>
              <p:spPr>
                <a:xfrm>
                  <a:off x="10519314" y="4813458"/>
                  <a:ext cx="202120" cy="992123"/>
                </a:xfrm>
                <a:custGeom>
                  <a:rect b="b" l="l" r="r" t="t"/>
                  <a:pathLst>
                    <a:path extrusionOk="0" h="992123" w="202120">
                      <a:moveTo>
                        <a:pt x="0" y="0"/>
                      </a:moveTo>
                      <a:lnTo>
                        <a:pt x="202120" y="0"/>
                      </a:lnTo>
                      <a:lnTo>
                        <a:pt x="202120" y="992124"/>
                      </a:lnTo>
                      <a:lnTo>
                        <a:pt x="0" y="992124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7" name="Google Shape;47;p4"/>
                <p:cNvSpPr/>
                <p:nvPr/>
              </p:nvSpPr>
              <p:spPr>
                <a:xfrm>
                  <a:off x="10558843" y="4891468"/>
                  <a:ext cx="123063" cy="123062"/>
                </a:xfrm>
                <a:custGeom>
                  <a:rect b="b" l="l" r="r" t="t"/>
                  <a:pathLst>
                    <a:path extrusionOk="0" h="123062" w="123063">
                      <a:moveTo>
                        <a:pt x="123063" y="61532"/>
                      </a:moveTo>
                      <a:cubicBezTo>
                        <a:pt x="123063" y="95514"/>
                        <a:pt x="95514" y="123063"/>
                        <a:pt x="61531" y="123063"/>
                      </a:cubicBezTo>
                      <a:cubicBezTo>
                        <a:pt x="27548" y="123063"/>
                        <a:pt x="-1" y="95514"/>
                        <a:pt x="-1" y="61532"/>
                      </a:cubicBezTo>
                      <a:cubicBezTo>
                        <a:pt x="-1" y="27549"/>
                        <a:pt x="27548" y="0"/>
                        <a:pt x="61531" y="0"/>
                      </a:cubicBezTo>
                      <a:cubicBezTo>
                        <a:pt x="95514" y="0"/>
                        <a:pt x="123063" y="27549"/>
                        <a:pt x="123063" y="61532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48" name="Google Shape;48;p4"/>
                <p:cNvGrpSpPr/>
                <p:nvPr/>
              </p:nvGrpSpPr>
              <p:grpSpPr>
                <a:xfrm>
                  <a:off x="10556176" y="5465730"/>
                  <a:ext cx="128397" cy="44196"/>
                  <a:chOff x="10556176" y="5465730"/>
                  <a:chExt cx="128397" cy="44196"/>
                </a:xfrm>
              </p:grpSpPr>
              <p:sp>
                <p:nvSpPr>
                  <p:cNvPr id="49" name="Google Shape;49;p4"/>
                  <p:cNvSpPr/>
                  <p:nvPr/>
                </p:nvSpPr>
                <p:spPr>
                  <a:xfrm>
                    <a:off x="10556176" y="5465730"/>
                    <a:ext cx="128397" cy="14954"/>
                  </a:xfrm>
                  <a:custGeom>
                    <a:rect b="b" l="l" r="r" t="t"/>
                    <a:pathLst>
                      <a:path extrusionOk="0" h="14954" w="128397">
                        <a:moveTo>
                          <a:pt x="0" y="0"/>
                        </a:moveTo>
                        <a:lnTo>
                          <a:pt x="128397" y="0"/>
                        </a:lnTo>
                        <a:lnTo>
                          <a:pt x="128397" y="14954"/>
                        </a:lnTo>
                        <a:lnTo>
                          <a:pt x="0" y="1495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0" name="Google Shape;50;p4"/>
                  <p:cNvSpPr/>
                  <p:nvPr/>
                </p:nvSpPr>
                <p:spPr>
                  <a:xfrm>
                    <a:off x="10556176" y="5494972"/>
                    <a:ext cx="128397" cy="14954"/>
                  </a:xfrm>
                  <a:custGeom>
                    <a:rect b="b" l="l" r="r" t="t"/>
                    <a:pathLst>
                      <a:path extrusionOk="0" h="14954" w="128397">
                        <a:moveTo>
                          <a:pt x="0" y="0"/>
                        </a:moveTo>
                        <a:lnTo>
                          <a:pt x="128397" y="0"/>
                        </a:lnTo>
                        <a:lnTo>
                          <a:pt x="128397" y="14955"/>
                        </a:lnTo>
                        <a:lnTo>
                          <a:pt x="0" y="14955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51" name="Google Shape;51;p4"/>
                <p:cNvGrpSpPr/>
                <p:nvPr/>
              </p:nvGrpSpPr>
              <p:grpSpPr>
                <a:xfrm>
                  <a:off x="10556176" y="5689187"/>
                  <a:ext cx="128397" cy="44196"/>
                  <a:chOff x="10556176" y="5689187"/>
                  <a:chExt cx="128397" cy="44196"/>
                </a:xfrm>
              </p:grpSpPr>
              <p:sp>
                <p:nvSpPr>
                  <p:cNvPr id="52" name="Google Shape;52;p4"/>
                  <p:cNvSpPr/>
                  <p:nvPr/>
                </p:nvSpPr>
                <p:spPr>
                  <a:xfrm>
                    <a:off x="10556176" y="5689187"/>
                    <a:ext cx="128397" cy="14954"/>
                  </a:xfrm>
                  <a:custGeom>
                    <a:rect b="b" l="l" r="r" t="t"/>
                    <a:pathLst>
                      <a:path extrusionOk="0" h="14954" w="128397">
                        <a:moveTo>
                          <a:pt x="0" y="0"/>
                        </a:moveTo>
                        <a:lnTo>
                          <a:pt x="128397" y="0"/>
                        </a:lnTo>
                        <a:lnTo>
                          <a:pt x="128397" y="14954"/>
                        </a:lnTo>
                        <a:lnTo>
                          <a:pt x="0" y="1495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3" name="Google Shape;53;p4"/>
                  <p:cNvSpPr/>
                  <p:nvPr/>
                </p:nvSpPr>
                <p:spPr>
                  <a:xfrm>
                    <a:off x="10556176" y="5718429"/>
                    <a:ext cx="128397" cy="14954"/>
                  </a:xfrm>
                  <a:custGeom>
                    <a:rect b="b" l="l" r="r" t="t"/>
                    <a:pathLst>
                      <a:path extrusionOk="0" h="14954" w="128397">
                        <a:moveTo>
                          <a:pt x="0" y="0"/>
                        </a:moveTo>
                        <a:lnTo>
                          <a:pt x="128397" y="0"/>
                        </a:lnTo>
                        <a:lnTo>
                          <a:pt x="128397" y="14954"/>
                        </a:lnTo>
                        <a:lnTo>
                          <a:pt x="0" y="1495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</p:grpSp>
        <p:grpSp>
          <p:nvGrpSpPr>
            <p:cNvPr id="54" name="Google Shape;54;p4"/>
            <p:cNvGrpSpPr/>
            <p:nvPr/>
          </p:nvGrpSpPr>
          <p:grpSpPr>
            <a:xfrm>
              <a:off x="11058042" y="5088325"/>
              <a:ext cx="213052" cy="717953"/>
              <a:chOff x="11058042" y="5088325"/>
              <a:chExt cx="213052" cy="717953"/>
            </a:xfrm>
          </p:grpSpPr>
          <p:sp>
            <p:nvSpPr>
              <p:cNvPr id="55" name="Google Shape;55;p4"/>
              <p:cNvSpPr/>
              <p:nvPr/>
            </p:nvSpPr>
            <p:spPr>
              <a:xfrm rot="-631368">
                <a:off x="11122592" y="5089982"/>
                <a:ext cx="83952" cy="714640"/>
              </a:xfrm>
              <a:custGeom>
                <a:rect b="b" l="l" r="r" t="t"/>
                <a:pathLst>
                  <a:path extrusionOk="0" h="715136" w="84010">
                    <a:moveTo>
                      <a:pt x="0" y="0"/>
                    </a:moveTo>
                    <a:lnTo>
                      <a:pt x="84010" y="0"/>
                    </a:lnTo>
                    <a:lnTo>
                      <a:pt x="84010" y="715137"/>
                    </a:lnTo>
                    <a:lnTo>
                      <a:pt x="0" y="715137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" name="Google Shape;56;p4"/>
              <p:cNvSpPr/>
              <p:nvPr/>
            </p:nvSpPr>
            <p:spPr>
              <a:xfrm rot="-631368">
                <a:off x="11154645" y="5271518"/>
                <a:ext cx="25985" cy="411004"/>
              </a:xfrm>
              <a:custGeom>
                <a:rect b="b" l="l" r="r" t="t"/>
                <a:pathLst>
                  <a:path extrusionOk="0" h="411289" w="26003">
                    <a:moveTo>
                      <a:pt x="0" y="0"/>
                    </a:moveTo>
                    <a:lnTo>
                      <a:pt x="26003" y="0"/>
                    </a:lnTo>
                    <a:lnTo>
                      <a:pt x="26003" y="411289"/>
                    </a:lnTo>
                    <a:lnTo>
                      <a:pt x="0" y="411289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57" name="Google Shape;57;p4"/>
          <p:cNvGrpSpPr/>
          <p:nvPr/>
        </p:nvGrpSpPr>
        <p:grpSpPr>
          <a:xfrm flipH="1">
            <a:off x="8485925" y="662239"/>
            <a:ext cx="516117" cy="779220"/>
            <a:chOff x="10572463" y="3528536"/>
            <a:chExt cx="580168" cy="875823"/>
          </a:xfrm>
        </p:grpSpPr>
        <p:grpSp>
          <p:nvGrpSpPr>
            <p:cNvPr id="58" name="Google Shape;58;p4"/>
            <p:cNvGrpSpPr/>
            <p:nvPr/>
          </p:nvGrpSpPr>
          <p:grpSpPr>
            <a:xfrm>
              <a:off x="10713815" y="3528536"/>
              <a:ext cx="438816" cy="746664"/>
              <a:chOff x="10713815" y="3528536"/>
              <a:chExt cx="438816" cy="746664"/>
            </a:xfrm>
          </p:grpSpPr>
          <p:sp>
            <p:nvSpPr>
              <p:cNvPr id="59" name="Google Shape;59;p4"/>
              <p:cNvSpPr/>
              <p:nvPr/>
            </p:nvSpPr>
            <p:spPr>
              <a:xfrm>
                <a:off x="10713815" y="3528536"/>
                <a:ext cx="438816" cy="746664"/>
              </a:xfrm>
              <a:custGeom>
                <a:rect b="b" l="l" r="r" t="t"/>
                <a:pathLst>
                  <a:path extrusionOk="0" h="746664" w="438816">
                    <a:moveTo>
                      <a:pt x="438721" y="746569"/>
                    </a:moveTo>
                    <a:lnTo>
                      <a:pt x="0" y="746569"/>
                    </a:lnTo>
                    <a:lnTo>
                      <a:pt x="0" y="0"/>
                    </a:lnTo>
                    <a:lnTo>
                      <a:pt x="326231" y="0"/>
                    </a:lnTo>
                    <a:cubicBezTo>
                      <a:pt x="370141" y="43910"/>
                      <a:pt x="394811" y="68580"/>
                      <a:pt x="438816" y="112585"/>
                    </a:cubicBezTo>
                    <a:lnTo>
                      <a:pt x="438816" y="746665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60" name="Google Shape;60;p4"/>
              <p:cNvGrpSpPr/>
              <p:nvPr/>
            </p:nvGrpSpPr>
            <p:grpSpPr>
              <a:xfrm>
                <a:off x="10776489" y="3625310"/>
                <a:ext cx="313848" cy="288226"/>
                <a:chOff x="10776489" y="3625310"/>
                <a:chExt cx="313848" cy="288226"/>
              </a:xfrm>
            </p:grpSpPr>
            <p:sp>
              <p:nvSpPr>
                <p:cNvPr id="61" name="Google Shape;61;p4"/>
                <p:cNvSpPr/>
                <p:nvPr/>
              </p:nvSpPr>
              <p:spPr>
                <a:xfrm>
                  <a:off x="10776489" y="3625310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2" name="Google Shape;62;p4"/>
                <p:cNvSpPr/>
                <p:nvPr/>
              </p:nvSpPr>
              <p:spPr>
                <a:xfrm>
                  <a:off x="10776489" y="3678650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3" name="Google Shape;63;p4"/>
                <p:cNvSpPr/>
                <p:nvPr/>
              </p:nvSpPr>
              <p:spPr>
                <a:xfrm>
                  <a:off x="10776489" y="3731990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4" name="Google Shape;64;p4"/>
                <p:cNvSpPr/>
                <p:nvPr/>
              </p:nvSpPr>
              <p:spPr>
                <a:xfrm>
                  <a:off x="10776489" y="3785425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5" name="Google Shape;65;p4"/>
                <p:cNvSpPr/>
                <p:nvPr/>
              </p:nvSpPr>
              <p:spPr>
                <a:xfrm>
                  <a:off x="10776489" y="3838765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6" name="Google Shape;66;p4"/>
                <p:cNvSpPr/>
                <p:nvPr/>
              </p:nvSpPr>
              <p:spPr>
                <a:xfrm>
                  <a:off x="10776489" y="3892105"/>
                  <a:ext cx="184689" cy="21431"/>
                </a:xfrm>
                <a:custGeom>
                  <a:rect b="b" l="l" r="r" t="t"/>
                  <a:pathLst>
                    <a:path extrusionOk="0" h="21431" w="184689">
                      <a:moveTo>
                        <a:pt x="0" y="0"/>
                      </a:moveTo>
                      <a:lnTo>
                        <a:pt x="184690" y="0"/>
                      </a:lnTo>
                      <a:lnTo>
                        <a:pt x="184690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rgbClr val="42444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67" name="Google Shape;67;p4"/>
              <p:cNvGrpSpPr/>
              <p:nvPr/>
            </p:nvGrpSpPr>
            <p:grpSpPr>
              <a:xfrm>
                <a:off x="10776489" y="3999547"/>
                <a:ext cx="313848" cy="181546"/>
                <a:chOff x="10776489" y="3999547"/>
                <a:chExt cx="313848" cy="181546"/>
              </a:xfrm>
            </p:grpSpPr>
            <p:sp>
              <p:nvSpPr>
                <p:cNvPr id="68" name="Google Shape;68;p4"/>
                <p:cNvSpPr/>
                <p:nvPr/>
              </p:nvSpPr>
              <p:spPr>
                <a:xfrm>
                  <a:off x="10776489" y="3999547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9" name="Google Shape;69;p4"/>
                <p:cNvSpPr/>
                <p:nvPr/>
              </p:nvSpPr>
              <p:spPr>
                <a:xfrm>
                  <a:off x="10776489" y="4052887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0" name="Google Shape;70;p4"/>
                <p:cNvSpPr/>
                <p:nvPr/>
              </p:nvSpPr>
              <p:spPr>
                <a:xfrm>
                  <a:off x="10776489" y="4106322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1" name="Google Shape;71;p4"/>
                <p:cNvSpPr/>
                <p:nvPr/>
              </p:nvSpPr>
              <p:spPr>
                <a:xfrm>
                  <a:off x="10776489" y="4159662"/>
                  <a:ext cx="184689" cy="21431"/>
                </a:xfrm>
                <a:custGeom>
                  <a:rect b="b" l="l" r="r" t="t"/>
                  <a:pathLst>
                    <a:path extrusionOk="0" h="21431" w="184689">
                      <a:moveTo>
                        <a:pt x="0" y="0"/>
                      </a:moveTo>
                      <a:lnTo>
                        <a:pt x="184690" y="0"/>
                      </a:lnTo>
                      <a:lnTo>
                        <a:pt x="184690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rgbClr val="42444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72" name="Google Shape;72;p4"/>
              <p:cNvSpPr/>
              <p:nvPr/>
            </p:nvSpPr>
            <p:spPr>
              <a:xfrm>
                <a:off x="11039951" y="3528536"/>
                <a:ext cx="112584" cy="112585"/>
              </a:xfrm>
              <a:custGeom>
                <a:rect b="b" l="l" r="r" t="t"/>
                <a:pathLst>
                  <a:path extrusionOk="0" h="112585" w="112584">
                    <a:moveTo>
                      <a:pt x="112585" y="112585"/>
                    </a:moveTo>
                    <a:lnTo>
                      <a:pt x="0" y="112585"/>
                    </a:lnTo>
                    <a:lnTo>
                      <a:pt x="0" y="0"/>
                    </a:lnTo>
                    <a:lnTo>
                      <a:pt x="0" y="0"/>
                    </a:lnTo>
                    <a:cubicBezTo>
                      <a:pt x="43910" y="43910"/>
                      <a:pt x="68580" y="68580"/>
                      <a:pt x="112585" y="112585"/>
                    </a:cubicBezTo>
                    <a:lnTo>
                      <a:pt x="112585" y="112585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3" name="Google Shape;73;p4"/>
            <p:cNvGrpSpPr/>
            <p:nvPr/>
          </p:nvGrpSpPr>
          <p:grpSpPr>
            <a:xfrm>
              <a:off x="10572463" y="3657790"/>
              <a:ext cx="438817" cy="746569"/>
              <a:chOff x="10572463" y="3657790"/>
              <a:chExt cx="438817" cy="746569"/>
            </a:xfrm>
          </p:grpSpPr>
          <p:sp>
            <p:nvSpPr>
              <p:cNvPr id="74" name="Google Shape;74;p4"/>
              <p:cNvSpPr/>
              <p:nvPr/>
            </p:nvSpPr>
            <p:spPr>
              <a:xfrm>
                <a:off x="10572463" y="3657790"/>
                <a:ext cx="438817" cy="746569"/>
              </a:xfrm>
              <a:custGeom>
                <a:rect b="b" l="l" r="r" t="t"/>
                <a:pathLst>
                  <a:path extrusionOk="0" h="746569" w="438817">
                    <a:moveTo>
                      <a:pt x="438722" y="746570"/>
                    </a:moveTo>
                    <a:lnTo>
                      <a:pt x="0" y="746570"/>
                    </a:lnTo>
                    <a:lnTo>
                      <a:pt x="0" y="0"/>
                    </a:lnTo>
                    <a:lnTo>
                      <a:pt x="326231" y="0"/>
                    </a:lnTo>
                    <a:cubicBezTo>
                      <a:pt x="370141" y="43910"/>
                      <a:pt x="394812" y="68580"/>
                      <a:pt x="438817" y="112586"/>
                    </a:cubicBezTo>
                    <a:lnTo>
                      <a:pt x="438817" y="74657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75" name="Google Shape;75;p4"/>
              <p:cNvGrpSpPr/>
              <p:nvPr/>
            </p:nvGrpSpPr>
            <p:grpSpPr>
              <a:xfrm>
                <a:off x="10635138" y="3754469"/>
                <a:ext cx="313848" cy="288321"/>
                <a:chOff x="10635138" y="3754469"/>
                <a:chExt cx="313848" cy="288321"/>
              </a:xfrm>
            </p:grpSpPr>
            <p:sp>
              <p:nvSpPr>
                <p:cNvPr id="76" name="Google Shape;76;p4"/>
                <p:cNvSpPr/>
                <p:nvPr/>
              </p:nvSpPr>
              <p:spPr>
                <a:xfrm>
                  <a:off x="10635138" y="3754469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7" name="Google Shape;77;p4"/>
                <p:cNvSpPr/>
                <p:nvPr/>
              </p:nvSpPr>
              <p:spPr>
                <a:xfrm>
                  <a:off x="10635138" y="3807904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8" name="Google Shape;78;p4"/>
                <p:cNvSpPr/>
                <p:nvPr/>
              </p:nvSpPr>
              <p:spPr>
                <a:xfrm>
                  <a:off x="10635138" y="3861244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9" name="Google Shape;79;p4"/>
                <p:cNvSpPr/>
                <p:nvPr/>
              </p:nvSpPr>
              <p:spPr>
                <a:xfrm>
                  <a:off x="10635138" y="3914584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0" name="Google Shape;80;p4"/>
                <p:cNvSpPr/>
                <p:nvPr/>
              </p:nvSpPr>
              <p:spPr>
                <a:xfrm>
                  <a:off x="10635138" y="3968019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1" name="Google Shape;81;p4"/>
                <p:cNvSpPr/>
                <p:nvPr/>
              </p:nvSpPr>
              <p:spPr>
                <a:xfrm>
                  <a:off x="10635138" y="4021359"/>
                  <a:ext cx="184689" cy="21431"/>
                </a:xfrm>
                <a:custGeom>
                  <a:rect b="b" l="l" r="r" t="t"/>
                  <a:pathLst>
                    <a:path extrusionOk="0" h="21431" w="184689">
                      <a:moveTo>
                        <a:pt x="0" y="0"/>
                      </a:moveTo>
                      <a:lnTo>
                        <a:pt x="184689" y="0"/>
                      </a:lnTo>
                      <a:lnTo>
                        <a:pt x="184689" y="21431"/>
                      </a:lnTo>
                      <a:lnTo>
                        <a:pt x="-1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82" name="Google Shape;82;p4"/>
              <p:cNvGrpSpPr/>
              <p:nvPr/>
            </p:nvGrpSpPr>
            <p:grpSpPr>
              <a:xfrm>
                <a:off x="10635138" y="4128801"/>
                <a:ext cx="313848" cy="181547"/>
                <a:chOff x="10635138" y="4128801"/>
                <a:chExt cx="313848" cy="181547"/>
              </a:xfrm>
            </p:grpSpPr>
            <p:sp>
              <p:nvSpPr>
                <p:cNvPr id="83" name="Google Shape;83;p4"/>
                <p:cNvSpPr/>
                <p:nvPr/>
              </p:nvSpPr>
              <p:spPr>
                <a:xfrm>
                  <a:off x="10635138" y="4128801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4" name="Google Shape;84;p4"/>
                <p:cNvSpPr/>
                <p:nvPr/>
              </p:nvSpPr>
              <p:spPr>
                <a:xfrm>
                  <a:off x="10635138" y="4182141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5" name="Google Shape;85;p4"/>
                <p:cNvSpPr/>
                <p:nvPr/>
              </p:nvSpPr>
              <p:spPr>
                <a:xfrm>
                  <a:off x="10635138" y="4235481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6" name="Google Shape;86;p4"/>
                <p:cNvSpPr/>
                <p:nvPr/>
              </p:nvSpPr>
              <p:spPr>
                <a:xfrm>
                  <a:off x="10635138" y="4288917"/>
                  <a:ext cx="184689" cy="21431"/>
                </a:xfrm>
                <a:custGeom>
                  <a:rect b="b" l="l" r="r" t="t"/>
                  <a:pathLst>
                    <a:path extrusionOk="0" h="21431" w="184689">
                      <a:moveTo>
                        <a:pt x="0" y="0"/>
                      </a:moveTo>
                      <a:lnTo>
                        <a:pt x="184689" y="0"/>
                      </a:lnTo>
                      <a:lnTo>
                        <a:pt x="184689" y="21431"/>
                      </a:lnTo>
                      <a:lnTo>
                        <a:pt x="-1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87" name="Google Shape;87;p4"/>
              <p:cNvSpPr/>
              <p:nvPr/>
            </p:nvSpPr>
            <p:spPr>
              <a:xfrm>
                <a:off x="10898599" y="3657790"/>
                <a:ext cx="112586" cy="112585"/>
              </a:xfrm>
              <a:custGeom>
                <a:rect b="b" l="l" r="r" t="t"/>
                <a:pathLst>
                  <a:path extrusionOk="0" h="112585" w="112586">
                    <a:moveTo>
                      <a:pt x="112586" y="112586"/>
                    </a:moveTo>
                    <a:lnTo>
                      <a:pt x="0" y="112586"/>
                    </a:lnTo>
                    <a:lnTo>
                      <a:pt x="0" y="0"/>
                    </a:lnTo>
                    <a:lnTo>
                      <a:pt x="0" y="0"/>
                    </a:lnTo>
                    <a:cubicBezTo>
                      <a:pt x="43910" y="43910"/>
                      <a:pt x="68581" y="68580"/>
                      <a:pt x="112586" y="112586"/>
                    </a:cubicBezTo>
                    <a:lnTo>
                      <a:pt x="112586" y="112586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88" name="Google Shape;88;p4"/>
          <p:cNvGrpSpPr/>
          <p:nvPr/>
        </p:nvGrpSpPr>
        <p:grpSpPr>
          <a:xfrm flipH="1">
            <a:off x="8768853" y="1439765"/>
            <a:ext cx="22030" cy="294484"/>
            <a:chOff x="10809827" y="4402455"/>
            <a:chExt cx="24764" cy="330993"/>
          </a:xfrm>
        </p:grpSpPr>
        <p:sp>
          <p:nvSpPr>
            <p:cNvPr id="89" name="Google Shape;89;p4"/>
            <p:cNvSpPr/>
            <p:nvPr/>
          </p:nvSpPr>
          <p:spPr>
            <a:xfrm>
              <a:off x="10822209" y="4414266"/>
              <a:ext cx="9525" cy="307467"/>
            </a:xfrm>
            <a:custGeom>
              <a:rect b="b" l="l" r="r" t="t"/>
              <a:pathLst>
                <a:path extrusionOk="0" h="307467" w="9525">
                  <a:moveTo>
                    <a:pt x="-1" y="307467"/>
                  </a:moveTo>
                  <a:lnTo>
                    <a:pt x="-1" y="0"/>
                  </a:lnTo>
                </a:path>
              </a:pathLst>
            </a:custGeom>
            <a:solidFill>
              <a:schemeClr val="accent4"/>
            </a:solidFill>
            <a:ln cap="flat" cmpd="sng" w="10950">
              <a:solidFill>
                <a:schemeClr val="accent4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" name="Google Shape;90;p4"/>
            <p:cNvSpPr/>
            <p:nvPr/>
          </p:nvSpPr>
          <p:spPr>
            <a:xfrm>
              <a:off x="10809827" y="4708683"/>
              <a:ext cx="24764" cy="24765"/>
            </a:xfrm>
            <a:custGeom>
              <a:rect b="b" l="l" r="r" t="t"/>
              <a:pathLst>
                <a:path extrusionOk="0" h="24765" w="24764">
                  <a:moveTo>
                    <a:pt x="24765" y="12382"/>
                  </a:moveTo>
                  <a:cubicBezTo>
                    <a:pt x="24765" y="19240"/>
                    <a:pt x="19241" y="24765"/>
                    <a:pt x="12382" y="24765"/>
                  </a:cubicBezTo>
                  <a:cubicBezTo>
                    <a:pt x="5524" y="24765"/>
                    <a:pt x="0" y="19240"/>
                    <a:pt x="0" y="12382"/>
                  </a:cubicBezTo>
                  <a:cubicBezTo>
                    <a:pt x="0" y="5524"/>
                    <a:pt x="5524" y="0"/>
                    <a:pt x="12382" y="0"/>
                  </a:cubicBezTo>
                  <a:cubicBezTo>
                    <a:pt x="19241" y="0"/>
                    <a:pt x="24765" y="5524"/>
                    <a:pt x="24765" y="12382"/>
                  </a:cubicBezTo>
                  <a:close/>
                </a:path>
              </a:pathLst>
            </a:cu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" name="Google Shape;91;p4"/>
            <p:cNvSpPr/>
            <p:nvPr/>
          </p:nvSpPr>
          <p:spPr>
            <a:xfrm>
              <a:off x="10809827" y="4402455"/>
              <a:ext cx="24764" cy="24764"/>
            </a:xfrm>
            <a:custGeom>
              <a:rect b="b" l="l" r="r" t="t"/>
              <a:pathLst>
                <a:path extrusionOk="0" h="24764" w="24764">
                  <a:moveTo>
                    <a:pt x="24765" y="12382"/>
                  </a:moveTo>
                  <a:cubicBezTo>
                    <a:pt x="24765" y="5524"/>
                    <a:pt x="19241" y="0"/>
                    <a:pt x="12382" y="0"/>
                  </a:cubicBezTo>
                  <a:cubicBezTo>
                    <a:pt x="5524" y="0"/>
                    <a:pt x="0" y="5524"/>
                    <a:pt x="0" y="12382"/>
                  </a:cubicBezTo>
                  <a:cubicBezTo>
                    <a:pt x="0" y="19240"/>
                    <a:pt x="5524" y="24765"/>
                    <a:pt x="12382" y="24765"/>
                  </a:cubicBezTo>
                  <a:cubicBezTo>
                    <a:pt x="19241" y="24765"/>
                    <a:pt x="24765" y="19240"/>
                    <a:pt x="24765" y="12382"/>
                  </a:cubicBezTo>
                  <a:close/>
                </a:path>
              </a:pathLst>
            </a:cu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2" name="Google Shape;92;p4"/>
          <p:cNvSpPr/>
          <p:nvPr/>
        </p:nvSpPr>
        <p:spPr>
          <a:xfrm flipH="1" rot="8662747">
            <a:off x="7370974" y="4168319"/>
            <a:ext cx="2746019" cy="1921687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93" name="Google Shape;93;p4"/>
          <p:cNvGrpSpPr/>
          <p:nvPr/>
        </p:nvGrpSpPr>
        <p:grpSpPr>
          <a:xfrm flipH="1">
            <a:off x="122956" y="4228558"/>
            <a:ext cx="829992" cy="750888"/>
            <a:chOff x="8114596" y="445039"/>
            <a:chExt cx="633002" cy="572716"/>
          </a:xfrm>
        </p:grpSpPr>
        <p:grpSp>
          <p:nvGrpSpPr>
            <p:cNvPr id="94" name="Google Shape;94;p4"/>
            <p:cNvGrpSpPr/>
            <p:nvPr/>
          </p:nvGrpSpPr>
          <p:grpSpPr>
            <a:xfrm>
              <a:off x="8114596" y="445039"/>
              <a:ext cx="633002" cy="572716"/>
              <a:chOff x="7189660" y="520827"/>
              <a:chExt cx="598074" cy="541115"/>
            </a:xfrm>
          </p:grpSpPr>
          <p:sp>
            <p:nvSpPr>
              <p:cNvPr id="95" name="Google Shape;95;p4"/>
              <p:cNvSpPr/>
              <p:nvPr/>
            </p:nvSpPr>
            <p:spPr>
              <a:xfrm>
                <a:off x="7189660" y="520827"/>
                <a:ext cx="598074" cy="541115"/>
              </a:xfrm>
              <a:custGeom>
                <a:rect b="b" l="l" r="r" t="t"/>
                <a:pathLst>
                  <a:path extrusionOk="0" h="541115" w="598074">
                    <a:moveTo>
                      <a:pt x="557022" y="0"/>
                    </a:moveTo>
                    <a:cubicBezTo>
                      <a:pt x="579695" y="0"/>
                      <a:pt x="598075" y="18380"/>
                      <a:pt x="598075" y="41053"/>
                    </a:cubicBezTo>
                    <a:lnTo>
                      <a:pt x="598075" y="500063"/>
                    </a:lnTo>
                    <a:cubicBezTo>
                      <a:pt x="598075" y="522735"/>
                      <a:pt x="579695" y="541115"/>
                      <a:pt x="557022" y="541115"/>
                    </a:cubicBezTo>
                    <a:lnTo>
                      <a:pt x="41053" y="541115"/>
                    </a:lnTo>
                    <a:cubicBezTo>
                      <a:pt x="18380" y="541115"/>
                      <a:pt x="0" y="522735"/>
                      <a:pt x="0" y="500063"/>
                    </a:cubicBezTo>
                    <a:lnTo>
                      <a:pt x="0" y="41053"/>
                    </a:lnTo>
                    <a:cubicBezTo>
                      <a:pt x="0" y="18380"/>
                      <a:pt x="18380" y="0"/>
                      <a:pt x="410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96" name="Google Shape;96;p4"/>
              <p:cNvGrpSpPr/>
              <p:nvPr/>
            </p:nvGrpSpPr>
            <p:grpSpPr>
              <a:xfrm>
                <a:off x="7579137" y="551973"/>
                <a:ext cx="164782" cy="41529"/>
                <a:chOff x="7579137" y="551973"/>
                <a:chExt cx="164782" cy="41529"/>
              </a:xfrm>
            </p:grpSpPr>
            <p:sp>
              <p:nvSpPr>
                <p:cNvPr id="97" name="Google Shape;97;p4"/>
                <p:cNvSpPr/>
                <p:nvPr/>
              </p:nvSpPr>
              <p:spPr>
                <a:xfrm>
                  <a:off x="7702391" y="551973"/>
                  <a:ext cx="41528" cy="41529"/>
                </a:xfrm>
                <a:custGeom>
                  <a:rect b="b" l="l" r="r" t="t"/>
                  <a:pathLst>
                    <a:path extrusionOk="0" h="41529" w="41528">
                      <a:moveTo>
                        <a:pt x="41529" y="20765"/>
                      </a:moveTo>
                      <a:cubicBezTo>
                        <a:pt x="41529" y="32290"/>
                        <a:pt x="32195" y="41529"/>
                        <a:pt x="20764" y="41529"/>
                      </a:cubicBezTo>
                      <a:cubicBezTo>
                        <a:pt x="9334" y="41529"/>
                        <a:pt x="0" y="32195"/>
                        <a:pt x="0" y="20765"/>
                      </a:cubicBezTo>
                      <a:cubicBezTo>
                        <a:pt x="0" y="9335"/>
                        <a:pt x="9334" y="0"/>
                        <a:pt x="20764" y="0"/>
                      </a:cubicBezTo>
                      <a:cubicBezTo>
                        <a:pt x="32195" y="0"/>
                        <a:pt x="41529" y="9335"/>
                        <a:pt x="41529" y="20765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8" name="Google Shape;98;p4"/>
                <p:cNvSpPr/>
                <p:nvPr/>
              </p:nvSpPr>
              <p:spPr>
                <a:xfrm>
                  <a:off x="7640764" y="551973"/>
                  <a:ext cx="41528" cy="41529"/>
                </a:xfrm>
                <a:custGeom>
                  <a:rect b="b" l="l" r="r" t="t"/>
                  <a:pathLst>
                    <a:path extrusionOk="0" h="41529" w="41528">
                      <a:moveTo>
                        <a:pt x="41529" y="20765"/>
                      </a:moveTo>
                      <a:cubicBezTo>
                        <a:pt x="41529" y="32290"/>
                        <a:pt x="32195" y="41529"/>
                        <a:pt x="20764" y="41529"/>
                      </a:cubicBezTo>
                      <a:cubicBezTo>
                        <a:pt x="9334" y="41529"/>
                        <a:pt x="0" y="32195"/>
                        <a:pt x="0" y="20765"/>
                      </a:cubicBezTo>
                      <a:cubicBezTo>
                        <a:pt x="0" y="9335"/>
                        <a:pt x="9334" y="0"/>
                        <a:pt x="20764" y="0"/>
                      </a:cubicBezTo>
                      <a:cubicBezTo>
                        <a:pt x="32195" y="0"/>
                        <a:pt x="41529" y="9335"/>
                        <a:pt x="41529" y="20765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9" name="Google Shape;99;p4"/>
                <p:cNvSpPr/>
                <p:nvPr/>
              </p:nvSpPr>
              <p:spPr>
                <a:xfrm>
                  <a:off x="7579137" y="551973"/>
                  <a:ext cx="41528" cy="41529"/>
                </a:xfrm>
                <a:custGeom>
                  <a:rect b="b" l="l" r="r" t="t"/>
                  <a:pathLst>
                    <a:path extrusionOk="0" h="41529" w="41528">
                      <a:moveTo>
                        <a:pt x="41529" y="20765"/>
                      </a:moveTo>
                      <a:cubicBezTo>
                        <a:pt x="41529" y="32290"/>
                        <a:pt x="32195" y="41529"/>
                        <a:pt x="20764" y="41529"/>
                      </a:cubicBezTo>
                      <a:cubicBezTo>
                        <a:pt x="9334" y="41529"/>
                        <a:pt x="0" y="32195"/>
                        <a:pt x="0" y="20765"/>
                      </a:cubicBezTo>
                      <a:cubicBezTo>
                        <a:pt x="0" y="9335"/>
                        <a:pt x="9334" y="0"/>
                        <a:pt x="20764" y="0"/>
                      </a:cubicBezTo>
                      <a:cubicBezTo>
                        <a:pt x="32195" y="0"/>
                        <a:pt x="41529" y="9335"/>
                        <a:pt x="41529" y="20765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00" name="Google Shape;100;p4"/>
            <p:cNvGrpSpPr/>
            <p:nvPr/>
          </p:nvGrpSpPr>
          <p:grpSpPr>
            <a:xfrm>
              <a:off x="8184962" y="619646"/>
              <a:ext cx="498115" cy="257273"/>
              <a:chOff x="7256144" y="685800"/>
              <a:chExt cx="470630" cy="243077"/>
            </a:xfrm>
          </p:grpSpPr>
          <p:sp>
            <p:nvSpPr>
              <p:cNvPr id="101" name="Google Shape;101;p4"/>
              <p:cNvSpPr/>
              <p:nvPr/>
            </p:nvSpPr>
            <p:spPr>
              <a:xfrm>
                <a:off x="7256144" y="694753"/>
                <a:ext cx="218503" cy="218217"/>
              </a:xfrm>
              <a:custGeom>
                <a:rect b="b" l="l" r="r" t="t"/>
                <a:pathLst>
                  <a:path extrusionOk="0" h="218217" w="218503">
                    <a:moveTo>
                      <a:pt x="216598" y="129540"/>
                    </a:moveTo>
                    <a:cubicBezTo>
                      <a:pt x="217837" y="122968"/>
                      <a:pt x="218504" y="116110"/>
                      <a:pt x="218504" y="109156"/>
                    </a:cubicBezTo>
                    <a:cubicBezTo>
                      <a:pt x="218504" y="102203"/>
                      <a:pt x="217837" y="95440"/>
                      <a:pt x="216598" y="88773"/>
                    </a:cubicBezTo>
                    <a:lnTo>
                      <a:pt x="181261" y="88773"/>
                    </a:lnTo>
                    <a:cubicBezTo>
                      <a:pt x="179641" y="83058"/>
                      <a:pt x="177451" y="77724"/>
                      <a:pt x="174593" y="72676"/>
                    </a:cubicBezTo>
                    <a:lnTo>
                      <a:pt x="199549" y="47720"/>
                    </a:lnTo>
                    <a:cubicBezTo>
                      <a:pt x="191834" y="36385"/>
                      <a:pt x="182118" y="26670"/>
                      <a:pt x="170783" y="18955"/>
                    </a:cubicBezTo>
                    <a:lnTo>
                      <a:pt x="145732" y="44005"/>
                    </a:lnTo>
                    <a:cubicBezTo>
                      <a:pt x="140684" y="41148"/>
                      <a:pt x="135255" y="38957"/>
                      <a:pt x="129635" y="37338"/>
                    </a:cubicBezTo>
                    <a:lnTo>
                      <a:pt x="129635" y="1905"/>
                    </a:lnTo>
                    <a:cubicBezTo>
                      <a:pt x="123063" y="667"/>
                      <a:pt x="116205" y="0"/>
                      <a:pt x="109252" y="0"/>
                    </a:cubicBezTo>
                    <a:cubicBezTo>
                      <a:pt x="102298" y="0"/>
                      <a:pt x="95536" y="667"/>
                      <a:pt x="88868" y="1905"/>
                    </a:cubicBezTo>
                    <a:lnTo>
                      <a:pt x="88868" y="37338"/>
                    </a:lnTo>
                    <a:cubicBezTo>
                      <a:pt x="83154" y="38957"/>
                      <a:pt x="77819" y="41148"/>
                      <a:pt x="72771" y="44005"/>
                    </a:cubicBezTo>
                    <a:lnTo>
                      <a:pt x="47720" y="18955"/>
                    </a:lnTo>
                    <a:cubicBezTo>
                      <a:pt x="36386" y="26670"/>
                      <a:pt x="26670" y="36481"/>
                      <a:pt x="18955" y="47720"/>
                    </a:cubicBezTo>
                    <a:lnTo>
                      <a:pt x="43910" y="72676"/>
                    </a:lnTo>
                    <a:cubicBezTo>
                      <a:pt x="41053" y="77724"/>
                      <a:pt x="38862" y="83153"/>
                      <a:pt x="37243" y="88773"/>
                    </a:cubicBezTo>
                    <a:lnTo>
                      <a:pt x="1905" y="88773"/>
                    </a:lnTo>
                    <a:cubicBezTo>
                      <a:pt x="667" y="95345"/>
                      <a:pt x="0" y="102203"/>
                      <a:pt x="0" y="109156"/>
                    </a:cubicBezTo>
                    <a:cubicBezTo>
                      <a:pt x="0" y="116110"/>
                      <a:pt x="667" y="122873"/>
                      <a:pt x="1905" y="129540"/>
                    </a:cubicBezTo>
                    <a:lnTo>
                      <a:pt x="37243" y="129540"/>
                    </a:lnTo>
                    <a:cubicBezTo>
                      <a:pt x="38862" y="135255"/>
                      <a:pt x="41053" y="140589"/>
                      <a:pt x="43910" y="145637"/>
                    </a:cubicBezTo>
                    <a:lnTo>
                      <a:pt x="18955" y="170593"/>
                    </a:lnTo>
                    <a:cubicBezTo>
                      <a:pt x="26670" y="181928"/>
                      <a:pt x="36386" y="191643"/>
                      <a:pt x="47720" y="199358"/>
                    </a:cubicBezTo>
                    <a:lnTo>
                      <a:pt x="72771" y="174308"/>
                    </a:lnTo>
                    <a:cubicBezTo>
                      <a:pt x="77819" y="177165"/>
                      <a:pt x="83248" y="179356"/>
                      <a:pt x="88868" y="180975"/>
                    </a:cubicBezTo>
                    <a:lnTo>
                      <a:pt x="88868" y="216313"/>
                    </a:lnTo>
                    <a:cubicBezTo>
                      <a:pt x="95441" y="217551"/>
                      <a:pt x="102298" y="218218"/>
                      <a:pt x="109252" y="218218"/>
                    </a:cubicBezTo>
                    <a:cubicBezTo>
                      <a:pt x="116205" y="218218"/>
                      <a:pt x="122968" y="217551"/>
                      <a:pt x="129635" y="216313"/>
                    </a:cubicBezTo>
                    <a:lnTo>
                      <a:pt x="129635" y="180975"/>
                    </a:lnTo>
                    <a:cubicBezTo>
                      <a:pt x="135350" y="179356"/>
                      <a:pt x="140684" y="177070"/>
                      <a:pt x="145732" y="174308"/>
                    </a:cubicBezTo>
                    <a:lnTo>
                      <a:pt x="170783" y="199358"/>
                    </a:lnTo>
                    <a:cubicBezTo>
                      <a:pt x="182118" y="191643"/>
                      <a:pt x="191834" y="181928"/>
                      <a:pt x="199549" y="170593"/>
                    </a:cubicBezTo>
                    <a:lnTo>
                      <a:pt x="174593" y="145542"/>
                    </a:lnTo>
                    <a:cubicBezTo>
                      <a:pt x="177451" y="140494"/>
                      <a:pt x="179641" y="135064"/>
                      <a:pt x="181261" y="129445"/>
                    </a:cubicBezTo>
                    <a:lnTo>
                      <a:pt x="216598" y="129445"/>
                    </a:lnTo>
                    <a:close/>
                    <a:moveTo>
                      <a:pt x="109252" y="131255"/>
                    </a:moveTo>
                    <a:cubicBezTo>
                      <a:pt x="97060" y="131255"/>
                      <a:pt x="87249" y="121349"/>
                      <a:pt x="87249" y="109252"/>
                    </a:cubicBezTo>
                    <a:cubicBezTo>
                      <a:pt x="87249" y="97155"/>
                      <a:pt x="97155" y="87249"/>
                      <a:pt x="109252" y="87249"/>
                    </a:cubicBezTo>
                    <a:cubicBezTo>
                      <a:pt x="121348" y="87249"/>
                      <a:pt x="131255" y="97155"/>
                      <a:pt x="131255" y="109252"/>
                    </a:cubicBezTo>
                    <a:cubicBezTo>
                      <a:pt x="131255" y="121349"/>
                      <a:pt x="121348" y="131255"/>
                      <a:pt x="109252" y="131255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02" name="Google Shape;102;p4"/>
              <p:cNvGrpSpPr/>
              <p:nvPr/>
            </p:nvGrpSpPr>
            <p:grpSpPr>
              <a:xfrm>
                <a:off x="7512843" y="685800"/>
                <a:ext cx="213931" cy="243077"/>
                <a:chOff x="7512843" y="685800"/>
                <a:chExt cx="213931" cy="243077"/>
              </a:xfrm>
            </p:grpSpPr>
            <p:grpSp>
              <p:nvGrpSpPr>
                <p:cNvPr id="103" name="Google Shape;103;p4"/>
                <p:cNvGrpSpPr/>
                <p:nvPr/>
              </p:nvGrpSpPr>
              <p:grpSpPr>
                <a:xfrm>
                  <a:off x="7512843" y="836580"/>
                  <a:ext cx="213931" cy="92297"/>
                  <a:chOff x="7512843" y="836580"/>
                  <a:chExt cx="213931" cy="92297"/>
                </a:xfrm>
              </p:grpSpPr>
              <p:sp>
                <p:nvSpPr>
                  <p:cNvPr id="104" name="Google Shape;104;p4"/>
                  <p:cNvSpPr/>
                  <p:nvPr/>
                </p:nvSpPr>
                <p:spPr>
                  <a:xfrm>
                    <a:off x="7512843" y="856011"/>
                    <a:ext cx="213931" cy="72866"/>
                  </a:xfrm>
                  <a:custGeom>
                    <a:rect b="b" l="l" r="r" t="t"/>
                    <a:pathLst>
                      <a:path extrusionOk="0" h="72866" w="213931">
                        <a:moveTo>
                          <a:pt x="0" y="0"/>
                        </a:moveTo>
                        <a:lnTo>
                          <a:pt x="0" y="53435"/>
                        </a:lnTo>
                        <a:cubicBezTo>
                          <a:pt x="0" y="64199"/>
                          <a:pt x="47911" y="72866"/>
                          <a:pt x="106966" y="72866"/>
                        </a:cubicBezTo>
                        <a:cubicBezTo>
                          <a:pt x="166021" y="72866"/>
                          <a:pt x="213932" y="64199"/>
                          <a:pt x="213932" y="53435"/>
                        </a:cubicBezTo>
                        <a:lnTo>
                          <a:pt x="213932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05" name="Google Shape;105;p4"/>
                  <p:cNvSpPr/>
                  <p:nvPr/>
                </p:nvSpPr>
                <p:spPr>
                  <a:xfrm>
                    <a:off x="7512843" y="836580"/>
                    <a:ext cx="213931" cy="38861"/>
                  </a:xfrm>
                  <a:custGeom>
                    <a:rect b="b" l="l" r="r" t="t"/>
                    <a:pathLst>
                      <a:path extrusionOk="0" h="38861" w="213931">
                        <a:moveTo>
                          <a:pt x="213932" y="19431"/>
                        </a:moveTo>
                        <a:cubicBezTo>
                          <a:pt x="213932" y="30162"/>
                          <a:pt x="166042" y="38862"/>
                          <a:pt x="106966" y="38862"/>
                        </a:cubicBezTo>
                        <a:cubicBezTo>
                          <a:pt x="47891" y="38862"/>
                          <a:pt x="1" y="30162"/>
                          <a:pt x="1" y="19431"/>
                        </a:cubicBezTo>
                        <a:cubicBezTo>
                          <a:pt x="1" y="8700"/>
                          <a:pt x="47891" y="0"/>
                          <a:pt x="106966" y="0"/>
                        </a:cubicBezTo>
                        <a:cubicBezTo>
                          <a:pt x="166042" y="0"/>
                          <a:pt x="213932" y="8700"/>
                          <a:pt x="213932" y="19431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106" name="Google Shape;106;p4"/>
                <p:cNvGrpSpPr/>
                <p:nvPr/>
              </p:nvGrpSpPr>
              <p:grpSpPr>
                <a:xfrm>
                  <a:off x="7512843" y="761238"/>
                  <a:ext cx="213931" cy="92296"/>
                  <a:chOff x="7512843" y="761238"/>
                  <a:chExt cx="213931" cy="92296"/>
                </a:xfrm>
              </p:grpSpPr>
              <p:sp>
                <p:nvSpPr>
                  <p:cNvPr id="107" name="Google Shape;107;p4"/>
                  <p:cNvSpPr/>
                  <p:nvPr/>
                </p:nvSpPr>
                <p:spPr>
                  <a:xfrm>
                    <a:off x="7512843" y="780668"/>
                    <a:ext cx="213931" cy="72866"/>
                  </a:xfrm>
                  <a:custGeom>
                    <a:rect b="b" l="l" r="r" t="t"/>
                    <a:pathLst>
                      <a:path extrusionOk="0" h="72866" w="213931">
                        <a:moveTo>
                          <a:pt x="0" y="0"/>
                        </a:moveTo>
                        <a:lnTo>
                          <a:pt x="0" y="53435"/>
                        </a:lnTo>
                        <a:cubicBezTo>
                          <a:pt x="0" y="64199"/>
                          <a:pt x="47911" y="72866"/>
                          <a:pt x="106966" y="72866"/>
                        </a:cubicBezTo>
                        <a:cubicBezTo>
                          <a:pt x="166021" y="72866"/>
                          <a:pt x="213932" y="64199"/>
                          <a:pt x="213932" y="53435"/>
                        </a:cubicBezTo>
                        <a:lnTo>
                          <a:pt x="213932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08" name="Google Shape;108;p4"/>
                  <p:cNvSpPr/>
                  <p:nvPr/>
                </p:nvSpPr>
                <p:spPr>
                  <a:xfrm>
                    <a:off x="7512843" y="761238"/>
                    <a:ext cx="213931" cy="38861"/>
                  </a:xfrm>
                  <a:custGeom>
                    <a:rect b="b" l="l" r="r" t="t"/>
                    <a:pathLst>
                      <a:path extrusionOk="0" h="38861" w="213931">
                        <a:moveTo>
                          <a:pt x="213932" y="19431"/>
                        </a:moveTo>
                        <a:cubicBezTo>
                          <a:pt x="213932" y="30162"/>
                          <a:pt x="166042" y="38862"/>
                          <a:pt x="106966" y="38862"/>
                        </a:cubicBezTo>
                        <a:cubicBezTo>
                          <a:pt x="47891" y="38862"/>
                          <a:pt x="1" y="30162"/>
                          <a:pt x="1" y="19431"/>
                        </a:cubicBezTo>
                        <a:cubicBezTo>
                          <a:pt x="1" y="8700"/>
                          <a:pt x="47891" y="0"/>
                          <a:pt x="106966" y="0"/>
                        </a:cubicBezTo>
                        <a:cubicBezTo>
                          <a:pt x="166042" y="0"/>
                          <a:pt x="213932" y="8700"/>
                          <a:pt x="213932" y="19431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109" name="Google Shape;109;p4"/>
                <p:cNvGrpSpPr/>
                <p:nvPr/>
              </p:nvGrpSpPr>
              <p:grpSpPr>
                <a:xfrm>
                  <a:off x="7512843" y="685800"/>
                  <a:ext cx="213931" cy="92297"/>
                  <a:chOff x="7512843" y="685800"/>
                  <a:chExt cx="213931" cy="92297"/>
                </a:xfrm>
              </p:grpSpPr>
              <p:sp>
                <p:nvSpPr>
                  <p:cNvPr id="110" name="Google Shape;110;p4"/>
                  <p:cNvSpPr/>
                  <p:nvPr/>
                </p:nvSpPr>
                <p:spPr>
                  <a:xfrm>
                    <a:off x="7512843" y="705231"/>
                    <a:ext cx="213931" cy="72866"/>
                  </a:xfrm>
                  <a:custGeom>
                    <a:rect b="b" l="l" r="r" t="t"/>
                    <a:pathLst>
                      <a:path extrusionOk="0" h="72866" w="213931">
                        <a:moveTo>
                          <a:pt x="0" y="0"/>
                        </a:moveTo>
                        <a:lnTo>
                          <a:pt x="0" y="53435"/>
                        </a:lnTo>
                        <a:cubicBezTo>
                          <a:pt x="0" y="64198"/>
                          <a:pt x="47911" y="72866"/>
                          <a:pt x="106966" y="72866"/>
                        </a:cubicBezTo>
                        <a:cubicBezTo>
                          <a:pt x="166021" y="72866"/>
                          <a:pt x="213932" y="64198"/>
                          <a:pt x="213932" y="53435"/>
                        </a:cubicBezTo>
                        <a:lnTo>
                          <a:pt x="213932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11" name="Google Shape;111;p4"/>
                  <p:cNvSpPr/>
                  <p:nvPr/>
                </p:nvSpPr>
                <p:spPr>
                  <a:xfrm>
                    <a:off x="7512843" y="685800"/>
                    <a:ext cx="213931" cy="38861"/>
                  </a:xfrm>
                  <a:custGeom>
                    <a:rect b="b" l="l" r="r" t="t"/>
                    <a:pathLst>
                      <a:path extrusionOk="0" h="38861" w="213931">
                        <a:moveTo>
                          <a:pt x="213932" y="19431"/>
                        </a:moveTo>
                        <a:cubicBezTo>
                          <a:pt x="213932" y="30162"/>
                          <a:pt x="166042" y="38862"/>
                          <a:pt x="106966" y="38862"/>
                        </a:cubicBezTo>
                        <a:cubicBezTo>
                          <a:pt x="47891" y="38862"/>
                          <a:pt x="1" y="30162"/>
                          <a:pt x="1" y="19431"/>
                        </a:cubicBezTo>
                        <a:cubicBezTo>
                          <a:pt x="1" y="8700"/>
                          <a:pt x="47891" y="0"/>
                          <a:pt x="106966" y="0"/>
                        </a:cubicBezTo>
                        <a:cubicBezTo>
                          <a:pt x="166042" y="0"/>
                          <a:pt x="213932" y="8700"/>
                          <a:pt x="213932" y="19431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</p:grp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14" name="Google Shape;114;p5"/>
          <p:cNvSpPr txBox="1"/>
          <p:nvPr>
            <p:ph idx="1" type="subTitle"/>
          </p:nvPr>
        </p:nvSpPr>
        <p:spPr>
          <a:xfrm>
            <a:off x="4679150" y="2453574"/>
            <a:ext cx="3384300" cy="113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15" name="Google Shape;115;p5"/>
          <p:cNvSpPr txBox="1"/>
          <p:nvPr>
            <p:ph idx="2" type="subTitle"/>
          </p:nvPr>
        </p:nvSpPr>
        <p:spPr>
          <a:xfrm>
            <a:off x="1080525" y="2453574"/>
            <a:ext cx="3384300" cy="113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16" name="Google Shape;116;p5"/>
          <p:cNvSpPr txBox="1"/>
          <p:nvPr>
            <p:ph idx="3" type="subTitle"/>
          </p:nvPr>
        </p:nvSpPr>
        <p:spPr>
          <a:xfrm>
            <a:off x="1080536" y="1817200"/>
            <a:ext cx="33843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8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17" name="Google Shape;117;p5"/>
          <p:cNvSpPr txBox="1"/>
          <p:nvPr>
            <p:ph idx="4" type="subTitle"/>
          </p:nvPr>
        </p:nvSpPr>
        <p:spPr>
          <a:xfrm>
            <a:off x="4679164" y="1817200"/>
            <a:ext cx="33843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8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18" name="Google Shape;118;p5"/>
          <p:cNvSpPr/>
          <p:nvPr/>
        </p:nvSpPr>
        <p:spPr>
          <a:xfrm rot="5551952">
            <a:off x="-721531" y="4084618"/>
            <a:ext cx="2053998" cy="1765206"/>
          </a:xfrm>
          <a:custGeom>
            <a:rect b="b" l="l" r="r" t="t"/>
            <a:pathLst>
              <a:path extrusionOk="0" h="30330" w="38869">
                <a:moveTo>
                  <a:pt x="24297" y="1"/>
                </a:moveTo>
                <a:cubicBezTo>
                  <a:pt x="23576" y="1"/>
                  <a:pt x="22813" y="81"/>
                  <a:pt x="22018" y="271"/>
                </a:cubicBezTo>
                <a:cubicBezTo>
                  <a:pt x="16904" y="1494"/>
                  <a:pt x="14626" y="5778"/>
                  <a:pt x="11611" y="8671"/>
                </a:cubicBezTo>
                <a:cubicBezTo>
                  <a:pt x="10032" y="10186"/>
                  <a:pt x="7766" y="10684"/>
                  <a:pt x="5916" y="11826"/>
                </a:cubicBezTo>
                <a:cubicBezTo>
                  <a:pt x="0" y="15481"/>
                  <a:pt x="539" y="24197"/>
                  <a:pt x="4874" y="27639"/>
                </a:cubicBezTo>
                <a:cubicBezTo>
                  <a:pt x="7150" y="29445"/>
                  <a:pt x="9815" y="30330"/>
                  <a:pt x="12976" y="30330"/>
                </a:cubicBezTo>
                <a:cubicBezTo>
                  <a:pt x="15025" y="30330"/>
                  <a:pt x="17282" y="29958"/>
                  <a:pt x="19778" y="29225"/>
                </a:cubicBezTo>
                <a:cubicBezTo>
                  <a:pt x="26123" y="27360"/>
                  <a:pt x="30656" y="26268"/>
                  <a:pt x="34763" y="20412"/>
                </a:cubicBezTo>
                <a:cubicBezTo>
                  <a:pt x="38869" y="14558"/>
                  <a:pt x="35544" y="6859"/>
                  <a:pt x="30907" y="2368"/>
                </a:cubicBezTo>
                <a:cubicBezTo>
                  <a:pt x="30907" y="2368"/>
                  <a:pt x="28215" y="1"/>
                  <a:pt x="24297" y="1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5"/>
          <p:cNvSpPr/>
          <p:nvPr/>
        </p:nvSpPr>
        <p:spPr>
          <a:xfrm rot="-460685">
            <a:off x="-850641" y="-888875"/>
            <a:ext cx="2082611" cy="1683994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5"/>
          <p:cNvSpPr/>
          <p:nvPr/>
        </p:nvSpPr>
        <p:spPr>
          <a:xfrm rot="3259731">
            <a:off x="7063135" y="-804478"/>
            <a:ext cx="3168421" cy="2561976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23" name="Google Shape;123;p6"/>
          <p:cNvSpPr/>
          <p:nvPr/>
        </p:nvSpPr>
        <p:spPr>
          <a:xfrm rot="-9076707">
            <a:off x="85462" y="-755109"/>
            <a:ext cx="1683799" cy="1313891"/>
          </a:xfrm>
          <a:custGeom>
            <a:rect b="b" l="l" r="r" t="t"/>
            <a:pathLst>
              <a:path extrusionOk="0" h="30330" w="38869">
                <a:moveTo>
                  <a:pt x="24297" y="1"/>
                </a:moveTo>
                <a:cubicBezTo>
                  <a:pt x="23576" y="1"/>
                  <a:pt x="22813" y="81"/>
                  <a:pt x="22018" y="271"/>
                </a:cubicBezTo>
                <a:cubicBezTo>
                  <a:pt x="16904" y="1494"/>
                  <a:pt x="14626" y="5778"/>
                  <a:pt x="11611" y="8671"/>
                </a:cubicBezTo>
                <a:cubicBezTo>
                  <a:pt x="10032" y="10186"/>
                  <a:pt x="7766" y="10684"/>
                  <a:pt x="5916" y="11826"/>
                </a:cubicBezTo>
                <a:cubicBezTo>
                  <a:pt x="0" y="15481"/>
                  <a:pt x="539" y="24197"/>
                  <a:pt x="4874" y="27639"/>
                </a:cubicBezTo>
                <a:cubicBezTo>
                  <a:pt x="7150" y="29445"/>
                  <a:pt x="9815" y="30330"/>
                  <a:pt x="12976" y="30330"/>
                </a:cubicBezTo>
                <a:cubicBezTo>
                  <a:pt x="15025" y="30330"/>
                  <a:pt x="17282" y="29958"/>
                  <a:pt x="19778" y="29225"/>
                </a:cubicBezTo>
                <a:cubicBezTo>
                  <a:pt x="26123" y="27360"/>
                  <a:pt x="30656" y="26268"/>
                  <a:pt x="34763" y="20412"/>
                </a:cubicBezTo>
                <a:cubicBezTo>
                  <a:pt x="38869" y="14558"/>
                  <a:pt x="35544" y="6859"/>
                  <a:pt x="30907" y="2368"/>
                </a:cubicBezTo>
                <a:cubicBezTo>
                  <a:pt x="30907" y="2368"/>
                  <a:pt x="28215" y="1"/>
                  <a:pt x="24297" y="1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24" name="Google Shape;124;p6"/>
          <p:cNvGrpSpPr/>
          <p:nvPr/>
        </p:nvGrpSpPr>
        <p:grpSpPr>
          <a:xfrm>
            <a:off x="6779278" y="192982"/>
            <a:ext cx="2107998" cy="297419"/>
            <a:chOff x="6108096" y="3265836"/>
            <a:chExt cx="1633727" cy="230504"/>
          </a:xfrm>
        </p:grpSpPr>
        <p:sp>
          <p:nvSpPr>
            <p:cNvPr id="125" name="Google Shape;125;p6"/>
            <p:cNvSpPr/>
            <p:nvPr/>
          </p:nvSpPr>
          <p:spPr>
            <a:xfrm>
              <a:off x="6108096" y="3265836"/>
              <a:ext cx="1633727" cy="230504"/>
            </a:xfrm>
            <a:custGeom>
              <a:rect b="b" l="l" r="r" t="t"/>
              <a:pathLst>
                <a:path extrusionOk="0" h="230504" w="1633727">
                  <a:moveTo>
                    <a:pt x="1518476" y="0"/>
                  </a:moveTo>
                  <a:cubicBezTo>
                    <a:pt x="1582128" y="0"/>
                    <a:pt x="1633728" y="51600"/>
                    <a:pt x="1633728" y="115253"/>
                  </a:cubicBezTo>
                  <a:lnTo>
                    <a:pt x="1633728" y="115253"/>
                  </a:lnTo>
                  <a:cubicBezTo>
                    <a:pt x="1633728" y="178905"/>
                    <a:pt x="1582128" y="230505"/>
                    <a:pt x="1518476" y="230505"/>
                  </a:cubicBezTo>
                  <a:lnTo>
                    <a:pt x="115252" y="230505"/>
                  </a:lnTo>
                  <a:cubicBezTo>
                    <a:pt x="51601" y="230505"/>
                    <a:pt x="0" y="178905"/>
                    <a:pt x="0" y="115253"/>
                  </a:cubicBezTo>
                  <a:lnTo>
                    <a:pt x="0" y="115253"/>
                  </a:lnTo>
                  <a:cubicBezTo>
                    <a:pt x="0" y="51600"/>
                    <a:pt x="51601" y="0"/>
                    <a:pt x="11525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" name="Google Shape;126;p6"/>
            <p:cNvSpPr/>
            <p:nvPr/>
          </p:nvSpPr>
          <p:spPr>
            <a:xfrm>
              <a:off x="7528381" y="3292292"/>
              <a:ext cx="166485" cy="165854"/>
            </a:xfrm>
            <a:custGeom>
              <a:rect b="b" l="l" r="r" t="t"/>
              <a:pathLst>
                <a:path extrusionOk="0" h="165854" w="166485">
                  <a:moveTo>
                    <a:pt x="161532" y="137469"/>
                  </a:moveTo>
                  <a:lnTo>
                    <a:pt x="120003" y="95941"/>
                  </a:lnTo>
                  <a:lnTo>
                    <a:pt x="113336" y="102608"/>
                  </a:lnTo>
                  <a:lnTo>
                    <a:pt x="105811" y="95083"/>
                  </a:lnTo>
                  <a:cubicBezTo>
                    <a:pt x="123622" y="71842"/>
                    <a:pt x="122194" y="38600"/>
                    <a:pt x="100953" y="17359"/>
                  </a:cubicBezTo>
                  <a:cubicBezTo>
                    <a:pt x="77807" y="-5786"/>
                    <a:pt x="40374" y="-5786"/>
                    <a:pt x="17324" y="17359"/>
                  </a:cubicBezTo>
                  <a:cubicBezTo>
                    <a:pt x="-5727" y="40505"/>
                    <a:pt x="-5822" y="77938"/>
                    <a:pt x="17324" y="100989"/>
                  </a:cubicBezTo>
                  <a:cubicBezTo>
                    <a:pt x="38850" y="122515"/>
                    <a:pt x="72568" y="123754"/>
                    <a:pt x="95809" y="105275"/>
                  </a:cubicBezTo>
                  <a:lnTo>
                    <a:pt x="103334" y="112800"/>
                  </a:lnTo>
                  <a:lnTo>
                    <a:pt x="96667" y="119467"/>
                  </a:lnTo>
                  <a:lnTo>
                    <a:pt x="138196" y="160996"/>
                  </a:lnTo>
                  <a:cubicBezTo>
                    <a:pt x="144673" y="167473"/>
                    <a:pt x="155150" y="167473"/>
                    <a:pt x="161627" y="160996"/>
                  </a:cubicBezTo>
                  <a:lnTo>
                    <a:pt x="161627" y="160996"/>
                  </a:lnTo>
                  <a:cubicBezTo>
                    <a:pt x="168104" y="154519"/>
                    <a:pt x="168104" y="144042"/>
                    <a:pt x="161627" y="137565"/>
                  </a:cubicBezTo>
                  <a:close/>
                  <a:moveTo>
                    <a:pt x="59138" y="102513"/>
                  </a:moveTo>
                  <a:cubicBezTo>
                    <a:pt x="54471" y="102513"/>
                    <a:pt x="49899" y="101751"/>
                    <a:pt x="45612" y="100417"/>
                  </a:cubicBezTo>
                  <a:cubicBezTo>
                    <a:pt x="33611" y="96512"/>
                    <a:pt x="23896" y="87463"/>
                    <a:pt x="19133" y="75938"/>
                  </a:cubicBezTo>
                  <a:cubicBezTo>
                    <a:pt x="16942" y="70794"/>
                    <a:pt x="15799" y="65175"/>
                    <a:pt x="15799" y="59269"/>
                  </a:cubicBezTo>
                  <a:cubicBezTo>
                    <a:pt x="15799" y="35361"/>
                    <a:pt x="35231" y="15931"/>
                    <a:pt x="59138" y="15931"/>
                  </a:cubicBezTo>
                  <a:cubicBezTo>
                    <a:pt x="65044" y="15931"/>
                    <a:pt x="70663" y="17074"/>
                    <a:pt x="75807" y="19264"/>
                  </a:cubicBezTo>
                  <a:cubicBezTo>
                    <a:pt x="87332" y="24122"/>
                    <a:pt x="96381" y="33742"/>
                    <a:pt x="100286" y="45744"/>
                  </a:cubicBezTo>
                  <a:cubicBezTo>
                    <a:pt x="101715" y="50030"/>
                    <a:pt x="102382" y="54507"/>
                    <a:pt x="102382" y="59269"/>
                  </a:cubicBezTo>
                  <a:cubicBezTo>
                    <a:pt x="102382" y="83177"/>
                    <a:pt x="83046" y="102513"/>
                    <a:pt x="59138" y="10251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" name="Google Shape;127;p6"/>
            <p:cNvSpPr/>
            <p:nvPr/>
          </p:nvSpPr>
          <p:spPr>
            <a:xfrm>
              <a:off x="7475124" y="3290220"/>
              <a:ext cx="7620" cy="174307"/>
            </a:xfrm>
            <a:custGeom>
              <a:rect b="b" l="l" r="r" t="t"/>
              <a:pathLst>
                <a:path extrusionOk="0" h="174307" w="7620">
                  <a:moveTo>
                    <a:pt x="3810" y="174308"/>
                  </a:moveTo>
                  <a:lnTo>
                    <a:pt x="3810" y="174308"/>
                  </a:lnTo>
                  <a:cubicBezTo>
                    <a:pt x="1714" y="174308"/>
                    <a:pt x="0" y="172593"/>
                    <a:pt x="0" y="170497"/>
                  </a:cubicBezTo>
                  <a:lnTo>
                    <a:pt x="0" y="3810"/>
                  </a:lnTo>
                  <a:cubicBezTo>
                    <a:pt x="0" y="1714"/>
                    <a:pt x="1714" y="0"/>
                    <a:pt x="3810" y="0"/>
                  </a:cubicBezTo>
                  <a:lnTo>
                    <a:pt x="3810" y="0"/>
                  </a:lnTo>
                  <a:cubicBezTo>
                    <a:pt x="5905" y="0"/>
                    <a:pt x="7620" y="1714"/>
                    <a:pt x="7620" y="3810"/>
                  </a:cubicBezTo>
                  <a:lnTo>
                    <a:pt x="7620" y="170497"/>
                  </a:lnTo>
                  <a:cubicBezTo>
                    <a:pt x="7620" y="172593"/>
                    <a:pt x="5905" y="174308"/>
                    <a:pt x="3810" y="17430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8" name="Google Shape;128;p6"/>
          <p:cNvSpPr/>
          <p:nvPr/>
        </p:nvSpPr>
        <p:spPr>
          <a:xfrm flipH="1" rot="532502">
            <a:off x="-514115" y="4385276"/>
            <a:ext cx="1514959" cy="1224991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29" name="Google Shape;129;p6"/>
          <p:cNvGrpSpPr/>
          <p:nvPr/>
        </p:nvGrpSpPr>
        <p:grpSpPr>
          <a:xfrm>
            <a:off x="-148774" y="4544215"/>
            <a:ext cx="784225" cy="584398"/>
            <a:chOff x="1914620" y="1930431"/>
            <a:chExt cx="572929" cy="426911"/>
          </a:xfrm>
        </p:grpSpPr>
        <p:grpSp>
          <p:nvGrpSpPr>
            <p:cNvPr id="130" name="Google Shape;130;p6"/>
            <p:cNvGrpSpPr/>
            <p:nvPr/>
          </p:nvGrpSpPr>
          <p:grpSpPr>
            <a:xfrm>
              <a:off x="1914620" y="1930431"/>
              <a:ext cx="572929" cy="426911"/>
              <a:chOff x="1914620" y="1930431"/>
              <a:chExt cx="572929" cy="426911"/>
            </a:xfrm>
          </p:grpSpPr>
          <p:sp>
            <p:nvSpPr>
              <p:cNvPr id="131" name="Google Shape;131;p6"/>
              <p:cNvSpPr/>
              <p:nvPr/>
            </p:nvSpPr>
            <p:spPr>
              <a:xfrm>
                <a:off x="2042160" y="1930431"/>
                <a:ext cx="445389" cy="299466"/>
              </a:xfrm>
              <a:custGeom>
                <a:rect b="b" l="l" r="r" t="t"/>
                <a:pathLst>
                  <a:path extrusionOk="0" h="299466" w="445389">
                    <a:moveTo>
                      <a:pt x="139065" y="7620"/>
                    </a:moveTo>
                    <a:lnTo>
                      <a:pt x="173355" y="41910"/>
                    </a:lnTo>
                    <a:cubicBezTo>
                      <a:pt x="178308" y="46863"/>
                      <a:pt x="185071" y="49721"/>
                      <a:pt x="192119" y="49721"/>
                    </a:cubicBezTo>
                    <a:lnTo>
                      <a:pt x="418910" y="49721"/>
                    </a:lnTo>
                    <a:cubicBezTo>
                      <a:pt x="433578" y="49721"/>
                      <a:pt x="445389" y="61627"/>
                      <a:pt x="445389" y="76200"/>
                    </a:cubicBezTo>
                    <a:lnTo>
                      <a:pt x="445389" y="272987"/>
                    </a:lnTo>
                    <a:cubicBezTo>
                      <a:pt x="445389" y="287655"/>
                      <a:pt x="433483" y="299466"/>
                      <a:pt x="418910" y="299466"/>
                    </a:cubicBezTo>
                    <a:lnTo>
                      <a:pt x="26479" y="299466"/>
                    </a:lnTo>
                    <a:cubicBezTo>
                      <a:pt x="11811" y="299466"/>
                      <a:pt x="0" y="287560"/>
                      <a:pt x="0" y="272987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79" y="0"/>
                    </a:cubicBezTo>
                    <a:lnTo>
                      <a:pt x="120396" y="0"/>
                    </a:lnTo>
                    <a:cubicBezTo>
                      <a:pt x="127444" y="0"/>
                      <a:pt x="134207" y="2762"/>
                      <a:pt x="139160" y="771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2" name="Google Shape;132;p6"/>
              <p:cNvSpPr/>
              <p:nvPr/>
            </p:nvSpPr>
            <p:spPr>
              <a:xfrm>
                <a:off x="1978342" y="1994058"/>
                <a:ext cx="445389" cy="299465"/>
              </a:xfrm>
              <a:custGeom>
                <a:rect b="b" l="l" r="r" t="t"/>
                <a:pathLst>
                  <a:path extrusionOk="0" h="299465" w="445389">
                    <a:moveTo>
                      <a:pt x="139065" y="7715"/>
                    </a:moveTo>
                    <a:lnTo>
                      <a:pt x="173355" y="42005"/>
                    </a:lnTo>
                    <a:cubicBezTo>
                      <a:pt x="178308" y="46958"/>
                      <a:pt x="185071" y="49721"/>
                      <a:pt x="192119" y="49721"/>
                    </a:cubicBezTo>
                    <a:lnTo>
                      <a:pt x="418909" y="49721"/>
                    </a:lnTo>
                    <a:cubicBezTo>
                      <a:pt x="433578" y="49721"/>
                      <a:pt x="445389" y="61627"/>
                      <a:pt x="445389" y="76200"/>
                    </a:cubicBezTo>
                    <a:lnTo>
                      <a:pt x="445389" y="272986"/>
                    </a:lnTo>
                    <a:cubicBezTo>
                      <a:pt x="445389" y="287655"/>
                      <a:pt x="433483" y="299466"/>
                      <a:pt x="418909" y="299466"/>
                    </a:cubicBezTo>
                    <a:lnTo>
                      <a:pt x="26480" y="299466"/>
                    </a:lnTo>
                    <a:cubicBezTo>
                      <a:pt x="11811" y="299466"/>
                      <a:pt x="0" y="287560"/>
                      <a:pt x="0" y="272986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80" y="0"/>
                    </a:cubicBezTo>
                    <a:lnTo>
                      <a:pt x="120396" y="0"/>
                    </a:lnTo>
                    <a:cubicBezTo>
                      <a:pt x="127445" y="0"/>
                      <a:pt x="134207" y="2762"/>
                      <a:pt x="139160" y="7715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3" name="Google Shape;133;p6"/>
              <p:cNvSpPr/>
              <p:nvPr/>
            </p:nvSpPr>
            <p:spPr>
              <a:xfrm>
                <a:off x="1914620" y="2057876"/>
                <a:ext cx="445389" cy="299466"/>
              </a:xfrm>
              <a:custGeom>
                <a:rect b="b" l="l" r="r" t="t"/>
                <a:pathLst>
                  <a:path extrusionOk="0" h="299466" w="445389">
                    <a:moveTo>
                      <a:pt x="139065" y="7715"/>
                    </a:moveTo>
                    <a:lnTo>
                      <a:pt x="173355" y="42005"/>
                    </a:lnTo>
                    <a:cubicBezTo>
                      <a:pt x="178308" y="46958"/>
                      <a:pt x="185071" y="49721"/>
                      <a:pt x="192119" y="49721"/>
                    </a:cubicBezTo>
                    <a:lnTo>
                      <a:pt x="418909" y="49721"/>
                    </a:lnTo>
                    <a:cubicBezTo>
                      <a:pt x="433578" y="49721"/>
                      <a:pt x="445389" y="61627"/>
                      <a:pt x="445389" y="76200"/>
                    </a:cubicBezTo>
                    <a:lnTo>
                      <a:pt x="445389" y="272987"/>
                    </a:lnTo>
                    <a:cubicBezTo>
                      <a:pt x="445389" y="287655"/>
                      <a:pt x="433483" y="299466"/>
                      <a:pt x="418909" y="299466"/>
                    </a:cubicBezTo>
                    <a:lnTo>
                      <a:pt x="26479" y="299466"/>
                    </a:lnTo>
                    <a:cubicBezTo>
                      <a:pt x="11811" y="299466"/>
                      <a:pt x="0" y="287560"/>
                      <a:pt x="0" y="272987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79" y="0"/>
                    </a:cubicBezTo>
                    <a:lnTo>
                      <a:pt x="120396" y="0"/>
                    </a:lnTo>
                    <a:cubicBezTo>
                      <a:pt x="127444" y="0"/>
                      <a:pt x="134207" y="2762"/>
                      <a:pt x="139160" y="7715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34" name="Google Shape;134;p6"/>
            <p:cNvSpPr/>
            <p:nvPr/>
          </p:nvSpPr>
          <p:spPr>
            <a:xfrm>
              <a:off x="2024157" y="2180272"/>
              <a:ext cx="222980" cy="101917"/>
            </a:xfrm>
            <a:custGeom>
              <a:rect b="b" l="l" r="r" t="t"/>
              <a:pathLst>
                <a:path extrusionOk="0" h="101917" w="222980">
                  <a:moveTo>
                    <a:pt x="25051" y="45529"/>
                  </a:moveTo>
                  <a:lnTo>
                    <a:pt x="0" y="45529"/>
                  </a:lnTo>
                  <a:lnTo>
                    <a:pt x="0" y="56388"/>
                  </a:lnTo>
                  <a:lnTo>
                    <a:pt x="25051" y="56388"/>
                  </a:lnTo>
                  <a:lnTo>
                    <a:pt x="25051" y="45529"/>
                  </a:lnTo>
                  <a:close/>
                  <a:moveTo>
                    <a:pt x="115538" y="79153"/>
                  </a:moveTo>
                  <a:lnTo>
                    <a:pt x="184023" y="79153"/>
                  </a:lnTo>
                  <a:lnTo>
                    <a:pt x="184023" y="68294"/>
                  </a:lnTo>
                  <a:lnTo>
                    <a:pt x="115538" y="68294"/>
                  </a:lnTo>
                  <a:lnTo>
                    <a:pt x="115538" y="79153"/>
                  </a:lnTo>
                  <a:close/>
                  <a:moveTo>
                    <a:pt x="32766" y="56388"/>
                  </a:moveTo>
                  <a:lnTo>
                    <a:pt x="129730" y="56388"/>
                  </a:lnTo>
                  <a:lnTo>
                    <a:pt x="129730" y="45529"/>
                  </a:lnTo>
                  <a:lnTo>
                    <a:pt x="32766" y="45529"/>
                  </a:lnTo>
                  <a:lnTo>
                    <a:pt x="32766" y="56388"/>
                  </a:lnTo>
                  <a:close/>
                  <a:moveTo>
                    <a:pt x="184023" y="0"/>
                  </a:moveTo>
                  <a:lnTo>
                    <a:pt x="23908" y="0"/>
                  </a:lnTo>
                  <a:lnTo>
                    <a:pt x="23908" y="10858"/>
                  </a:lnTo>
                  <a:lnTo>
                    <a:pt x="184023" y="10858"/>
                  </a:lnTo>
                  <a:lnTo>
                    <a:pt x="184023" y="0"/>
                  </a:lnTo>
                  <a:close/>
                  <a:moveTo>
                    <a:pt x="47815" y="22765"/>
                  </a:moveTo>
                  <a:lnTo>
                    <a:pt x="0" y="22765"/>
                  </a:lnTo>
                  <a:lnTo>
                    <a:pt x="0" y="33623"/>
                  </a:lnTo>
                  <a:lnTo>
                    <a:pt x="47815" y="33623"/>
                  </a:lnTo>
                  <a:lnTo>
                    <a:pt x="47815" y="22765"/>
                  </a:lnTo>
                  <a:close/>
                  <a:moveTo>
                    <a:pt x="102584" y="68294"/>
                  </a:moveTo>
                  <a:lnTo>
                    <a:pt x="0" y="68294"/>
                  </a:lnTo>
                  <a:lnTo>
                    <a:pt x="0" y="79153"/>
                  </a:lnTo>
                  <a:lnTo>
                    <a:pt x="102584" y="79153"/>
                  </a:lnTo>
                  <a:lnTo>
                    <a:pt x="102584" y="68294"/>
                  </a:lnTo>
                  <a:close/>
                  <a:moveTo>
                    <a:pt x="146875" y="101918"/>
                  </a:moveTo>
                  <a:lnTo>
                    <a:pt x="195644" y="101918"/>
                  </a:lnTo>
                  <a:lnTo>
                    <a:pt x="195644" y="91059"/>
                  </a:lnTo>
                  <a:lnTo>
                    <a:pt x="146875" y="91059"/>
                  </a:lnTo>
                  <a:lnTo>
                    <a:pt x="146875" y="101918"/>
                  </a:lnTo>
                  <a:close/>
                  <a:moveTo>
                    <a:pt x="0" y="101918"/>
                  </a:moveTo>
                  <a:lnTo>
                    <a:pt x="62198" y="101918"/>
                  </a:lnTo>
                  <a:lnTo>
                    <a:pt x="62198" y="91059"/>
                  </a:lnTo>
                  <a:lnTo>
                    <a:pt x="0" y="91059"/>
                  </a:lnTo>
                  <a:lnTo>
                    <a:pt x="0" y="101918"/>
                  </a:lnTo>
                  <a:close/>
                  <a:moveTo>
                    <a:pt x="60769" y="33623"/>
                  </a:moveTo>
                  <a:lnTo>
                    <a:pt x="222980" y="33623"/>
                  </a:lnTo>
                  <a:lnTo>
                    <a:pt x="222980" y="22765"/>
                  </a:lnTo>
                  <a:lnTo>
                    <a:pt x="60769" y="22765"/>
                  </a:lnTo>
                  <a:lnTo>
                    <a:pt x="60769" y="33623"/>
                  </a:lnTo>
                  <a:close/>
                  <a:moveTo>
                    <a:pt x="190500" y="0"/>
                  </a:moveTo>
                  <a:lnTo>
                    <a:pt x="190500" y="10858"/>
                  </a:lnTo>
                  <a:lnTo>
                    <a:pt x="222980" y="10858"/>
                  </a:lnTo>
                  <a:lnTo>
                    <a:pt x="222980" y="0"/>
                  </a:lnTo>
                  <a:lnTo>
                    <a:pt x="190500" y="0"/>
                  </a:lnTo>
                  <a:close/>
                  <a:moveTo>
                    <a:pt x="137350" y="56388"/>
                  </a:moveTo>
                  <a:lnTo>
                    <a:pt x="222980" y="56388"/>
                  </a:lnTo>
                  <a:lnTo>
                    <a:pt x="222980" y="45529"/>
                  </a:lnTo>
                  <a:lnTo>
                    <a:pt x="137350" y="45529"/>
                  </a:lnTo>
                  <a:lnTo>
                    <a:pt x="137350" y="56388"/>
                  </a:lnTo>
                  <a:close/>
                  <a:moveTo>
                    <a:pt x="196882" y="79153"/>
                  </a:moveTo>
                  <a:lnTo>
                    <a:pt x="222885" y="79153"/>
                  </a:lnTo>
                  <a:lnTo>
                    <a:pt x="222885" y="68294"/>
                  </a:lnTo>
                  <a:lnTo>
                    <a:pt x="196882" y="68294"/>
                  </a:lnTo>
                  <a:lnTo>
                    <a:pt x="196882" y="79153"/>
                  </a:lnTo>
                  <a:close/>
                  <a:moveTo>
                    <a:pt x="75057" y="101918"/>
                  </a:moveTo>
                  <a:lnTo>
                    <a:pt x="139065" y="101918"/>
                  </a:lnTo>
                  <a:lnTo>
                    <a:pt x="139065" y="91059"/>
                  </a:lnTo>
                  <a:lnTo>
                    <a:pt x="75057" y="91059"/>
                  </a:lnTo>
                  <a:lnTo>
                    <a:pt x="75057" y="10191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5" name="Google Shape;135;p6"/>
          <p:cNvSpPr/>
          <p:nvPr/>
        </p:nvSpPr>
        <p:spPr>
          <a:xfrm rot="5844200">
            <a:off x="8030548" y="2339312"/>
            <a:ext cx="2404301" cy="1318596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7"/>
          <p:cNvSpPr txBox="1"/>
          <p:nvPr>
            <p:ph type="title"/>
          </p:nvPr>
        </p:nvSpPr>
        <p:spPr>
          <a:xfrm>
            <a:off x="811975" y="1032900"/>
            <a:ext cx="2804400" cy="1006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38" name="Google Shape;138;p7"/>
          <p:cNvSpPr txBox="1"/>
          <p:nvPr>
            <p:ph idx="1" type="subTitle"/>
          </p:nvPr>
        </p:nvSpPr>
        <p:spPr>
          <a:xfrm>
            <a:off x="811975" y="2039700"/>
            <a:ext cx="4294800" cy="207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9pPr>
          </a:lstStyle>
          <a:p/>
        </p:txBody>
      </p:sp>
      <p:sp>
        <p:nvSpPr>
          <p:cNvPr id="139" name="Google Shape;139;p7"/>
          <p:cNvSpPr/>
          <p:nvPr>
            <p:ph idx="2" type="pic"/>
          </p:nvPr>
        </p:nvSpPr>
        <p:spPr>
          <a:xfrm>
            <a:off x="5668975" y="1076550"/>
            <a:ext cx="2990400" cy="29904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140" name="Google Shape;140;p7"/>
          <p:cNvSpPr/>
          <p:nvPr/>
        </p:nvSpPr>
        <p:spPr>
          <a:xfrm rot="-2381697">
            <a:off x="-1265120" y="-661594"/>
            <a:ext cx="3096202" cy="2008988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7"/>
          <p:cNvSpPr/>
          <p:nvPr/>
        </p:nvSpPr>
        <p:spPr>
          <a:xfrm rot="-7296874">
            <a:off x="-735040" y="4231574"/>
            <a:ext cx="2036053" cy="1508864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42" name="Google Shape;142;p7"/>
          <p:cNvGrpSpPr/>
          <p:nvPr/>
        </p:nvGrpSpPr>
        <p:grpSpPr>
          <a:xfrm>
            <a:off x="65066" y="4373044"/>
            <a:ext cx="878158" cy="654532"/>
            <a:chOff x="1114425" y="4361211"/>
            <a:chExt cx="573023" cy="427101"/>
          </a:xfrm>
        </p:grpSpPr>
        <p:grpSp>
          <p:nvGrpSpPr>
            <p:cNvPr id="143" name="Google Shape;143;p7"/>
            <p:cNvGrpSpPr/>
            <p:nvPr/>
          </p:nvGrpSpPr>
          <p:grpSpPr>
            <a:xfrm>
              <a:off x="1114425" y="4361211"/>
              <a:ext cx="573023" cy="427101"/>
              <a:chOff x="1114425" y="4361211"/>
              <a:chExt cx="573023" cy="427101"/>
            </a:xfrm>
          </p:grpSpPr>
          <p:sp>
            <p:nvSpPr>
              <p:cNvPr id="144" name="Google Shape;144;p7"/>
              <p:cNvSpPr/>
              <p:nvPr/>
            </p:nvSpPr>
            <p:spPr>
              <a:xfrm>
                <a:off x="1241964" y="4361211"/>
                <a:ext cx="445484" cy="299466"/>
              </a:xfrm>
              <a:custGeom>
                <a:rect b="b" l="l" r="r" t="t"/>
                <a:pathLst>
                  <a:path extrusionOk="0" h="299466" w="445484">
                    <a:moveTo>
                      <a:pt x="139160" y="7715"/>
                    </a:moveTo>
                    <a:lnTo>
                      <a:pt x="173450" y="42005"/>
                    </a:lnTo>
                    <a:cubicBezTo>
                      <a:pt x="178403" y="46958"/>
                      <a:pt x="185166" y="49721"/>
                      <a:pt x="192215" y="49721"/>
                    </a:cubicBezTo>
                    <a:lnTo>
                      <a:pt x="419005" y="49721"/>
                    </a:lnTo>
                    <a:cubicBezTo>
                      <a:pt x="433673" y="49721"/>
                      <a:pt x="445484" y="61627"/>
                      <a:pt x="445484" y="76200"/>
                    </a:cubicBezTo>
                    <a:lnTo>
                      <a:pt x="445484" y="272987"/>
                    </a:lnTo>
                    <a:cubicBezTo>
                      <a:pt x="445484" y="287655"/>
                      <a:pt x="433578" y="299466"/>
                      <a:pt x="419005" y="299466"/>
                    </a:cubicBezTo>
                    <a:lnTo>
                      <a:pt x="26479" y="299466"/>
                    </a:lnTo>
                    <a:cubicBezTo>
                      <a:pt x="11811" y="299466"/>
                      <a:pt x="0" y="287560"/>
                      <a:pt x="0" y="272987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79" y="0"/>
                    </a:cubicBezTo>
                    <a:lnTo>
                      <a:pt x="120396" y="0"/>
                    </a:lnTo>
                    <a:cubicBezTo>
                      <a:pt x="127445" y="0"/>
                      <a:pt x="134207" y="2762"/>
                      <a:pt x="139160" y="7715"/>
                    </a:cubicBezTo>
                    <a:close/>
                  </a:path>
                </a:pathLst>
              </a:custGeom>
              <a:solidFill>
                <a:srgbClr val="35363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5" name="Google Shape;145;p7"/>
              <p:cNvSpPr/>
              <p:nvPr/>
            </p:nvSpPr>
            <p:spPr>
              <a:xfrm>
                <a:off x="1178242" y="4425029"/>
                <a:ext cx="445484" cy="299466"/>
              </a:xfrm>
              <a:custGeom>
                <a:rect b="b" l="l" r="r" t="t"/>
                <a:pathLst>
                  <a:path extrusionOk="0" h="299466" w="445484">
                    <a:moveTo>
                      <a:pt x="139160" y="7620"/>
                    </a:moveTo>
                    <a:lnTo>
                      <a:pt x="173450" y="41910"/>
                    </a:lnTo>
                    <a:cubicBezTo>
                      <a:pt x="178403" y="46863"/>
                      <a:pt x="185166" y="49721"/>
                      <a:pt x="192215" y="49721"/>
                    </a:cubicBezTo>
                    <a:lnTo>
                      <a:pt x="419005" y="49721"/>
                    </a:lnTo>
                    <a:cubicBezTo>
                      <a:pt x="433673" y="49721"/>
                      <a:pt x="445484" y="61627"/>
                      <a:pt x="445484" y="76200"/>
                    </a:cubicBezTo>
                    <a:lnTo>
                      <a:pt x="445484" y="272987"/>
                    </a:lnTo>
                    <a:cubicBezTo>
                      <a:pt x="445484" y="287655"/>
                      <a:pt x="433578" y="299466"/>
                      <a:pt x="419005" y="299466"/>
                    </a:cubicBezTo>
                    <a:lnTo>
                      <a:pt x="26479" y="299466"/>
                    </a:lnTo>
                    <a:cubicBezTo>
                      <a:pt x="11811" y="299466"/>
                      <a:pt x="0" y="287560"/>
                      <a:pt x="0" y="272987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79" y="0"/>
                    </a:cubicBezTo>
                    <a:lnTo>
                      <a:pt x="120396" y="0"/>
                    </a:lnTo>
                    <a:cubicBezTo>
                      <a:pt x="127445" y="0"/>
                      <a:pt x="134207" y="2762"/>
                      <a:pt x="139160" y="7715"/>
                    </a:cubicBezTo>
                    <a:close/>
                  </a:path>
                </a:pathLst>
              </a:custGeom>
              <a:solidFill>
                <a:srgbClr val="42444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6" name="Google Shape;146;p7"/>
              <p:cNvSpPr/>
              <p:nvPr/>
            </p:nvSpPr>
            <p:spPr>
              <a:xfrm>
                <a:off x="1114425" y="4488846"/>
                <a:ext cx="445484" cy="299466"/>
              </a:xfrm>
              <a:custGeom>
                <a:rect b="b" l="l" r="r" t="t"/>
                <a:pathLst>
                  <a:path extrusionOk="0" h="299466" w="445484">
                    <a:moveTo>
                      <a:pt x="139160" y="7620"/>
                    </a:moveTo>
                    <a:lnTo>
                      <a:pt x="173450" y="41910"/>
                    </a:lnTo>
                    <a:cubicBezTo>
                      <a:pt x="178403" y="46863"/>
                      <a:pt x="185166" y="49721"/>
                      <a:pt x="192215" y="49721"/>
                    </a:cubicBezTo>
                    <a:lnTo>
                      <a:pt x="419005" y="49721"/>
                    </a:lnTo>
                    <a:cubicBezTo>
                      <a:pt x="433673" y="49721"/>
                      <a:pt x="445484" y="61627"/>
                      <a:pt x="445484" y="76200"/>
                    </a:cubicBezTo>
                    <a:lnTo>
                      <a:pt x="445484" y="272987"/>
                    </a:lnTo>
                    <a:cubicBezTo>
                      <a:pt x="445484" y="287655"/>
                      <a:pt x="433578" y="299466"/>
                      <a:pt x="419005" y="299466"/>
                    </a:cubicBezTo>
                    <a:lnTo>
                      <a:pt x="26480" y="299466"/>
                    </a:lnTo>
                    <a:cubicBezTo>
                      <a:pt x="11811" y="299466"/>
                      <a:pt x="0" y="287560"/>
                      <a:pt x="0" y="272987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80" y="0"/>
                    </a:cubicBezTo>
                    <a:lnTo>
                      <a:pt x="120396" y="0"/>
                    </a:lnTo>
                    <a:cubicBezTo>
                      <a:pt x="127445" y="0"/>
                      <a:pt x="134207" y="2762"/>
                      <a:pt x="139160" y="7811"/>
                    </a:cubicBezTo>
                    <a:close/>
                  </a:path>
                </a:pathLst>
              </a:custGeom>
              <a:solidFill>
                <a:srgbClr val="6F708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47" name="Google Shape;147;p7"/>
            <p:cNvSpPr/>
            <p:nvPr/>
          </p:nvSpPr>
          <p:spPr>
            <a:xfrm>
              <a:off x="1303210" y="4628965"/>
              <a:ext cx="68735" cy="82063"/>
            </a:xfrm>
            <a:custGeom>
              <a:rect b="b" l="l" r="r" t="t"/>
              <a:pathLst>
                <a:path extrusionOk="0" h="82063" w="68735">
                  <a:moveTo>
                    <a:pt x="0" y="6471"/>
                  </a:moveTo>
                  <a:lnTo>
                    <a:pt x="0" y="75527"/>
                  </a:lnTo>
                  <a:cubicBezTo>
                    <a:pt x="0" y="80575"/>
                    <a:pt x="5524" y="83719"/>
                    <a:pt x="9811" y="81147"/>
                  </a:cubicBezTo>
                  <a:lnTo>
                    <a:pt x="65532" y="48095"/>
                  </a:lnTo>
                  <a:cubicBezTo>
                    <a:pt x="69723" y="45619"/>
                    <a:pt x="69818" y="39618"/>
                    <a:pt x="65723" y="37046"/>
                  </a:cubicBezTo>
                  <a:lnTo>
                    <a:pt x="10001" y="1042"/>
                  </a:lnTo>
                  <a:cubicBezTo>
                    <a:pt x="5715" y="-1721"/>
                    <a:pt x="0" y="1327"/>
                    <a:pt x="0" y="647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8"/>
          <p:cNvSpPr txBox="1"/>
          <p:nvPr>
            <p:ph type="title"/>
          </p:nvPr>
        </p:nvSpPr>
        <p:spPr>
          <a:xfrm>
            <a:off x="2317950" y="1307100"/>
            <a:ext cx="4508100" cy="252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0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50" name="Google Shape;150;p8"/>
          <p:cNvSpPr/>
          <p:nvPr/>
        </p:nvSpPr>
        <p:spPr>
          <a:xfrm flipH="1" rot="-3263452">
            <a:off x="5847147" y="3927927"/>
            <a:ext cx="2997856" cy="2576292"/>
          </a:xfrm>
          <a:custGeom>
            <a:rect b="b" l="l" r="r" t="t"/>
            <a:pathLst>
              <a:path extrusionOk="0" h="30330" w="38869">
                <a:moveTo>
                  <a:pt x="24297" y="1"/>
                </a:moveTo>
                <a:cubicBezTo>
                  <a:pt x="23576" y="1"/>
                  <a:pt x="22813" y="81"/>
                  <a:pt x="22018" y="271"/>
                </a:cubicBezTo>
                <a:cubicBezTo>
                  <a:pt x="16904" y="1494"/>
                  <a:pt x="14626" y="5778"/>
                  <a:pt x="11611" y="8671"/>
                </a:cubicBezTo>
                <a:cubicBezTo>
                  <a:pt x="10032" y="10186"/>
                  <a:pt x="7766" y="10684"/>
                  <a:pt x="5916" y="11826"/>
                </a:cubicBezTo>
                <a:cubicBezTo>
                  <a:pt x="0" y="15481"/>
                  <a:pt x="539" y="24197"/>
                  <a:pt x="4874" y="27639"/>
                </a:cubicBezTo>
                <a:cubicBezTo>
                  <a:pt x="7150" y="29445"/>
                  <a:pt x="9815" y="30330"/>
                  <a:pt x="12976" y="30330"/>
                </a:cubicBezTo>
                <a:cubicBezTo>
                  <a:pt x="15025" y="30330"/>
                  <a:pt x="17282" y="29958"/>
                  <a:pt x="19778" y="29225"/>
                </a:cubicBezTo>
                <a:cubicBezTo>
                  <a:pt x="26123" y="27360"/>
                  <a:pt x="30656" y="26268"/>
                  <a:pt x="34763" y="20412"/>
                </a:cubicBezTo>
                <a:cubicBezTo>
                  <a:pt x="38869" y="14558"/>
                  <a:pt x="35544" y="6859"/>
                  <a:pt x="30907" y="2368"/>
                </a:cubicBezTo>
                <a:cubicBezTo>
                  <a:pt x="30907" y="2368"/>
                  <a:pt x="28215" y="1"/>
                  <a:pt x="24297" y="1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8"/>
          <p:cNvSpPr/>
          <p:nvPr/>
        </p:nvSpPr>
        <p:spPr>
          <a:xfrm flipH="1" rot="460623">
            <a:off x="6387251" y="-1517085"/>
            <a:ext cx="4087061" cy="3304707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8"/>
          <p:cNvSpPr/>
          <p:nvPr/>
        </p:nvSpPr>
        <p:spPr>
          <a:xfrm flipH="1" rot="-4592116">
            <a:off x="6189" y="113200"/>
            <a:ext cx="642877" cy="519829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9"/>
          <p:cNvSpPr txBox="1"/>
          <p:nvPr>
            <p:ph type="title"/>
          </p:nvPr>
        </p:nvSpPr>
        <p:spPr>
          <a:xfrm>
            <a:off x="2135550" y="1189100"/>
            <a:ext cx="4872900" cy="196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15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55" name="Google Shape;155;p9"/>
          <p:cNvSpPr txBox="1"/>
          <p:nvPr>
            <p:ph idx="1" type="subTitle"/>
          </p:nvPr>
        </p:nvSpPr>
        <p:spPr>
          <a:xfrm>
            <a:off x="2135550" y="3153500"/>
            <a:ext cx="4872900" cy="67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56" name="Google Shape;156;p9"/>
          <p:cNvSpPr/>
          <p:nvPr/>
        </p:nvSpPr>
        <p:spPr>
          <a:xfrm rot="3263452">
            <a:off x="-163955" y="3927927"/>
            <a:ext cx="2997856" cy="2576292"/>
          </a:xfrm>
          <a:custGeom>
            <a:rect b="b" l="l" r="r" t="t"/>
            <a:pathLst>
              <a:path extrusionOk="0" h="30330" w="38869">
                <a:moveTo>
                  <a:pt x="24297" y="1"/>
                </a:moveTo>
                <a:cubicBezTo>
                  <a:pt x="23576" y="1"/>
                  <a:pt x="22813" y="81"/>
                  <a:pt x="22018" y="271"/>
                </a:cubicBezTo>
                <a:cubicBezTo>
                  <a:pt x="16904" y="1494"/>
                  <a:pt x="14626" y="5778"/>
                  <a:pt x="11611" y="8671"/>
                </a:cubicBezTo>
                <a:cubicBezTo>
                  <a:pt x="10032" y="10186"/>
                  <a:pt x="7766" y="10684"/>
                  <a:pt x="5916" y="11826"/>
                </a:cubicBezTo>
                <a:cubicBezTo>
                  <a:pt x="0" y="15481"/>
                  <a:pt x="539" y="24197"/>
                  <a:pt x="4874" y="27639"/>
                </a:cubicBezTo>
                <a:cubicBezTo>
                  <a:pt x="7150" y="29445"/>
                  <a:pt x="9815" y="30330"/>
                  <a:pt x="12976" y="30330"/>
                </a:cubicBezTo>
                <a:cubicBezTo>
                  <a:pt x="15025" y="30330"/>
                  <a:pt x="17282" y="29958"/>
                  <a:pt x="19778" y="29225"/>
                </a:cubicBezTo>
                <a:cubicBezTo>
                  <a:pt x="26123" y="27360"/>
                  <a:pt x="30656" y="26268"/>
                  <a:pt x="34763" y="20412"/>
                </a:cubicBezTo>
                <a:cubicBezTo>
                  <a:pt x="38869" y="14558"/>
                  <a:pt x="35544" y="6859"/>
                  <a:pt x="30907" y="2368"/>
                </a:cubicBezTo>
                <a:cubicBezTo>
                  <a:pt x="30907" y="2368"/>
                  <a:pt x="28215" y="1"/>
                  <a:pt x="24297" y="1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9"/>
          <p:cNvSpPr/>
          <p:nvPr/>
        </p:nvSpPr>
        <p:spPr>
          <a:xfrm rot="-460623">
            <a:off x="-1793263" y="-1517085"/>
            <a:ext cx="4087061" cy="3304707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9"/>
          <p:cNvSpPr/>
          <p:nvPr/>
        </p:nvSpPr>
        <p:spPr>
          <a:xfrm rot="4592047">
            <a:off x="7797256" y="593203"/>
            <a:ext cx="1475158" cy="1192809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0"/>
          <p:cNvSpPr txBox="1"/>
          <p:nvPr>
            <p:ph type="title"/>
          </p:nvPr>
        </p:nvSpPr>
        <p:spPr>
          <a:xfrm>
            <a:off x="720000" y="4014450"/>
            <a:ext cx="7704000" cy="572700"/>
          </a:xfrm>
          <a:prstGeom prst="rect">
            <a:avLst/>
          </a:prstGeom>
          <a:solidFill>
            <a:schemeClr val="accent2"/>
          </a:solidFill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1"/>
          <p:cNvSpPr txBox="1"/>
          <p:nvPr>
            <p:ph hasCustomPrompt="1" type="title"/>
          </p:nvPr>
        </p:nvSpPr>
        <p:spPr>
          <a:xfrm>
            <a:off x="713225" y="1477363"/>
            <a:ext cx="6576000" cy="1526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6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163" name="Google Shape;163;p11"/>
          <p:cNvSpPr txBox="1"/>
          <p:nvPr>
            <p:ph idx="1" type="subTitle"/>
          </p:nvPr>
        </p:nvSpPr>
        <p:spPr>
          <a:xfrm>
            <a:off x="713225" y="3169038"/>
            <a:ext cx="6576000" cy="49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4" name="Google Shape;164;p11"/>
          <p:cNvSpPr/>
          <p:nvPr/>
        </p:nvSpPr>
        <p:spPr>
          <a:xfrm flipH="1" rot="-1900174">
            <a:off x="-500059" y="-436065"/>
            <a:ext cx="1729608" cy="1398556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11"/>
          <p:cNvSpPr/>
          <p:nvPr/>
        </p:nvSpPr>
        <p:spPr>
          <a:xfrm flipH="1" rot="-3263452">
            <a:off x="5847147" y="3927927"/>
            <a:ext cx="2997856" cy="2576292"/>
          </a:xfrm>
          <a:custGeom>
            <a:rect b="b" l="l" r="r" t="t"/>
            <a:pathLst>
              <a:path extrusionOk="0" h="30330" w="38869">
                <a:moveTo>
                  <a:pt x="24297" y="1"/>
                </a:moveTo>
                <a:cubicBezTo>
                  <a:pt x="23576" y="1"/>
                  <a:pt x="22813" y="81"/>
                  <a:pt x="22018" y="271"/>
                </a:cubicBezTo>
                <a:cubicBezTo>
                  <a:pt x="16904" y="1494"/>
                  <a:pt x="14626" y="5778"/>
                  <a:pt x="11611" y="8671"/>
                </a:cubicBezTo>
                <a:cubicBezTo>
                  <a:pt x="10032" y="10186"/>
                  <a:pt x="7766" y="10684"/>
                  <a:pt x="5916" y="11826"/>
                </a:cubicBezTo>
                <a:cubicBezTo>
                  <a:pt x="0" y="15481"/>
                  <a:pt x="539" y="24197"/>
                  <a:pt x="4874" y="27639"/>
                </a:cubicBezTo>
                <a:cubicBezTo>
                  <a:pt x="7150" y="29445"/>
                  <a:pt x="9815" y="30330"/>
                  <a:pt x="12976" y="30330"/>
                </a:cubicBezTo>
                <a:cubicBezTo>
                  <a:pt x="15025" y="30330"/>
                  <a:pt x="17282" y="29958"/>
                  <a:pt x="19778" y="29225"/>
                </a:cubicBezTo>
                <a:cubicBezTo>
                  <a:pt x="26123" y="27360"/>
                  <a:pt x="30656" y="26268"/>
                  <a:pt x="34763" y="20412"/>
                </a:cubicBezTo>
                <a:cubicBezTo>
                  <a:pt x="38869" y="14558"/>
                  <a:pt x="35544" y="6859"/>
                  <a:pt x="30907" y="2368"/>
                </a:cubicBezTo>
                <a:cubicBezTo>
                  <a:pt x="30907" y="2368"/>
                  <a:pt x="28215" y="1"/>
                  <a:pt x="24297" y="1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11"/>
          <p:cNvSpPr/>
          <p:nvPr/>
        </p:nvSpPr>
        <p:spPr>
          <a:xfrm flipH="1" rot="460623">
            <a:off x="6387251" y="-1517085"/>
            <a:ext cx="4087061" cy="3304707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11"/>
          <p:cNvSpPr/>
          <p:nvPr/>
        </p:nvSpPr>
        <p:spPr>
          <a:xfrm flipH="1" rot="531593">
            <a:off x="-1222788" y="3829381"/>
            <a:ext cx="2902962" cy="2347327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68" name="Google Shape;168;p11"/>
          <p:cNvGrpSpPr/>
          <p:nvPr/>
        </p:nvGrpSpPr>
        <p:grpSpPr>
          <a:xfrm>
            <a:off x="7441503" y="289852"/>
            <a:ext cx="1366913" cy="1382099"/>
            <a:chOff x="6568493" y="8"/>
            <a:chExt cx="1820608" cy="1840590"/>
          </a:xfrm>
        </p:grpSpPr>
        <p:sp>
          <p:nvSpPr>
            <p:cNvPr id="169" name="Google Shape;169;p11"/>
            <p:cNvSpPr/>
            <p:nvPr/>
          </p:nvSpPr>
          <p:spPr>
            <a:xfrm>
              <a:off x="6737915" y="169351"/>
              <a:ext cx="1651185" cy="1671247"/>
            </a:xfrm>
            <a:custGeom>
              <a:rect b="b" l="l" r="r" t="t"/>
              <a:pathLst>
                <a:path extrusionOk="0" h="1983676" w="1959864">
                  <a:moveTo>
                    <a:pt x="1868520" y="0"/>
                  </a:moveTo>
                  <a:lnTo>
                    <a:pt x="91345" y="0"/>
                  </a:lnTo>
                  <a:cubicBezTo>
                    <a:pt x="40958" y="0"/>
                    <a:pt x="0" y="40958"/>
                    <a:pt x="0" y="91345"/>
                  </a:cubicBezTo>
                  <a:lnTo>
                    <a:pt x="0" y="1892427"/>
                  </a:lnTo>
                  <a:cubicBezTo>
                    <a:pt x="0" y="1942814"/>
                    <a:pt x="40958" y="1983677"/>
                    <a:pt x="91345" y="1983677"/>
                  </a:cubicBezTo>
                  <a:lnTo>
                    <a:pt x="1868520" y="1983677"/>
                  </a:lnTo>
                  <a:cubicBezTo>
                    <a:pt x="1918906" y="1983677"/>
                    <a:pt x="1959864" y="1942814"/>
                    <a:pt x="1959864" y="1892427"/>
                  </a:cubicBezTo>
                  <a:lnTo>
                    <a:pt x="1959864" y="91345"/>
                  </a:lnTo>
                  <a:cubicBezTo>
                    <a:pt x="1959864" y="40958"/>
                    <a:pt x="1918906" y="0"/>
                    <a:pt x="186852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0" name="Google Shape;170;p11"/>
            <p:cNvSpPr/>
            <p:nvPr/>
          </p:nvSpPr>
          <p:spPr>
            <a:xfrm>
              <a:off x="6653203" y="8"/>
              <a:ext cx="1651185" cy="1671247"/>
            </a:xfrm>
            <a:custGeom>
              <a:rect b="b" l="l" r="r" t="t"/>
              <a:pathLst>
                <a:path extrusionOk="0" h="1983676" w="1959864">
                  <a:moveTo>
                    <a:pt x="1868519" y="0"/>
                  </a:moveTo>
                  <a:lnTo>
                    <a:pt x="91345" y="0"/>
                  </a:lnTo>
                  <a:cubicBezTo>
                    <a:pt x="40958" y="0"/>
                    <a:pt x="0" y="40958"/>
                    <a:pt x="0" y="91345"/>
                  </a:cubicBezTo>
                  <a:lnTo>
                    <a:pt x="0" y="1892427"/>
                  </a:lnTo>
                  <a:cubicBezTo>
                    <a:pt x="0" y="1942814"/>
                    <a:pt x="40958" y="1983677"/>
                    <a:pt x="91345" y="1983677"/>
                  </a:cubicBezTo>
                  <a:lnTo>
                    <a:pt x="1868519" y="1983677"/>
                  </a:lnTo>
                  <a:cubicBezTo>
                    <a:pt x="1918907" y="1983677"/>
                    <a:pt x="1959865" y="1942814"/>
                    <a:pt x="1959865" y="1892427"/>
                  </a:cubicBezTo>
                  <a:lnTo>
                    <a:pt x="1959865" y="91345"/>
                  </a:lnTo>
                  <a:cubicBezTo>
                    <a:pt x="1959865" y="40958"/>
                    <a:pt x="1918907" y="0"/>
                    <a:pt x="186851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71" name="Google Shape;171;p11"/>
            <p:cNvGrpSpPr/>
            <p:nvPr/>
          </p:nvGrpSpPr>
          <p:grpSpPr>
            <a:xfrm>
              <a:off x="6568493" y="84720"/>
              <a:ext cx="1649109" cy="1669065"/>
              <a:chOff x="8921020" y="472154"/>
              <a:chExt cx="1959958" cy="1983676"/>
            </a:xfrm>
          </p:grpSpPr>
          <p:sp>
            <p:nvSpPr>
              <p:cNvPr id="172" name="Google Shape;172;p11"/>
              <p:cNvSpPr/>
              <p:nvPr/>
            </p:nvSpPr>
            <p:spPr>
              <a:xfrm>
                <a:off x="8921114" y="472154"/>
                <a:ext cx="1959864" cy="1983676"/>
              </a:xfrm>
              <a:custGeom>
                <a:rect b="b" l="l" r="r" t="t"/>
                <a:pathLst>
                  <a:path extrusionOk="0" h="1983676" w="1959864">
                    <a:moveTo>
                      <a:pt x="1959864" y="91345"/>
                    </a:moveTo>
                    <a:lnTo>
                      <a:pt x="1959864" y="1892427"/>
                    </a:lnTo>
                    <a:cubicBezTo>
                      <a:pt x="1959864" y="1942814"/>
                      <a:pt x="1918907" y="1983677"/>
                      <a:pt x="1868520" y="1983677"/>
                    </a:cubicBezTo>
                    <a:lnTo>
                      <a:pt x="91345" y="1983677"/>
                    </a:lnTo>
                    <a:cubicBezTo>
                      <a:pt x="40958" y="1983677"/>
                      <a:pt x="0" y="1942814"/>
                      <a:pt x="0" y="1892427"/>
                    </a:cubicBezTo>
                    <a:lnTo>
                      <a:pt x="0" y="91345"/>
                    </a:lnTo>
                    <a:cubicBezTo>
                      <a:pt x="0" y="40958"/>
                      <a:pt x="40958" y="0"/>
                      <a:pt x="91345" y="0"/>
                    </a:cubicBezTo>
                    <a:lnTo>
                      <a:pt x="1868520" y="0"/>
                    </a:lnTo>
                    <a:cubicBezTo>
                      <a:pt x="1918907" y="0"/>
                      <a:pt x="1959864" y="40958"/>
                      <a:pt x="1959864" y="91345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3" name="Google Shape;173;p11"/>
              <p:cNvSpPr/>
              <p:nvPr/>
            </p:nvSpPr>
            <p:spPr>
              <a:xfrm>
                <a:off x="8921020" y="472154"/>
                <a:ext cx="1959958" cy="172307"/>
              </a:xfrm>
              <a:custGeom>
                <a:rect b="b" l="l" r="r" t="t"/>
                <a:pathLst>
                  <a:path extrusionOk="0" h="172307" w="1959958">
                    <a:moveTo>
                      <a:pt x="1959959" y="91345"/>
                    </a:moveTo>
                    <a:lnTo>
                      <a:pt x="1959959" y="172307"/>
                    </a:lnTo>
                    <a:lnTo>
                      <a:pt x="0" y="172307"/>
                    </a:lnTo>
                    <a:lnTo>
                      <a:pt x="0" y="91345"/>
                    </a:lnTo>
                    <a:cubicBezTo>
                      <a:pt x="0" y="40958"/>
                      <a:pt x="40957" y="0"/>
                      <a:pt x="91344" y="0"/>
                    </a:cubicBezTo>
                    <a:lnTo>
                      <a:pt x="1868519" y="0"/>
                    </a:lnTo>
                    <a:cubicBezTo>
                      <a:pt x="1918906" y="0"/>
                      <a:pt x="1959864" y="40958"/>
                      <a:pt x="1959864" y="91345"/>
                    </a:cubicBezTo>
                    <a:close/>
                  </a:path>
                </a:pathLst>
              </a:custGeom>
              <a:solidFill>
                <a:srgbClr val="000000">
                  <a:alpha val="10060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74" name="Google Shape;174;p11"/>
              <p:cNvGrpSpPr/>
              <p:nvPr/>
            </p:nvGrpSpPr>
            <p:grpSpPr>
              <a:xfrm>
                <a:off x="9011888" y="537781"/>
                <a:ext cx="255174" cy="64389"/>
                <a:chOff x="9011888" y="537781"/>
                <a:chExt cx="255174" cy="64389"/>
              </a:xfrm>
            </p:grpSpPr>
            <p:sp>
              <p:nvSpPr>
                <p:cNvPr id="175" name="Google Shape;175;p11"/>
                <p:cNvSpPr/>
                <p:nvPr/>
              </p:nvSpPr>
              <p:spPr>
                <a:xfrm>
                  <a:off x="9202673" y="537781"/>
                  <a:ext cx="64389" cy="64389"/>
                </a:xfrm>
                <a:custGeom>
                  <a:rect b="b" l="l" r="r" t="t"/>
                  <a:pathLst>
                    <a:path extrusionOk="0" h="64389" w="64389">
                      <a:moveTo>
                        <a:pt x="64389" y="32195"/>
                      </a:moveTo>
                      <a:cubicBezTo>
                        <a:pt x="64389" y="50006"/>
                        <a:pt x="50006" y="64389"/>
                        <a:pt x="32195" y="64389"/>
                      </a:cubicBezTo>
                      <a:cubicBezTo>
                        <a:pt x="14383" y="64389"/>
                        <a:pt x="0" y="50006"/>
                        <a:pt x="0" y="32195"/>
                      </a:cubicBezTo>
                      <a:cubicBezTo>
                        <a:pt x="0" y="14383"/>
                        <a:pt x="14383" y="0"/>
                        <a:pt x="32195" y="0"/>
                      </a:cubicBezTo>
                      <a:cubicBezTo>
                        <a:pt x="50006" y="0"/>
                        <a:pt x="64389" y="14383"/>
                        <a:pt x="64389" y="32195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6" name="Google Shape;176;p11"/>
                <p:cNvSpPr/>
                <p:nvPr/>
              </p:nvSpPr>
              <p:spPr>
                <a:xfrm>
                  <a:off x="9107233" y="537781"/>
                  <a:ext cx="64389" cy="64389"/>
                </a:xfrm>
                <a:custGeom>
                  <a:rect b="b" l="l" r="r" t="t"/>
                  <a:pathLst>
                    <a:path extrusionOk="0" h="64389" w="64389">
                      <a:moveTo>
                        <a:pt x="64389" y="32195"/>
                      </a:moveTo>
                      <a:cubicBezTo>
                        <a:pt x="64389" y="50006"/>
                        <a:pt x="50006" y="64389"/>
                        <a:pt x="32195" y="64389"/>
                      </a:cubicBezTo>
                      <a:cubicBezTo>
                        <a:pt x="14383" y="64389"/>
                        <a:pt x="0" y="50006"/>
                        <a:pt x="0" y="32195"/>
                      </a:cubicBezTo>
                      <a:cubicBezTo>
                        <a:pt x="0" y="14383"/>
                        <a:pt x="14383" y="0"/>
                        <a:pt x="32195" y="0"/>
                      </a:cubicBezTo>
                      <a:cubicBezTo>
                        <a:pt x="50006" y="0"/>
                        <a:pt x="64389" y="14383"/>
                        <a:pt x="64389" y="32195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7" name="Google Shape;177;p11"/>
                <p:cNvSpPr/>
                <p:nvPr/>
              </p:nvSpPr>
              <p:spPr>
                <a:xfrm>
                  <a:off x="9011888" y="537781"/>
                  <a:ext cx="64389" cy="64389"/>
                </a:xfrm>
                <a:custGeom>
                  <a:rect b="b" l="l" r="r" t="t"/>
                  <a:pathLst>
                    <a:path extrusionOk="0" h="64389" w="64389">
                      <a:moveTo>
                        <a:pt x="64389" y="32195"/>
                      </a:moveTo>
                      <a:cubicBezTo>
                        <a:pt x="64389" y="50006"/>
                        <a:pt x="50006" y="64389"/>
                        <a:pt x="32195" y="64389"/>
                      </a:cubicBezTo>
                      <a:cubicBezTo>
                        <a:pt x="14383" y="64389"/>
                        <a:pt x="0" y="50006"/>
                        <a:pt x="0" y="32195"/>
                      </a:cubicBezTo>
                      <a:cubicBezTo>
                        <a:pt x="0" y="14383"/>
                        <a:pt x="14383" y="0"/>
                        <a:pt x="32195" y="0"/>
                      </a:cubicBezTo>
                      <a:cubicBezTo>
                        <a:pt x="50006" y="0"/>
                        <a:pt x="64389" y="14383"/>
                        <a:pt x="64389" y="32195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78" name="Google Shape;178;p11"/>
            <p:cNvGrpSpPr/>
            <p:nvPr/>
          </p:nvGrpSpPr>
          <p:grpSpPr>
            <a:xfrm>
              <a:off x="6795939" y="406335"/>
              <a:ext cx="1194216" cy="1228757"/>
              <a:chOff x="9191339" y="854392"/>
              <a:chExt cx="1419320" cy="1460372"/>
            </a:xfrm>
          </p:grpSpPr>
          <p:grpSp>
            <p:nvGrpSpPr>
              <p:cNvPr id="179" name="Google Shape;179;p11"/>
              <p:cNvGrpSpPr/>
              <p:nvPr/>
            </p:nvGrpSpPr>
            <p:grpSpPr>
              <a:xfrm>
                <a:off x="9191339" y="1884045"/>
                <a:ext cx="604932" cy="420243"/>
                <a:chOff x="9191339" y="1884045"/>
                <a:chExt cx="604932" cy="420243"/>
              </a:xfrm>
            </p:grpSpPr>
            <p:sp>
              <p:nvSpPr>
                <p:cNvPr id="180" name="Google Shape;180;p11"/>
                <p:cNvSpPr/>
                <p:nvPr/>
              </p:nvSpPr>
              <p:spPr>
                <a:xfrm>
                  <a:off x="9191339" y="1884045"/>
                  <a:ext cx="237077" cy="52959"/>
                </a:xfrm>
                <a:custGeom>
                  <a:rect b="b" l="l" r="r" t="t"/>
                  <a:pathLst>
                    <a:path extrusionOk="0" h="52959" w="237077">
                      <a:moveTo>
                        <a:pt x="0" y="0"/>
                      </a:moveTo>
                      <a:lnTo>
                        <a:pt x="237077" y="0"/>
                      </a:lnTo>
                      <a:lnTo>
                        <a:pt x="237077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1" name="Google Shape;181;p11"/>
                <p:cNvSpPr/>
                <p:nvPr/>
              </p:nvSpPr>
              <p:spPr>
                <a:xfrm>
                  <a:off x="9449466" y="1884045"/>
                  <a:ext cx="182498" cy="52959"/>
                </a:xfrm>
                <a:custGeom>
                  <a:rect b="b" l="l" r="r" t="t"/>
                  <a:pathLst>
                    <a:path extrusionOk="0" h="52959" w="182498">
                      <a:moveTo>
                        <a:pt x="0" y="0"/>
                      </a:moveTo>
                      <a:lnTo>
                        <a:pt x="182499" y="0"/>
                      </a:lnTo>
                      <a:lnTo>
                        <a:pt x="182499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2" name="Google Shape;182;p11"/>
                <p:cNvSpPr/>
                <p:nvPr/>
              </p:nvSpPr>
              <p:spPr>
                <a:xfrm>
                  <a:off x="9651396" y="1884045"/>
                  <a:ext cx="144875" cy="52959"/>
                </a:xfrm>
                <a:custGeom>
                  <a:rect b="b" l="l" r="r" t="t"/>
                  <a:pathLst>
                    <a:path extrusionOk="0" h="52959" w="144875">
                      <a:moveTo>
                        <a:pt x="0" y="0"/>
                      </a:moveTo>
                      <a:lnTo>
                        <a:pt x="144876" y="0"/>
                      </a:lnTo>
                      <a:lnTo>
                        <a:pt x="144876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3" name="Google Shape;183;p11"/>
                <p:cNvSpPr/>
                <p:nvPr/>
              </p:nvSpPr>
              <p:spPr>
                <a:xfrm>
                  <a:off x="9308306" y="2006536"/>
                  <a:ext cx="487965" cy="52959"/>
                </a:xfrm>
                <a:custGeom>
                  <a:rect b="b" l="l" r="r" t="t"/>
                  <a:pathLst>
                    <a:path extrusionOk="0" h="52959" w="487965">
                      <a:moveTo>
                        <a:pt x="0" y="0"/>
                      </a:moveTo>
                      <a:lnTo>
                        <a:pt x="487966" y="0"/>
                      </a:lnTo>
                      <a:lnTo>
                        <a:pt x="487966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4" name="Google Shape;184;p11"/>
                <p:cNvSpPr/>
                <p:nvPr/>
              </p:nvSpPr>
              <p:spPr>
                <a:xfrm>
                  <a:off x="9191339" y="2006536"/>
                  <a:ext cx="89630" cy="52959"/>
                </a:xfrm>
                <a:custGeom>
                  <a:rect b="b" l="l" r="r" t="t"/>
                  <a:pathLst>
                    <a:path extrusionOk="0" h="52959" w="89630">
                      <a:moveTo>
                        <a:pt x="0" y="0"/>
                      </a:moveTo>
                      <a:lnTo>
                        <a:pt x="89630" y="0"/>
                      </a:lnTo>
                      <a:lnTo>
                        <a:pt x="89630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5" name="Google Shape;185;p11"/>
                <p:cNvSpPr/>
                <p:nvPr/>
              </p:nvSpPr>
              <p:spPr>
                <a:xfrm>
                  <a:off x="9460325" y="2128932"/>
                  <a:ext cx="230790" cy="52959"/>
                </a:xfrm>
                <a:custGeom>
                  <a:rect b="b" l="l" r="r" t="t"/>
                  <a:pathLst>
                    <a:path extrusionOk="0" h="52959" w="230790">
                      <a:moveTo>
                        <a:pt x="0" y="0"/>
                      </a:moveTo>
                      <a:lnTo>
                        <a:pt x="230791" y="0"/>
                      </a:lnTo>
                      <a:lnTo>
                        <a:pt x="230791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6" name="Google Shape;186;p11"/>
                <p:cNvSpPr/>
                <p:nvPr/>
              </p:nvSpPr>
              <p:spPr>
                <a:xfrm>
                  <a:off x="9713023" y="2128932"/>
                  <a:ext cx="83248" cy="52959"/>
                </a:xfrm>
                <a:custGeom>
                  <a:rect b="b" l="l" r="r" t="t"/>
                  <a:pathLst>
                    <a:path extrusionOk="0" h="52959" w="83248">
                      <a:moveTo>
                        <a:pt x="0" y="0"/>
                      </a:moveTo>
                      <a:lnTo>
                        <a:pt x="83248" y="0"/>
                      </a:lnTo>
                      <a:lnTo>
                        <a:pt x="83248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7" name="Google Shape;187;p11"/>
                <p:cNvSpPr/>
                <p:nvPr/>
              </p:nvSpPr>
              <p:spPr>
                <a:xfrm>
                  <a:off x="9191339" y="2128932"/>
                  <a:ext cx="247935" cy="52959"/>
                </a:xfrm>
                <a:custGeom>
                  <a:rect b="b" l="l" r="r" t="t"/>
                  <a:pathLst>
                    <a:path extrusionOk="0" h="52959" w="247935">
                      <a:moveTo>
                        <a:pt x="0" y="0"/>
                      </a:moveTo>
                      <a:lnTo>
                        <a:pt x="247936" y="0"/>
                      </a:lnTo>
                      <a:lnTo>
                        <a:pt x="247936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8" name="Google Shape;188;p11"/>
                <p:cNvSpPr/>
                <p:nvPr/>
              </p:nvSpPr>
              <p:spPr>
                <a:xfrm>
                  <a:off x="9365170" y="2251329"/>
                  <a:ext cx="200977" cy="52959"/>
                </a:xfrm>
                <a:custGeom>
                  <a:rect b="b" l="l" r="r" t="t"/>
                  <a:pathLst>
                    <a:path extrusionOk="0" h="52959" w="200977">
                      <a:moveTo>
                        <a:pt x="0" y="0"/>
                      </a:moveTo>
                      <a:lnTo>
                        <a:pt x="200977" y="0"/>
                      </a:lnTo>
                      <a:lnTo>
                        <a:pt x="200977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9" name="Google Shape;189;p11"/>
                <p:cNvSpPr/>
                <p:nvPr/>
              </p:nvSpPr>
              <p:spPr>
                <a:xfrm>
                  <a:off x="9191339" y="2251329"/>
                  <a:ext cx="151256" cy="52959"/>
                </a:xfrm>
                <a:custGeom>
                  <a:rect b="b" l="l" r="r" t="t"/>
                  <a:pathLst>
                    <a:path extrusionOk="0" h="52959" w="151256">
                      <a:moveTo>
                        <a:pt x="0" y="0"/>
                      </a:moveTo>
                      <a:lnTo>
                        <a:pt x="151257" y="0"/>
                      </a:lnTo>
                      <a:lnTo>
                        <a:pt x="151257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90" name="Google Shape;190;p11"/>
              <p:cNvGrpSpPr/>
              <p:nvPr/>
            </p:nvGrpSpPr>
            <p:grpSpPr>
              <a:xfrm>
                <a:off x="10004774" y="854392"/>
                <a:ext cx="604932" cy="420243"/>
                <a:chOff x="10004774" y="854392"/>
                <a:chExt cx="604932" cy="420243"/>
              </a:xfrm>
            </p:grpSpPr>
            <p:sp>
              <p:nvSpPr>
                <p:cNvPr id="191" name="Google Shape;191;p11"/>
                <p:cNvSpPr/>
                <p:nvPr/>
              </p:nvSpPr>
              <p:spPr>
                <a:xfrm>
                  <a:off x="10004774" y="854392"/>
                  <a:ext cx="237077" cy="52959"/>
                </a:xfrm>
                <a:custGeom>
                  <a:rect b="b" l="l" r="r" t="t"/>
                  <a:pathLst>
                    <a:path extrusionOk="0" h="52959" w="237077">
                      <a:moveTo>
                        <a:pt x="0" y="0"/>
                      </a:moveTo>
                      <a:lnTo>
                        <a:pt x="237077" y="0"/>
                      </a:lnTo>
                      <a:lnTo>
                        <a:pt x="237077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2" name="Google Shape;192;p11"/>
                <p:cNvSpPr/>
                <p:nvPr/>
              </p:nvSpPr>
              <p:spPr>
                <a:xfrm>
                  <a:off x="10262901" y="854392"/>
                  <a:ext cx="182498" cy="52959"/>
                </a:xfrm>
                <a:custGeom>
                  <a:rect b="b" l="l" r="r" t="t"/>
                  <a:pathLst>
                    <a:path extrusionOk="0" h="52959" w="182498">
                      <a:moveTo>
                        <a:pt x="0" y="0"/>
                      </a:moveTo>
                      <a:lnTo>
                        <a:pt x="182498" y="0"/>
                      </a:lnTo>
                      <a:lnTo>
                        <a:pt x="182498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3" name="Google Shape;193;p11"/>
                <p:cNvSpPr/>
                <p:nvPr/>
              </p:nvSpPr>
              <p:spPr>
                <a:xfrm>
                  <a:off x="10464831" y="854392"/>
                  <a:ext cx="144875" cy="52959"/>
                </a:xfrm>
                <a:custGeom>
                  <a:rect b="b" l="l" r="r" t="t"/>
                  <a:pathLst>
                    <a:path extrusionOk="0" h="52959" w="144875">
                      <a:moveTo>
                        <a:pt x="0" y="0"/>
                      </a:moveTo>
                      <a:lnTo>
                        <a:pt x="144875" y="0"/>
                      </a:lnTo>
                      <a:lnTo>
                        <a:pt x="144875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4" name="Google Shape;194;p11"/>
                <p:cNvSpPr/>
                <p:nvPr/>
              </p:nvSpPr>
              <p:spPr>
                <a:xfrm>
                  <a:off x="10121741" y="976788"/>
                  <a:ext cx="487965" cy="52959"/>
                </a:xfrm>
                <a:custGeom>
                  <a:rect b="b" l="l" r="r" t="t"/>
                  <a:pathLst>
                    <a:path extrusionOk="0" h="52959" w="487965">
                      <a:moveTo>
                        <a:pt x="0" y="0"/>
                      </a:moveTo>
                      <a:lnTo>
                        <a:pt x="487966" y="0"/>
                      </a:lnTo>
                      <a:lnTo>
                        <a:pt x="487966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5" name="Google Shape;195;p11"/>
                <p:cNvSpPr/>
                <p:nvPr/>
              </p:nvSpPr>
              <p:spPr>
                <a:xfrm>
                  <a:off x="10004774" y="976788"/>
                  <a:ext cx="89630" cy="52959"/>
                </a:xfrm>
                <a:custGeom>
                  <a:rect b="b" l="l" r="r" t="t"/>
                  <a:pathLst>
                    <a:path extrusionOk="0" h="52959" w="89630">
                      <a:moveTo>
                        <a:pt x="0" y="0"/>
                      </a:moveTo>
                      <a:lnTo>
                        <a:pt x="89630" y="0"/>
                      </a:lnTo>
                      <a:lnTo>
                        <a:pt x="89630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6" name="Google Shape;196;p11"/>
                <p:cNvSpPr/>
                <p:nvPr/>
              </p:nvSpPr>
              <p:spPr>
                <a:xfrm>
                  <a:off x="10273760" y="1099280"/>
                  <a:ext cx="230790" cy="52959"/>
                </a:xfrm>
                <a:custGeom>
                  <a:rect b="b" l="l" r="r" t="t"/>
                  <a:pathLst>
                    <a:path extrusionOk="0" h="52959" w="230790">
                      <a:moveTo>
                        <a:pt x="0" y="0"/>
                      </a:moveTo>
                      <a:lnTo>
                        <a:pt x="230790" y="0"/>
                      </a:lnTo>
                      <a:lnTo>
                        <a:pt x="230790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7" name="Google Shape;197;p11"/>
                <p:cNvSpPr/>
                <p:nvPr/>
              </p:nvSpPr>
              <p:spPr>
                <a:xfrm>
                  <a:off x="10526458" y="1099280"/>
                  <a:ext cx="83248" cy="52959"/>
                </a:xfrm>
                <a:custGeom>
                  <a:rect b="b" l="l" r="r" t="t"/>
                  <a:pathLst>
                    <a:path extrusionOk="0" h="52959" w="83248">
                      <a:moveTo>
                        <a:pt x="0" y="0"/>
                      </a:moveTo>
                      <a:lnTo>
                        <a:pt x="83249" y="0"/>
                      </a:lnTo>
                      <a:lnTo>
                        <a:pt x="83249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8" name="Google Shape;198;p11"/>
                <p:cNvSpPr/>
                <p:nvPr/>
              </p:nvSpPr>
              <p:spPr>
                <a:xfrm>
                  <a:off x="10004774" y="1099280"/>
                  <a:ext cx="247935" cy="52959"/>
                </a:xfrm>
                <a:custGeom>
                  <a:rect b="b" l="l" r="r" t="t"/>
                  <a:pathLst>
                    <a:path extrusionOk="0" h="52959" w="247935">
                      <a:moveTo>
                        <a:pt x="0" y="0"/>
                      </a:moveTo>
                      <a:lnTo>
                        <a:pt x="247936" y="0"/>
                      </a:lnTo>
                      <a:lnTo>
                        <a:pt x="247936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9" name="Google Shape;199;p11"/>
                <p:cNvSpPr/>
                <p:nvPr/>
              </p:nvSpPr>
              <p:spPr>
                <a:xfrm>
                  <a:off x="10178700" y="1221676"/>
                  <a:ext cx="200977" cy="52959"/>
                </a:xfrm>
                <a:custGeom>
                  <a:rect b="b" l="l" r="r" t="t"/>
                  <a:pathLst>
                    <a:path extrusionOk="0" h="52959" w="200977">
                      <a:moveTo>
                        <a:pt x="0" y="0"/>
                      </a:moveTo>
                      <a:lnTo>
                        <a:pt x="200977" y="0"/>
                      </a:lnTo>
                      <a:lnTo>
                        <a:pt x="200977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0" name="Google Shape;200;p11"/>
                <p:cNvSpPr/>
                <p:nvPr/>
              </p:nvSpPr>
              <p:spPr>
                <a:xfrm>
                  <a:off x="10004774" y="1221676"/>
                  <a:ext cx="151256" cy="52959"/>
                </a:xfrm>
                <a:custGeom>
                  <a:rect b="b" l="l" r="r" t="t"/>
                  <a:pathLst>
                    <a:path extrusionOk="0" h="52959" w="151256">
                      <a:moveTo>
                        <a:pt x="0" y="0"/>
                      </a:moveTo>
                      <a:lnTo>
                        <a:pt x="151257" y="0"/>
                      </a:lnTo>
                      <a:lnTo>
                        <a:pt x="151257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201" name="Google Shape;201;p11"/>
              <p:cNvGrpSpPr/>
              <p:nvPr/>
            </p:nvGrpSpPr>
            <p:grpSpPr>
              <a:xfrm>
                <a:off x="10004774" y="1374362"/>
                <a:ext cx="604932" cy="303466"/>
                <a:chOff x="10004774" y="1374362"/>
                <a:chExt cx="604932" cy="303466"/>
              </a:xfrm>
            </p:grpSpPr>
            <p:sp>
              <p:nvSpPr>
                <p:cNvPr id="202" name="Google Shape;202;p11"/>
                <p:cNvSpPr/>
                <p:nvPr/>
              </p:nvSpPr>
              <p:spPr>
                <a:xfrm>
                  <a:off x="10004774" y="1374362"/>
                  <a:ext cx="237077" cy="52959"/>
                </a:xfrm>
                <a:custGeom>
                  <a:rect b="b" l="l" r="r" t="t"/>
                  <a:pathLst>
                    <a:path extrusionOk="0" h="52959" w="237077">
                      <a:moveTo>
                        <a:pt x="0" y="0"/>
                      </a:moveTo>
                      <a:lnTo>
                        <a:pt x="237077" y="0"/>
                      </a:lnTo>
                      <a:lnTo>
                        <a:pt x="237077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3" name="Google Shape;203;p11"/>
                <p:cNvSpPr/>
                <p:nvPr/>
              </p:nvSpPr>
              <p:spPr>
                <a:xfrm>
                  <a:off x="10262901" y="1374362"/>
                  <a:ext cx="182498" cy="52959"/>
                </a:xfrm>
                <a:custGeom>
                  <a:rect b="b" l="l" r="r" t="t"/>
                  <a:pathLst>
                    <a:path extrusionOk="0" h="52959" w="182498">
                      <a:moveTo>
                        <a:pt x="0" y="0"/>
                      </a:moveTo>
                      <a:lnTo>
                        <a:pt x="182498" y="0"/>
                      </a:lnTo>
                      <a:lnTo>
                        <a:pt x="182498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4" name="Google Shape;204;p11"/>
                <p:cNvSpPr/>
                <p:nvPr/>
              </p:nvSpPr>
              <p:spPr>
                <a:xfrm>
                  <a:off x="10464831" y="1374362"/>
                  <a:ext cx="144875" cy="52959"/>
                </a:xfrm>
                <a:custGeom>
                  <a:rect b="b" l="l" r="r" t="t"/>
                  <a:pathLst>
                    <a:path extrusionOk="0" h="52959" w="144875">
                      <a:moveTo>
                        <a:pt x="0" y="0"/>
                      </a:moveTo>
                      <a:lnTo>
                        <a:pt x="144875" y="0"/>
                      </a:lnTo>
                      <a:lnTo>
                        <a:pt x="144875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5" name="Google Shape;205;p11"/>
                <p:cNvSpPr/>
                <p:nvPr/>
              </p:nvSpPr>
              <p:spPr>
                <a:xfrm>
                  <a:off x="10273760" y="1502378"/>
                  <a:ext cx="230790" cy="52959"/>
                </a:xfrm>
                <a:custGeom>
                  <a:rect b="b" l="l" r="r" t="t"/>
                  <a:pathLst>
                    <a:path extrusionOk="0" h="52959" w="230790">
                      <a:moveTo>
                        <a:pt x="0" y="0"/>
                      </a:moveTo>
                      <a:lnTo>
                        <a:pt x="230790" y="0"/>
                      </a:lnTo>
                      <a:lnTo>
                        <a:pt x="230790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6" name="Google Shape;206;p11"/>
                <p:cNvSpPr/>
                <p:nvPr/>
              </p:nvSpPr>
              <p:spPr>
                <a:xfrm>
                  <a:off x="10526458" y="1502378"/>
                  <a:ext cx="83248" cy="52959"/>
                </a:xfrm>
                <a:custGeom>
                  <a:rect b="b" l="l" r="r" t="t"/>
                  <a:pathLst>
                    <a:path extrusionOk="0" h="52959" w="83248">
                      <a:moveTo>
                        <a:pt x="0" y="0"/>
                      </a:moveTo>
                      <a:lnTo>
                        <a:pt x="83249" y="0"/>
                      </a:lnTo>
                      <a:lnTo>
                        <a:pt x="83249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7" name="Google Shape;207;p11"/>
                <p:cNvSpPr/>
                <p:nvPr/>
              </p:nvSpPr>
              <p:spPr>
                <a:xfrm>
                  <a:off x="10004774" y="1502378"/>
                  <a:ext cx="247935" cy="52959"/>
                </a:xfrm>
                <a:custGeom>
                  <a:rect b="b" l="l" r="r" t="t"/>
                  <a:pathLst>
                    <a:path extrusionOk="0" h="52959" w="247935">
                      <a:moveTo>
                        <a:pt x="0" y="0"/>
                      </a:moveTo>
                      <a:lnTo>
                        <a:pt x="247936" y="0"/>
                      </a:lnTo>
                      <a:lnTo>
                        <a:pt x="247936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8" name="Google Shape;208;p11"/>
                <p:cNvSpPr/>
                <p:nvPr/>
              </p:nvSpPr>
              <p:spPr>
                <a:xfrm>
                  <a:off x="10178700" y="1624869"/>
                  <a:ext cx="200977" cy="52959"/>
                </a:xfrm>
                <a:custGeom>
                  <a:rect b="b" l="l" r="r" t="t"/>
                  <a:pathLst>
                    <a:path extrusionOk="0" h="52959" w="200977">
                      <a:moveTo>
                        <a:pt x="0" y="0"/>
                      </a:moveTo>
                      <a:lnTo>
                        <a:pt x="200977" y="0"/>
                      </a:lnTo>
                      <a:lnTo>
                        <a:pt x="200977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9" name="Google Shape;209;p11"/>
                <p:cNvSpPr/>
                <p:nvPr/>
              </p:nvSpPr>
              <p:spPr>
                <a:xfrm>
                  <a:off x="10004774" y="1624869"/>
                  <a:ext cx="151256" cy="52959"/>
                </a:xfrm>
                <a:custGeom>
                  <a:rect b="b" l="l" r="r" t="t"/>
                  <a:pathLst>
                    <a:path extrusionOk="0" h="52959" w="151256">
                      <a:moveTo>
                        <a:pt x="0" y="0"/>
                      </a:moveTo>
                      <a:lnTo>
                        <a:pt x="151257" y="0"/>
                      </a:lnTo>
                      <a:lnTo>
                        <a:pt x="151257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210" name="Google Shape;210;p11"/>
              <p:cNvSpPr/>
              <p:nvPr/>
            </p:nvSpPr>
            <p:spPr>
              <a:xfrm>
                <a:off x="10004774" y="1875948"/>
                <a:ext cx="605885" cy="438816"/>
              </a:xfrm>
              <a:custGeom>
                <a:rect b="b" l="l" r="r" t="t"/>
                <a:pathLst>
                  <a:path extrusionOk="0" h="438816" w="605885">
                    <a:moveTo>
                      <a:pt x="572167" y="0"/>
                    </a:moveTo>
                    <a:cubicBezTo>
                      <a:pt x="590789" y="0"/>
                      <a:pt x="605885" y="15096"/>
                      <a:pt x="605885" y="33718"/>
                    </a:cubicBezTo>
                    <a:lnTo>
                      <a:pt x="605885" y="405098"/>
                    </a:lnTo>
                    <a:cubicBezTo>
                      <a:pt x="605885" y="423720"/>
                      <a:pt x="590789" y="438817"/>
                      <a:pt x="572167" y="438817"/>
                    </a:cubicBezTo>
                    <a:lnTo>
                      <a:pt x="33718" y="438817"/>
                    </a:lnTo>
                    <a:cubicBezTo>
                      <a:pt x="15096" y="438817"/>
                      <a:pt x="0" y="423720"/>
                      <a:pt x="0" y="405098"/>
                    </a:cubicBezTo>
                    <a:lnTo>
                      <a:pt x="0" y="33718"/>
                    </a:lnTo>
                    <a:cubicBezTo>
                      <a:pt x="0" y="15096"/>
                      <a:pt x="15096" y="0"/>
                      <a:pt x="33718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1" name="Google Shape;211;p11"/>
              <p:cNvSpPr/>
              <p:nvPr/>
            </p:nvSpPr>
            <p:spPr>
              <a:xfrm>
                <a:off x="9191339" y="860202"/>
                <a:ext cx="605885" cy="815149"/>
              </a:xfrm>
              <a:custGeom>
                <a:rect b="b" l="l" r="r" t="t"/>
                <a:pathLst>
                  <a:path extrusionOk="0" h="815149" w="605885">
                    <a:moveTo>
                      <a:pt x="554260" y="0"/>
                    </a:moveTo>
                    <a:cubicBezTo>
                      <a:pt x="582772" y="0"/>
                      <a:pt x="605885" y="23114"/>
                      <a:pt x="605885" y="51625"/>
                    </a:cubicBezTo>
                    <a:lnTo>
                      <a:pt x="605885" y="763524"/>
                    </a:lnTo>
                    <a:cubicBezTo>
                      <a:pt x="605885" y="792036"/>
                      <a:pt x="582771" y="815150"/>
                      <a:pt x="554260" y="815150"/>
                    </a:cubicBezTo>
                    <a:lnTo>
                      <a:pt x="51625" y="815150"/>
                    </a:lnTo>
                    <a:cubicBezTo>
                      <a:pt x="23113" y="815150"/>
                      <a:pt x="0" y="792036"/>
                      <a:pt x="0" y="763524"/>
                    </a:cubicBezTo>
                    <a:lnTo>
                      <a:pt x="0" y="51625"/>
                    </a:lnTo>
                    <a:cubicBezTo>
                      <a:pt x="0" y="23114"/>
                      <a:pt x="23113" y="0"/>
                      <a:pt x="5162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12" name="Google Shape;212;p11"/>
            <p:cNvGrpSpPr/>
            <p:nvPr/>
          </p:nvGrpSpPr>
          <p:grpSpPr>
            <a:xfrm>
              <a:off x="6717319" y="354723"/>
              <a:ext cx="656533" cy="799751"/>
              <a:chOff x="9097899" y="793051"/>
              <a:chExt cx="780287" cy="950500"/>
            </a:xfrm>
          </p:grpSpPr>
          <p:grpSp>
            <p:nvGrpSpPr>
              <p:cNvPr id="213" name="Google Shape;213;p11"/>
              <p:cNvGrpSpPr/>
              <p:nvPr/>
            </p:nvGrpSpPr>
            <p:grpSpPr>
              <a:xfrm>
                <a:off x="9118758" y="814006"/>
                <a:ext cx="747999" cy="918020"/>
                <a:chOff x="9118758" y="814006"/>
                <a:chExt cx="747999" cy="918020"/>
              </a:xfrm>
            </p:grpSpPr>
            <p:sp>
              <p:nvSpPr>
                <p:cNvPr id="214" name="Google Shape;214;p11"/>
                <p:cNvSpPr/>
                <p:nvPr/>
              </p:nvSpPr>
              <p:spPr>
                <a:xfrm>
                  <a:off x="9131522" y="1722501"/>
                  <a:ext cx="700277" cy="9525"/>
                </a:xfrm>
                <a:custGeom>
                  <a:rect b="b" l="l" r="r" t="t"/>
                  <a:pathLst>
                    <a:path extrusionOk="0" h="9525" w="700277">
                      <a:moveTo>
                        <a:pt x="700278" y="0"/>
                      </a:moveTo>
                      <a:lnTo>
                        <a:pt x="0" y="0"/>
                      </a:lnTo>
                    </a:path>
                  </a:pathLst>
                </a:custGeom>
                <a:solidFill>
                  <a:schemeClr val="dk1"/>
                </a:solidFill>
                <a:ln cap="rnd" cmpd="sng" w="12750">
                  <a:solidFill>
                    <a:schemeClr val="dk1"/>
                  </a:solidFill>
                  <a:prstDash val="dashDot"/>
                  <a:miter lim="8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5" name="Google Shape;215;p11"/>
                <p:cNvSpPr/>
                <p:nvPr/>
              </p:nvSpPr>
              <p:spPr>
                <a:xfrm>
                  <a:off x="9118758" y="826579"/>
                  <a:ext cx="9525" cy="870680"/>
                </a:xfrm>
                <a:custGeom>
                  <a:rect b="b" l="l" r="r" t="t"/>
                  <a:pathLst>
                    <a:path extrusionOk="0" h="870680" w="9525">
                      <a:moveTo>
                        <a:pt x="0" y="870680"/>
                      </a:moveTo>
                      <a:lnTo>
                        <a:pt x="0" y="0"/>
                      </a:lnTo>
                    </a:path>
                  </a:pathLst>
                </a:custGeom>
                <a:solidFill>
                  <a:schemeClr val="dk1"/>
                </a:solidFill>
                <a:ln cap="rnd" cmpd="sng" w="12750">
                  <a:solidFill>
                    <a:schemeClr val="dk1"/>
                  </a:solidFill>
                  <a:prstDash val="dashDot"/>
                  <a:miter lim="8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6" name="Google Shape;216;p11"/>
                <p:cNvSpPr/>
                <p:nvPr/>
              </p:nvSpPr>
              <p:spPr>
                <a:xfrm>
                  <a:off x="9144285" y="814006"/>
                  <a:ext cx="700277" cy="9525"/>
                </a:xfrm>
                <a:custGeom>
                  <a:rect b="b" l="l" r="r" t="t"/>
                  <a:pathLst>
                    <a:path extrusionOk="0" h="9525" w="700277">
                      <a:moveTo>
                        <a:pt x="0" y="0"/>
                      </a:moveTo>
                      <a:lnTo>
                        <a:pt x="700278" y="0"/>
                      </a:lnTo>
                    </a:path>
                  </a:pathLst>
                </a:custGeom>
                <a:solidFill>
                  <a:schemeClr val="dk1"/>
                </a:solidFill>
                <a:ln cap="rnd" cmpd="sng" w="12750">
                  <a:solidFill>
                    <a:schemeClr val="dk1"/>
                  </a:solidFill>
                  <a:prstDash val="dashDot"/>
                  <a:miter lim="8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7" name="Google Shape;217;p11"/>
                <p:cNvSpPr/>
                <p:nvPr/>
              </p:nvSpPr>
              <p:spPr>
                <a:xfrm>
                  <a:off x="9857232" y="839247"/>
                  <a:ext cx="9525" cy="870680"/>
                </a:xfrm>
                <a:custGeom>
                  <a:rect b="b" l="l" r="r" t="t"/>
                  <a:pathLst>
                    <a:path extrusionOk="0" h="870680" w="9525">
                      <a:moveTo>
                        <a:pt x="0" y="0"/>
                      </a:moveTo>
                      <a:lnTo>
                        <a:pt x="0" y="870680"/>
                      </a:lnTo>
                    </a:path>
                  </a:pathLst>
                </a:custGeom>
                <a:solidFill>
                  <a:schemeClr val="dk1"/>
                </a:solidFill>
                <a:ln cap="rnd" cmpd="sng" w="12750">
                  <a:solidFill>
                    <a:schemeClr val="dk1"/>
                  </a:solidFill>
                  <a:prstDash val="dashDot"/>
                  <a:miter lim="8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218" name="Google Shape;218;p11"/>
              <p:cNvGrpSpPr/>
              <p:nvPr/>
            </p:nvGrpSpPr>
            <p:grpSpPr>
              <a:xfrm>
                <a:off x="9097899" y="793051"/>
                <a:ext cx="780287" cy="950500"/>
                <a:chOff x="9097899" y="793051"/>
                <a:chExt cx="780287" cy="950500"/>
              </a:xfrm>
            </p:grpSpPr>
            <p:grpSp>
              <p:nvGrpSpPr>
                <p:cNvPr id="219" name="Google Shape;219;p11"/>
                <p:cNvGrpSpPr/>
                <p:nvPr/>
              </p:nvGrpSpPr>
              <p:grpSpPr>
                <a:xfrm>
                  <a:off x="9097899" y="793051"/>
                  <a:ext cx="780287" cy="41909"/>
                  <a:chOff x="9097899" y="793051"/>
                  <a:chExt cx="780287" cy="41909"/>
                </a:xfrm>
              </p:grpSpPr>
              <p:sp>
                <p:nvSpPr>
                  <p:cNvPr id="220" name="Google Shape;220;p11"/>
                  <p:cNvSpPr/>
                  <p:nvPr/>
                </p:nvSpPr>
                <p:spPr>
                  <a:xfrm>
                    <a:off x="9097899" y="793051"/>
                    <a:ext cx="41909" cy="41909"/>
                  </a:xfrm>
                  <a:custGeom>
                    <a:rect b="b" l="l" r="r" t="t"/>
                    <a:pathLst>
                      <a:path extrusionOk="0" h="41909" w="41909">
                        <a:moveTo>
                          <a:pt x="0" y="0"/>
                        </a:moveTo>
                        <a:lnTo>
                          <a:pt x="41910" y="0"/>
                        </a:lnTo>
                        <a:lnTo>
                          <a:pt x="41910" y="41910"/>
                        </a:lnTo>
                        <a:lnTo>
                          <a:pt x="0" y="4191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21" name="Google Shape;221;p11"/>
                  <p:cNvSpPr/>
                  <p:nvPr/>
                </p:nvSpPr>
                <p:spPr>
                  <a:xfrm>
                    <a:off x="9467088" y="793051"/>
                    <a:ext cx="41909" cy="41909"/>
                  </a:xfrm>
                  <a:custGeom>
                    <a:rect b="b" l="l" r="r" t="t"/>
                    <a:pathLst>
                      <a:path extrusionOk="0" h="41909" w="41909">
                        <a:moveTo>
                          <a:pt x="0" y="0"/>
                        </a:moveTo>
                        <a:lnTo>
                          <a:pt x="41910" y="0"/>
                        </a:lnTo>
                        <a:lnTo>
                          <a:pt x="41910" y="41910"/>
                        </a:lnTo>
                        <a:lnTo>
                          <a:pt x="0" y="4191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22" name="Google Shape;222;p11"/>
                  <p:cNvSpPr/>
                  <p:nvPr/>
                </p:nvSpPr>
                <p:spPr>
                  <a:xfrm>
                    <a:off x="9836277" y="793051"/>
                    <a:ext cx="41909" cy="41909"/>
                  </a:xfrm>
                  <a:custGeom>
                    <a:rect b="b" l="l" r="r" t="t"/>
                    <a:pathLst>
                      <a:path extrusionOk="0" h="41909" w="41909">
                        <a:moveTo>
                          <a:pt x="0" y="0"/>
                        </a:moveTo>
                        <a:lnTo>
                          <a:pt x="41910" y="0"/>
                        </a:lnTo>
                        <a:lnTo>
                          <a:pt x="41910" y="41910"/>
                        </a:lnTo>
                        <a:lnTo>
                          <a:pt x="0" y="4191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223" name="Google Shape;223;p11"/>
                <p:cNvGrpSpPr/>
                <p:nvPr/>
              </p:nvGrpSpPr>
              <p:grpSpPr>
                <a:xfrm>
                  <a:off x="9097899" y="1247298"/>
                  <a:ext cx="780287" cy="41910"/>
                  <a:chOff x="9097899" y="1247298"/>
                  <a:chExt cx="780287" cy="41910"/>
                </a:xfrm>
              </p:grpSpPr>
              <p:sp>
                <p:nvSpPr>
                  <p:cNvPr id="224" name="Google Shape;224;p11"/>
                  <p:cNvSpPr/>
                  <p:nvPr/>
                </p:nvSpPr>
                <p:spPr>
                  <a:xfrm>
                    <a:off x="9097899" y="1247298"/>
                    <a:ext cx="41909" cy="41910"/>
                  </a:xfrm>
                  <a:custGeom>
                    <a:rect b="b" l="l" r="r" t="t"/>
                    <a:pathLst>
                      <a:path extrusionOk="0" h="41910" w="41909">
                        <a:moveTo>
                          <a:pt x="0" y="0"/>
                        </a:moveTo>
                        <a:lnTo>
                          <a:pt x="41910" y="0"/>
                        </a:lnTo>
                        <a:lnTo>
                          <a:pt x="41910" y="41910"/>
                        </a:lnTo>
                        <a:lnTo>
                          <a:pt x="0" y="4191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25" name="Google Shape;225;p11"/>
                  <p:cNvSpPr/>
                  <p:nvPr/>
                </p:nvSpPr>
                <p:spPr>
                  <a:xfrm>
                    <a:off x="9836277" y="1247298"/>
                    <a:ext cx="41909" cy="41910"/>
                  </a:xfrm>
                  <a:custGeom>
                    <a:rect b="b" l="l" r="r" t="t"/>
                    <a:pathLst>
                      <a:path extrusionOk="0" h="41910" w="41909">
                        <a:moveTo>
                          <a:pt x="0" y="0"/>
                        </a:moveTo>
                        <a:lnTo>
                          <a:pt x="41910" y="0"/>
                        </a:lnTo>
                        <a:lnTo>
                          <a:pt x="41910" y="41910"/>
                        </a:lnTo>
                        <a:lnTo>
                          <a:pt x="0" y="4191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226" name="Google Shape;226;p11"/>
                <p:cNvGrpSpPr/>
                <p:nvPr/>
              </p:nvGrpSpPr>
              <p:grpSpPr>
                <a:xfrm>
                  <a:off x="9097899" y="1701641"/>
                  <a:ext cx="780287" cy="41910"/>
                  <a:chOff x="9097899" y="1701641"/>
                  <a:chExt cx="780287" cy="41910"/>
                </a:xfrm>
              </p:grpSpPr>
              <p:sp>
                <p:nvSpPr>
                  <p:cNvPr id="227" name="Google Shape;227;p11"/>
                  <p:cNvSpPr/>
                  <p:nvPr/>
                </p:nvSpPr>
                <p:spPr>
                  <a:xfrm>
                    <a:off x="9097899" y="1701641"/>
                    <a:ext cx="41909" cy="41910"/>
                  </a:xfrm>
                  <a:custGeom>
                    <a:rect b="b" l="l" r="r" t="t"/>
                    <a:pathLst>
                      <a:path extrusionOk="0" h="41910" w="41909">
                        <a:moveTo>
                          <a:pt x="0" y="0"/>
                        </a:moveTo>
                        <a:lnTo>
                          <a:pt x="41910" y="0"/>
                        </a:lnTo>
                        <a:lnTo>
                          <a:pt x="41910" y="41910"/>
                        </a:lnTo>
                        <a:lnTo>
                          <a:pt x="0" y="4191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28" name="Google Shape;228;p11"/>
                  <p:cNvSpPr/>
                  <p:nvPr/>
                </p:nvSpPr>
                <p:spPr>
                  <a:xfrm>
                    <a:off x="9467088" y="1701641"/>
                    <a:ext cx="41909" cy="41910"/>
                  </a:xfrm>
                  <a:custGeom>
                    <a:rect b="b" l="l" r="r" t="t"/>
                    <a:pathLst>
                      <a:path extrusionOk="0" h="41910" w="41909">
                        <a:moveTo>
                          <a:pt x="0" y="0"/>
                        </a:moveTo>
                        <a:lnTo>
                          <a:pt x="41910" y="0"/>
                        </a:lnTo>
                        <a:lnTo>
                          <a:pt x="41910" y="41910"/>
                        </a:lnTo>
                        <a:lnTo>
                          <a:pt x="0" y="4191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29" name="Google Shape;229;p11"/>
                  <p:cNvSpPr/>
                  <p:nvPr/>
                </p:nvSpPr>
                <p:spPr>
                  <a:xfrm>
                    <a:off x="9836277" y="1701641"/>
                    <a:ext cx="41909" cy="41910"/>
                  </a:xfrm>
                  <a:custGeom>
                    <a:rect b="b" l="l" r="r" t="t"/>
                    <a:pathLst>
                      <a:path extrusionOk="0" h="41910" w="41909">
                        <a:moveTo>
                          <a:pt x="0" y="0"/>
                        </a:moveTo>
                        <a:lnTo>
                          <a:pt x="41910" y="0"/>
                        </a:lnTo>
                        <a:lnTo>
                          <a:pt x="41910" y="41910"/>
                        </a:lnTo>
                        <a:lnTo>
                          <a:pt x="0" y="4191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</p:grpSp>
        <p:grpSp>
          <p:nvGrpSpPr>
            <p:cNvPr id="230" name="Google Shape;230;p11"/>
            <p:cNvGrpSpPr/>
            <p:nvPr/>
          </p:nvGrpSpPr>
          <p:grpSpPr>
            <a:xfrm>
              <a:off x="7074117" y="956519"/>
              <a:ext cx="215826" cy="125825"/>
              <a:chOff x="9521952" y="1508283"/>
              <a:chExt cx="256508" cy="149542"/>
            </a:xfrm>
          </p:grpSpPr>
          <p:sp>
            <p:nvSpPr>
              <p:cNvPr id="231" name="Google Shape;231;p11"/>
              <p:cNvSpPr/>
              <p:nvPr/>
            </p:nvSpPr>
            <p:spPr>
              <a:xfrm>
                <a:off x="9521952" y="1508283"/>
                <a:ext cx="256508" cy="149542"/>
              </a:xfrm>
              <a:custGeom>
                <a:rect b="b" l="l" r="r" t="t"/>
                <a:pathLst>
                  <a:path extrusionOk="0" h="149542" w="256508">
                    <a:moveTo>
                      <a:pt x="218694" y="0"/>
                    </a:moveTo>
                    <a:cubicBezTo>
                      <a:pt x="239578" y="0"/>
                      <a:pt x="256508" y="16930"/>
                      <a:pt x="256508" y="37814"/>
                    </a:cubicBezTo>
                    <a:lnTo>
                      <a:pt x="256508" y="111728"/>
                    </a:lnTo>
                    <a:cubicBezTo>
                      <a:pt x="256508" y="132612"/>
                      <a:pt x="239578" y="149543"/>
                      <a:pt x="218694" y="149543"/>
                    </a:cubicBezTo>
                    <a:lnTo>
                      <a:pt x="37814" y="149543"/>
                    </a:lnTo>
                    <a:cubicBezTo>
                      <a:pt x="16930" y="149543"/>
                      <a:pt x="1" y="132612"/>
                      <a:pt x="1" y="111728"/>
                    </a:cubicBezTo>
                    <a:lnTo>
                      <a:pt x="1" y="37814"/>
                    </a:lnTo>
                    <a:cubicBezTo>
                      <a:pt x="1" y="16930"/>
                      <a:pt x="16930" y="0"/>
                      <a:pt x="3781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232" name="Google Shape;232;p11"/>
              <p:cNvGrpSpPr/>
              <p:nvPr/>
            </p:nvGrpSpPr>
            <p:grpSpPr>
              <a:xfrm>
                <a:off x="9556578" y="1534618"/>
                <a:ext cx="183763" cy="98921"/>
                <a:chOff x="9556578" y="1534618"/>
                <a:chExt cx="183763" cy="98921"/>
              </a:xfrm>
            </p:grpSpPr>
            <p:grpSp>
              <p:nvGrpSpPr>
                <p:cNvPr id="233" name="Google Shape;233;p11"/>
                <p:cNvGrpSpPr/>
                <p:nvPr/>
              </p:nvGrpSpPr>
              <p:grpSpPr>
                <a:xfrm>
                  <a:off x="9645396" y="1536115"/>
                  <a:ext cx="94945" cy="94946"/>
                  <a:chOff x="9645396" y="1536115"/>
                  <a:chExt cx="94945" cy="94946"/>
                </a:xfrm>
              </p:grpSpPr>
              <p:sp>
                <p:nvSpPr>
                  <p:cNvPr id="234" name="Google Shape;234;p11"/>
                  <p:cNvSpPr/>
                  <p:nvPr/>
                </p:nvSpPr>
                <p:spPr>
                  <a:xfrm>
                    <a:off x="9645396" y="1588389"/>
                    <a:ext cx="42671" cy="42672"/>
                  </a:xfrm>
                  <a:custGeom>
                    <a:rect b="b" l="l" r="r" t="t"/>
                    <a:pathLst>
                      <a:path extrusionOk="0" h="42672" w="42671">
                        <a:moveTo>
                          <a:pt x="16764" y="31147"/>
                        </a:moveTo>
                        <a:lnTo>
                          <a:pt x="42672" y="5144"/>
                        </a:lnTo>
                        <a:lnTo>
                          <a:pt x="37529" y="0"/>
                        </a:lnTo>
                        <a:lnTo>
                          <a:pt x="11525" y="25908"/>
                        </a:lnTo>
                        <a:lnTo>
                          <a:pt x="6382" y="28765"/>
                        </a:lnTo>
                        <a:lnTo>
                          <a:pt x="0" y="38576"/>
                        </a:lnTo>
                        <a:lnTo>
                          <a:pt x="4096" y="42672"/>
                        </a:lnTo>
                        <a:lnTo>
                          <a:pt x="13906" y="36290"/>
                        </a:lnTo>
                        <a:lnTo>
                          <a:pt x="16764" y="31147"/>
                        </a:ln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35" name="Google Shape;235;p11"/>
                  <p:cNvSpPr/>
                  <p:nvPr/>
                </p:nvSpPr>
                <p:spPr>
                  <a:xfrm>
                    <a:off x="9674923" y="1536115"/>
                    <a:ext cx="65418" cy="65418"/>
                  </a:xfrm>
                  <a:custGeom>
                    <a:rect b="b" l="l" r="r" t="t"/>
                    <a:pathLst>
                      <a:path extrusionOk="0" h="65418" w="65418">
                        <a:moveTo>
                          <a:pt x="36576" y="54845"/>
                        </a:moveTo>
                        <a:lnTo>
                          <a:pt x="63246" y="28175"/>
                        </a:lnTo>
                        <a:cubicBezTo>
                          <a:pt x="64008" y="27413"/>
                          <a:pt x="64484" y="26461"/>
                          <a:pt x="64770" y="25413"/>
                        </a:cubicBezTo>
                        <a:cubicBezTo>
                          <a:pt x="65627" y="21794"/>
                          <a:pt x="66866" y="13602"/>
                          <a:pt x="59341" y="6077"/>
                        </a:cubicBezTo>
                        <a:cubicBezTo>
                          <a:pt x="51816" y="-1447"/>
                          <a:pt x="43625" y="-209"/>
                          <a:pt x="40005" y="648"/>
                        </a:cubicBezTo>
                        <a:cubicBezTo>
                          <a:pt x="38958" y="934"/>
                          <a:pt x="38005" y="1410"/>
                          <a:pt x="37243" y="2172"/>
                        </a:cubicBezTo>
                        <a:lnTo>
                          <a:pt x="10573" y="28842"/>
                        </a:lnTo>
                        <a:cubicBezTo>
                          <a:pt x="14669" y="32938"/>
                          <a:pt x="14669" y="39701"/>
                          <a:pt x="10573" y="43796"/>
                        </a:cubicBezTo>
                        <a:lnTo>
                          <a:pt x="8287" y="46082"/>
                        </a:lnTo>
                        <a:lnTo>
                          <a:pt x="4286" y="42082"/>
                        </a:lnTo>
                        <a:lnTo>
                          <a:pt x="0" y="46368"/>
                        </a:lnTo>
                        <a:lnTo>
                          <a:pt x="19050" y="65418"/>
                        </a:lnTo>
                        <a:lnTo>
                          <a:pt x="23336" y="61132"/>
                        </a:lnTo>
                        <a:lnTo>
                          <a:pt x="19336" y="57131"/>
                        </a:lnTo>
                        <a:lnTo>
                          <a:pt x="21622" y="54845"/>
                        </a:lnTo>
                        <a:cubicBezTo>
                          <a:pt x="25718" y="50750"/>
                          <a:pt x="32481" y="50750"/>
                          <a:pt x="36576" y="54845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236" name="Google Shape;236;p11"/>
                <p:cNvGrpSpPr/>
                <p:nvPr/>
              </p:nvGrpSpPr>
              <p:grpSpPr>
                <a:xfrm>
                  <a:off x="9556578" y="1534618"/>
                  <a:ext cx="98773" cy="98921"/>
                  <a:chOff x="9556578" y="1534618"/>
                  <a:chExt cx="98773" cy="98921"/>
                </a:xfrm>
              </p:grpSpPr>
              <p:sp>
                <p:nvSpPr>
                  <p:cNvPr id="237" name="Google Shape;237;p11"/>
                  <p:cNvSpPr/>
                  <p:nvPr/>
                </p:nvSpPr>
                <p:spPr>
                  <a:xfrm>
                    <a:off x="9556578" y="1534618"/>
                    <a:ext cx="98773" cy="98921"/>
                  </a:xfrm>
                  <a:custGeom>
                    <a:rect b="b" l="l" r="r" t="t"/>
                    <a:pathLst>
                      <a:path extrusionOk="0" h="98921" w="98773">
                        <a:moveTo>
                          <a:pt x="40717" y="72440"/>
                        </a:moveTo>
                        <a:lnTo>
                          <a:pt x="72244" y="40912"/>
                        </a:lnTo>
                        <a:cubicBezTo>
                          <a:pt x="74149" y="39007"/>
                          <a:pt x="76721" y="38054"/>
                          <a:pt x="79388" y="38054"/>
                        </a:cubicBezTo>
                        <a:cubicBezTo>
                          <a:pt x="84341" y="38150"/>
                          <a:pt x="89389" y="36340"/>
                          <a:pt x="93199" y="32530"/>
                        </a:cubicBezTo>
                        <a:cubicBezTo>
                          <a:pt x="98247" y="27482"/>
                          <a:pt x="99866" y="20243"/>
                          <a:pt x="98057" y="13766"/>
                        </a:cubicBezTo>
                        <a:lnTo>
                          <a:pt x="88722" y="23100"/>
                        </a:lnTo>
                        <a:lnTo>
                          <a:pt x="78435" y="20338"/>
                        </a:lnTo>
                        <a:lnTo>
                          <a:pt x="75673" y="10051"/>
                        </a:lnTo>
                        <a:lnTo>
                          <a:pt x="85007" y="716"/>
                        </a:lnTo>
                        <a:cubicBezTo>
                          <a:pt x="78626" y="-1093"/>
                          <a:pt x="71482" y="526"/>
                          <a:pt x="66434" y="5574"/>
                        </a:cubicBezTo>
                        <a:cubicBezTo>
                          <a:pt x="62624" y="9384"/>
                          <a:pt x="60814" y="14432"/>
                          <a:pt x="60909" y="19385"/>
                        </a:cubicBezTo>
                        <a:cubicBezTo>
                          <a:pt x="60909" y="22052"/>
                          <a:pt x="59957" y="24624"/>
                          <a:pt x="58052" y="26529"/>
                        </a:cubicBezTo>
                        <a:lnTo>
                          <a:pt x="26524" y="58057"/>
                        </a:lnTo>
                        <a:cubicBezTo>
                          <a:pt x="24619" y="59962"/>
                          <a:pt x="22047" y="60914"/>
                          <a:pt x="19380" y="60914"/>
                        </a:cubicBezTo>
                        <a:cubicBezTo>
                          <a:pt x="14427" y="60819"/>
                          <a:pt x="9379" y="62629"/>
                          <a:pt x="5569" y="66439"/>
                        </a:cubicBezTo>
                        <a:cubicBezTo>
                          <a:pt x="-2146" y="74154"/>
                          <a:pt x="-1861" y="86918"/>
                          <a:pt x="6522" y="94252"/>
                        </a:cubicBezTo>
                        <a:cubicBezTo>
                          <a:pt x="13761" y="100634"/>
                          <a:pt x="24905" y="100443"/>
                          <a:pt x="32048" y="93871"/>
                        </a:cubicBezTo>
                        <a:cubicBezTo>
                          <a:pt x="36239" y="89966"/>
                          <a:pt x="38240" y="84632"/>
                          <a:pt x="38145" y="79393"/>
                        </a:cubicBezTo>
                        <a:cubicBezTo>
                          <a:pt x="38145" y="76821"/>
                          <a:pt x="39097" y="74249"/>
                          <a:pt x="41002" y="72440"/>
                        </a:cubicBezTo>
                        <a:close/>
                        <a:moveTo>
                          <a:pt x="16618" y="87965"/>
                        </a:moveTo>
                        <a:lnTo>
                          <a:pt x="10713" y="82060"/>
                        </a:lnTo>
                        <a:lnTo>
                          <a:pt x="12903" y="73964"/>
                        </a:lnTo>
                        <a:lnTo>
                          <a:pt x="21000" y="71773"/>
                        </a:lnTo>
                        <a:lnTo>
                          <a:pt x="26905" y="77678"/>
                        </a:lnTo>
                        <a:lnTo>
                          <a:pt x="24714" y="85775"/>
                        </a:lnTo>
                        <a:lnTo>
                          <a:pt x="16618" y="87965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38" name="Google Shape;238;p11"/>
                  <p:cNvSpPr/>
                  <p:nvPr/>
                </p:nvSpPr>
                <p:spPr>
                  <a:xfrm>
                    <a:off x="9597270" y="1577125"/>
                    <a:ext cx="15573" cy="15573"/>
                  </a:xfrm>
                  <a:custGeom>
                    <a:rect b="b" l="l" r="r" t="t"/>
                    <a:pathLst>
                      <a:path extrusionOk="0" h="15573" w="15573">
                        <a:moveTo>
                          <a:pt x="786" y="14883"/>
                        </a:moveTo>
                        <a:lnTo>
                          <a:pt x="786" y="14883"/>
                        </a:lnTo>
                        <a:cubicBezTo>
                          <a:pt x="-262" y="13835"/>
                          <a:pt x="-262" y="12025"/>
                          <a:pt x="786" y="10882"/>
                        </a:cubicBezTo>
                        <a:lnTo>
                          <a:pt x="10882" y="786"/>
                        </a:lnTo>
                        <a:cubicBezTo>
                          <a:pt x="11930" y="-262"/>
                          <a:pt x="13740" y="-262"/>
                          <a:pt x="14788" y="786"/>
                        </a:cubicBezTo>
                        <a:lnTo>
                          <a:pt x="14788" y="786"/>
                        </a:lnTo>
                        <a:cubicBezTo>
                          <a:pt x="15835" y="1834"/>
                          <a:pt x="15835" y="3643"/>
                          <a:pt x="14788" y="4691"/>
                        </a:cubicBezTo>
                        <a:lnTo>
                          <a:pt x="4691" y="14788"/>
                        </a:lnTo>
                        <a:cubicBezTo>
                          <a:pt x="3643" y="15835"/>
                          <a:pt x="1834" y="15835"/>
                          <a:pt x="690" y="14788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</p:grp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rgbClr val="FFFFFF"/>
        </a:solidFill>
      </p:bgPr>
    </p:bg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_1_1_1_1_1"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42" name="Google Shape;242;p13"/>
          <p:cNvSpPr txBox="1"/>
          <p:nvPr>
            <p:ph hasCustomPrompt="1" idx="2" type="title"/>
          </p:nvPr>
        </p:nvSpPr>
        <p:spPr>
          <a:xfrm>
            <a:off x="1100975" y="1203373"/>
            <a:ext cx="734700" cy="5727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43" name="Google Shape;243;p13"/>
          <p:cNvSpPr txBox="1"/>
          <p:nvPr>
            <p:ph hasCustomPrompt="1" idx="3" type="title"/>
          </p:nvPr>
        </p:nvSpPr>
        <p:spPr>
          <a:xfrm>
            <a:off x="1100975" y="2789203"/>
            <a:ext cx="734700" cy="5727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44" name="Google Shape;244;p13"/>
          <p:cNvSpPr txBox="1"/>
          <p:nvPr>
            <p:ph hasCustomPrompt="1" idx="4" type="title"/>
          </p:nvPr>
        </p:nvSpPr>
        <p:spPr>
          <a:xfrm>
            <a:off x="3419250" y="1203373"/>
            <a:ext cx="734700" cy="5727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45" name="Google Shape;245;p13"/>
          <p:cNvSpPr txBox="1"/>
          <p:nvPr>
            <p:ph hasCustomPrompt="1" idx="5" type="title"/>
          </p:nvPr>
        </p:nvSpPr>
        <p:spPr>
          <a:xfrm>
            <a:off x="3419250" y="2789203"/>
            <a:ext cx="734700" cy="5727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46" name="Google Shape;246;p13"/>
          <p:cNvSpPr txBox="1"/>
          <p:nvPr>
            <p:ph hasCustomPrompt="1" idx="6" type="title"/>
          </p:nvPr>
        </p:nvSpPr>
        <p:spPr>
          <a:xfrm>
            <a:off x="5737525" y="1203373"/>
            <a:ext cx="734700" cy="5727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47" name="Google Shape;247;p13"/>
          <p:cNvSpPr txBox="1"/>
          <p:nvPr>
            <p:ph hasCustomPrompt="1" idx="7" type="title"/>
          </p:nvPr>
        </p:nvSpPr>
        <p:spPr>
          <a:xfrm>
            <a:off x="5737525" y="2789203"/>
            <a:ext cx="734700" cy="5727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48" name="Google Shape;248;p13"/>
          <p:cNvSpPr txBox="1"/>
          <p:nvPr>
            <p:ph idx="1" type="subTitle"/>
          </p:nvPr>
        </p:nvSpPr>
        <p:spPr>
          <a:xfrm>
            <a:off x="1100975" y="1912475"/>
            <a:ext cx="2305500" cy="75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8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49" name="Google Shape;249;p13"/>
          <p:cNvSpPr txBox="1"/>
          <p:nvPr>
            <p:ph idx="8" type="subTitle"/>
          </p:nvPr>
        </p:nvSpPr>
        <p:spPr>
          <a:xfrm>
            <a:off x="3419250" y="1912475"/>
            <a:ext cx="2305500" cy="75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8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50" name="Google Shape;250;p13"/>
          <p:cNvSpPr txBox="1"/>
          <p:nvPr>
            <p:ph idx="9" type="subTitle"/>
          </p:nvPr>
        </p:nvSpPr>
        <p:spPr>
          <a:xfrm>
            <a:off x="5737525" y="1912475"/>
            <a:ext cx="2305500" cy="75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8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51" name="Google Shape;251;p13"/>
          <p:cNvSpPr txBox="1"/>
          <p:nvPr>
            <p:ph idx="13" type="subTitle"/>
          </p:nvPr>
        </p:nvSpPr>
        <p:spPr>
          <a:xfrm>
            <a:off x="1100975" y="3498350"/>
            <a:ext cx="2305500" cy="75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8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52" name="Google Shape;252;p13"/>
          <p:cNvSpPr txBox="1"/>
          <p:nvPr>
            <p:ph idx="14" type="subTitle"/>
          </p:nvPr>
        </p:nvSpPr>
        <p:spPr>
          <a:xfrm>
            <a:off x="3419250" y="3498350"/>
            <a:ext cx="2305500" cy="75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8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53" name="Google Shape;253;p13"/>
          <p:cNvSpPr txBox="1"/>
          <p:nvPr>
            <p:ph idx="15" type="subTitle"/>
          </p:nvPr>
        </p:nvSpPr>
        <p:spPr>
          <a:xfrm>
            <a:off x="5737525" y="3498350"/>
            <a:ext cx="2305500" cy="75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8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54" name="Google Shape;254;p13"/>
          <p:cNvSpPr/>
          <p:nvPr/>
        </p:nvSpPr>
        <p:spPr>
          <a:xfrm flipH="1" rot="8819869">
            <a:off x="7035528" y="3933627"/>
            <a:ext cx="3158468" cy="2509642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13"/>
          <p:cNvSpPr/>
          <p:nvPr/>
        </p:nvSpPr>
        <p:spPr>
          <a:xfrm flipH="1" rot="-3657034">
            <a:off x="-1336268" y="-858934"/>
            <a:ext cx="2746020" cy="1921695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6" name="Google Shape;256;p13"/>
          <p:cNvGrpSpPr/>
          <p:nvPr/>
        </p:nvGrpSpPr>
        <p:grpSpPr>
          <a:xfrm>
            <a:off x="8114970" y="266839"/>
            <a:ext cx="829992" cy="750888"/>
            <a:chOff x="8114596" y="445039"/>
            <a:chExt cx="633002" cy="572716"/>
          </a:xfrm>
        </p:grpSpPr>
        <p:grpSp>
          <p:nvGrpSpPr>
            <p:cNvPr id="257" name="Google Shape;257;p13"/>
            <p:cNvGrpSpPr/>
            <p:nvPr/>
          </p:nvGrpSpPr>
          <p:grpSpPr>
            <a:xfrm>
              <a:off x="8114596" y="445039"/>
              <a:ext cx="633002" cy="572716"/>
              <a:chOff x="7189660" y="520827"/>
              <a:chExt cx="598074" cy="541115"/>
            </a:xfrm>
          </p:grpSpPr>
          <p:sp>
            <p:nvSpPr>
              <p:cNvPr id="258" name="Google Shape;258;p13"/>
              <p:cNvSpPr/>
              <p:nvPr/>
            </p:nvSpPr>
            <p:spPr>
              <a:xfrm>
                <a:off x="7189660" y="520827"/>
                <a:ext cx="598074" cy="541115"/>
              </a:xfrm>
              <a:custGeom>
                <a:rect b="b" l="l" r="r" t="t"/>
                <a:pathLst>
                  <a:path extrusionOk="0" h="541115" w="598074">
                    <a:moveTo>
                      <a:pt x="557022" y="0"/>
                    </a:moveTo>
                    <a:cubicBezTo>
                      <a:pt x="579695" y="0"/>
                      <a:pt x="598075" y="18380"/>
                      <a:pt x="598075" y="41053"/>
                    </a:cubicBezTo>
                    <a:lnTo>
                      <a:pt x="598075" y="500063"/>
                    </a:lnTo>
                    <a:cubicBezTo>
                      <a:pt x="598075" y="522735"/>
                      <a:pt x="579695" y="541115"/>
                      <a:pt x="557022" y="541115"/>
                    </a:cubicBezTo>
                    <a:lnTo>
                      <a:pt x="41053" y="541115"/>
                    </a:lnTo>
                    <a:cubicBezTo>
                      <a:pt x="18380" y="541115"/>
                      <a:pt x="0" y="522735"/>
                      <a:pt x="0" y="500063"/>
                    </a:cubicBezTo>
                    <a:lnTo>
                      <a:pt x="0" y="41053"/>
                    </a:lnTo>
                    <a:cubicBezTo>
                      <a:pt x="0" y="18380"/>
                      <a:pt x="18380" y="0"/>
                      <a:pt x="410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259" name="Google Shape;259;p13"/>
              <p:cNvGrpSpPr/>
              <p:nvPr/>
            </p:nvGrpSpPr>
            <p:grpSpPr>
              <a:xfrm>
                <a:off x="7579137" y="551973"/>
                <a:ext cx="164782" cy="41529"/>
                <a:chOff x="7579137" y="551973"/>
                <a:chExt cx="164782" cy="41529"/>
              </a:xfrm>
            </p:grpSpPr>
            <p:sp>
              <p:nvSpPr>
                <p:cNvPr id="260" name="Google Shape;260;p13"/>
                <p:cNvSpPr/>
                <p:nvPr/>
              </p:nvSpPr>
              <p:spPr>
                <a:xfrm>
                  <a:off x="7702391" y="551973"/>
                  <a:ext cx="41528" cy="41529"/>
                </a:xfrm>
                <a:custGeom>
                  <a:rect b="b" l="l" r="r" t="t"/>
                  <a:pathLst>
                    <a:path extrusionOk="0" h="41529" w="41528">
                      <a:moveTo>
                        <a:pt x="41529" y="20765"/>
                      </a:moveTo>
                      <a:cubicBezTo>
                        <a:pt x="41529" y="32290"/>
                        <a:pt x="32195" y="41529"/>
                        <a:pt x="20764" y="41529"/>
                      </a:cubicBezTo>
                      <a:cubicBezTo>
                        <a:pt x="9334" y="41529"/>
                        <a:pt x="0" y="32195"/>
                        <a:pt x="0" y="20765"/>
                      </a:cubicBezTo>
                      <a:cubicBezTo>
                        <a:pt x="0" y="9335"/>
                        <a:pt x="9334" y="0"/>
                        <a:pt x="20764" y="0"/>
                      </a:cubicBezTo>
                      <a:cubicBezTo>
                        <a:pt x="32195" y="0"/>
                        <a:pt x="41529" y="9335"/>
                        <a:pt x="41529" y="20765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61" name="Google Shape;261;p13"/>
                <p:cNvSpPr/>
                <p:nvPr/>
              </p:nvSpPr>
              <p:spPr>
                <a:xfrm>
                  <a:off x="7640764" y="551973"/>
                  <a:ext cx="41528" cy="41529"/>
                </a:xfrm>
                <a:custGeom>
                  <a:rect b="b" l="l" r="r" t="t"/>
                  <a:pathLst>
                    <a:path extrusionOk="0" h="41529" w="41528">
                      <a:moveTo>
                        <a:pt x="41529" y="20765"/>
                      </a:moveTo>
                      <a:cubicBezTo>
                        <a:pt x="41529" y="32290"/>
                        <a:pt x="32195" y="41529"/>
                        <a:pt x="20764" y="41529"/>
                      </a:cubicBezTo>
                      <a:cubicBezTo>
                        <a:pt x="9334" y="41529"/>
                        <a:pt x="0" y="32195"/>
                        <a:pt x="0" y="20765"/>
                      </a:cubicBezTo>
                      <a:cubicBezTo>
                        <a:pt x="0" y="9335"/>
                        <a:pt x="9334" y="0"/>
                        <a:pt x="20764" y="0"/>
                      </a:cubicBezTo>
                      <a:cubicBezTo>
                        <a:pt x="32195" y="0"/>
                        <a:pt x="41529" y="9335"/>
                        <a:pt x="41529" y="20765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62" name="Google Shape;262;p13"/>
                <p:cNvSpPr/>
                <p:nvPr/>
              </p:nvSpPr>
              <p:spPr>
                <a:xfrm>
                  <a:off x="7579137" y="551973"/>
                  <a:ext cx="41528" cy="41529"/>
                </a:xfrm>
                <a:custGeom>
                  <a:rect b="b" l="l" r="r" t="t"/>
                  <a:pathLst>
                    <a:path extrusionOk="0" h="41529" w="41528">
                      <a:moveTo>
                        <a:pt x="41529" y="20765"/>
                      </a:moveTo>
                      <a:cubicBezTo>
                        <a:pt x="41529" y="32290"/>
                        <a:pt x="32195" y="41529"/>
                        <a:pt x="20764" y="41529"/>
                      </a:cubicBezTo>
                      <a:cubicBezTo>
                        <a:pt x="9334" y="41529"/>
                        <a:pt x="0" y="32195"/>
                        <a:pt x="0" y="20765"/>
                      </a:cubicBezTo>
                      <a:cubicBezTo>
                        <a:pt x="0" y="9335"/>
                        <a:pt x="9334" y="0"/>
                        <a:pt x="20764" y="0"/>
                      </a:cubicBezTo>
                      <a:cubicBezTo>
                        <a:pt x="32195" y="0"/>
                        <a:pt x="41529" y="9335"/>
                        <a:pt x="41529" y="20765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263" name="Google Shape;263;p13"/>
            <p:cNvGrpSpPr/>
            <p:nvPr/>
          </p:nvGrpSpPr>
          <p:grpSpPr>
            <a:xfrm>
              <a:off x="8184962" y="619646"/>
              <a:ext cx="498115" cy="257273"/>
              <a:chOff x="7256144" y="685800"/>
              <a:chExt cx="470630" cy="243077"/>
            </a:xfrm>
          </p:grpSpPr>
          <p:sp>
            <p:nvSpPr>
              <p:cNvPr id="264" name="Google Shape;264;p13"/>
              <p:cNvSpPr/>
              <p:nvPr/>
            </p:nvSpPr>
            <p:spPr>
              <a:xfrm>
                <a:off x="7256144" y="694753"/>
                <a:ext cx="218503" cy="218217"/>
              </a:xfrm>
              <a:custGeom>
                <a:rect b="b" l="l" r="r" t="t"/>
                <a:pathLst>
                  <a:path extrusionOk="0" h="218217" w="218503">
                    <a:moveTo>
                      <a:pt x="216598" y="129540"/>
                    </a:moveTo>
                    <a:cubicBezTo>
                      <a:pt x="217837" y="122968"/>
                      <a:pt x="218504" y="116110"/>
                      <a:pt x="218504" y="109156"/>
                    </a:cubicBezTo>
                    <a:cubicBezTo>
                      <a:pt x="218504" y="102203"/>
                      <a:pt x="217837" y="95440"/>
                      <a:pt x="216598" y="88773"/>
                    </a:cubicBezTo>
                    <a:lnTo>
                      <a:pt x="181261" y="88773"/>
                    </a:lnTo>
                    <a:cubicBezTo>
                      <a:pt x="179641" y="83058"/>
                      <a:pt x="177451" y="77724"/>
                      <a:pt x="174593" y="72676"/>
                    </a:cubicBezTo>
                    <a:lnTo>
                      <a:pt x="199549" y="47720"/>
                    </a:lnTo>
                    <a:cubicBezTo>
                      <a:pt x="191834" y="36385"/>
                      <a:pt x="182118" y="26670"/>
                      <a:pt x="170783" y="18955"/>
                    </a:cubicBezTo>
                    <a:lnTo>
                      <a:pt x="145732" y="44005"/>
                    </a:lnTo>
                    <a:cubicBezTo>
                      <a:pt x="140684" y="41148"/>
                      <a:pt x="135255" y="38957"/>
                      <a:pt x="129635" y="37338"/>
                    </a:cubicBezTo>
                    <a:lnTo>
                      <a:pt x="129635" y="1905"/>
                    </a:lnTo>
                    <a:cubicBezTo>
                      <a:pt x="123063" y="667"/>
                      <a:pt x="116205" y="0"/>
                      <a:pt x="109252" y="0"/>
                    </a:cubicBezTo>
                    <a:cubicBezTo>
                      <a:pt x="102298" y="0"/>
                      <a:pt x="95536" y="667"/>
                      <a:pt x="88868" y="1905"/>
                    </a:cubicBezTo>
                    <a:lnTo>
                      <a:pt x="88868" y="37338"/>
                    </a:lnTo>
                    <a:cubicBezTo>
                      <a:pt x="83154" y="38957"/>
                      <a:pt x="77819" y="41148"/>
                      <a:pt x="72771" y="44005"/>
                    </a:cubicBezTo>
                    <a:lnTo>
                      <a:pt x="47720" y="18955"/>
                    </a:lnTo>
                    <a:cubicBezTo>
                      <a:pt x="36386" y="26670"/>
                      <a:pt x="26670" y="36481"/>
                      <a:pt x="18955" y="47720"/>
                    </a:cubicBezTo>
                    <a:lnTo>
                      <a:pt x="43910" y="72676"/>
                    </a:lnTo>
                    <a:cubicBezTo>
                      <a:pt x="41053" y="77724"/>
                      <a:pt x="38862" y="83153"/>
                      <a:pt x="37243" y="88773"/>
                    </a:cubicBezTo>
                    <a:lnTo>
                      <a:pt x="1905" y="88773"/>
                    </a:lnTo>
                    <a:cubicBezTo>
                      <a:pt x="667" y="95345"/>
                      <a:pt x="0" y="102203"/>
                      <a:pt x="0" y="109156"/>
                    </a:cubicBezTo>
                    <a:cubicBezTo>
                      <a:pt x="0" y="116110"/>
                      <a:pt x="667" y="122873"/>
                      <a:pt x="1905" y="129540"/>
                    </a:cubicBezTo>
                    <a:lnTo>
                      <a:pt x="37243" y="129540"/>
                    </a:lnTo>
                    <a:cubicBezTo>
                      <a:pt x="38862" y="135255"/>
                      <a:pt x="41053" y="140589"/>
                      <a:pt x="43910" y="145637"/>
                    </a:cubicBezTo>
                    <a:lnTo>
                      <a:pt x="18955" y="170593"/>
                    </a:lnTo>
                    <a:cubicBezTo>
                      <a:pt x="26670" y="181928"/>
                      <a:pt x="36386" y="191643"/>
                      <a:pt x="47720" y="199358"/>
                    </a:cubicBezTo>
                    <a:lnTo>
                      <a:pt x="72771" y="174308"/>
                    </a:lnTo>
                    <a:cubicBezTo>
                      <a:pt x="77819" y="177165"/>
                      <a:pt x="83248" y="179356"/>
                      <a:pt x="88868" y="180975"/>
                    </a:cubicBezTo>
                    <a:lnTo>
                      <a:pt x="88868" y="216313"/>
                    </a:lnTo>
                    <a:cubicBezTo>
                      <a:pt x="95441" y="217551"/>
                      <a:pt x="102298" y="218218"/>
                      <a:pt x="109252" y="218218"/>
                    </a:cubicBezTo>
                    <a:cubicBezTo>
                      <a:pt x="116205" y="218218"/>
                      <a:pt x="122968" y="217551"/>
                      <a:pt x="129635" y="216313"/>
                    </a:cubicBezTo>
                    <a:lnTo>
                      <a:pt x="129635" y="180975"/>
                    </a:lnTo>
                    <a:cubicBezTo>
                      <a:pt x="135350" y="179356"/>
                      <a:pt x="140684" y="177070"/>
                      <a:pt x="145732" y="174308"/>
                    </a:cubicBezTo>
                    <a:lnTo>
                      <a:pt x="170783" y="199358"/>
                    </a:lnTo>
                    <a:cubicBezTo>
                      <a:pt x="182118" y="191643"/>
                      <a:pt x="191834" y="181928"/>
                      <a:pt x="199549" y="170593"/>
                    </a:cubicBezTo>
                    <a:lnTo>
                      <a:pt x="174593" y="145542"/>
                    </a:lnTo>
                    <a:cubicBezTo>
                      <a:pt x="177451" y="140494"/>
                      <a:pt x="179641" y="135064"/>
                      <a:pt x="181261" y="129445"/>
                    </a:cubicBezTo>
                    <a:lnTo>
                      <a:pt x="216598" y="129445"/>
                    </a:lnTo>
                    <a:close/>
                    <a:moveTo>
                      <a:pt x="109252" y="131255"/>
                    </a:moveTo>
                    <a:cubicBezTo>
                      <a:pt x="97060" y="131255"/>
                      <a:pt x="87249" y="121349"/>
                      <a:pt x="87249" y="109252"/>
                    </a:cubicBezTo>
                    <a:cubicBezTo>
                      <a:pt x="87249" y="97155"/>
                      <a:pt x="97155" y="87249"/>
                      <a:pt x="109252" y="87249"/>
                    </a:cubicBezTo>
                    <a:cubicBezTo>
                      <a:pt x="121348" y="87249"/>
                      <a:pt x="131255" y="97155"/>
                      <a:pt x="131255" y="109252"/>
                    </a:cubicBezTo>
                    <a:cubicBezTo>
                      <a:pt x="131255" y="121349"/>
                      <a:pt x="121348" y="131255"/>
                      <a:pt x="109252" y="131255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265" name="Google Shape;265;p13"/>
              <p:cNvGrpSpPr/>
              <p:nvPr/>
            </p:nvGrpSpPr>
            <p:grpSpPr>
              <a:xfrm>
                <a:off x="7512843" y="685800"/>
                <a:ext cx="213931" cy="243077"/>
                <a:chOff x="7512843" y="685800"/>
                <a:chExt cx="213931" cy="243077"/>
              </a:xfrm>
            </p:grpSpPr>
            <p:grpSp>
              <p:nvGrpSpPr>
                <p:cNvPr id="266" name="Google Shape;266;p13"/>
                <p:cNvGrpSpPr/>
                <p:nvPr/>
              </p:nvGrpSpPr>
              <p:grpSpPr>
                <a:xfrm>
                  <a:off x="7512843" y="836580"/>
                  <a:ext cx="213931" cy="92297"/>
                  <a:chOff x="7512843" y="836580"/>
                  <a:chExt cx="213931" cy="92297"/>
                </a:xfrm>
              </p:grpSpPr>
              <p:sp>
                <p:nvSpPr>
                  <p:cNvPr id="267" name="Google Shape;267;p13"/>
                  <p:cNvSpPr/>
                  <p:nvPr/>
                </p:nvSpPr>
                <p:spPr>
                  <a:xfrm>
                    <a:off x="7512843" y="856011"/>
                    <a:ext cx="213931" cy="72866"/>
                  </a:xfrm>
                  <a:custGeom>
                    <a:rect b="b" l="l" r="r" t="t"/>
                    <a:pathLst>
                      <a:path extrusionOk="0" h="72866" w="213931">
                        <a:moveTo>
                          <a:pt x="0" y="0"/>
                        </a:moveTo>
                        <a:lnTo>
                          <a:pt x="0" y="53435"/>
                        </a:lnTo>
                        <a:cubicBezTo>
                          <a:pt x="0" y="64199"/>
                          <a:pt x="47911" y="72866"/>
                          <a:pt x="106966" y="72866"/>
                        </a:cubicBezTo>
                        <a:cubicBezTo>
                          <a:pt x="166021" y="72866"/>
                          <a:pt x="213932" y="64199"/>
                          <a:pt x="213932" y="53435"/>
                        </a:cubicBezTo>
                        <a:lnTo>
                          <a:pt x="213932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68" name="Google Shape;268;p13"/>
                  <p:cNvSpPr/>
                  <p:nvPr/>
                </p:nvSpPr>
                <p:spPr>
                  <a:xfrm>
                    <a:off x="7512843" y="836580"/>
                    <a:ext cx="213931" cy="38861"/>
                  </a:xfrm>
                  <a:custGeom>
                    <a:rect b="b" l="l" r="r" t="t"/>
                    <a:pathLst>
                      <a:path extrusionOk="0" h="38861" w="213931">
                        <a:moveTo>
                          <a:pt x="213932" y="19431"/>
                        </a:moveTo>
                        <a:cubicBezTo>
                          <a:pt x="213932" y="30162"/>
                          <a:pt x="166042" y="38862"/>
                          <a:pt x="106966" y="38862"/>
                        </a:cubicBezTo>
                        <a:cubicBezTo>
                          <a:pt x="47891" y="38862"/>
                          <a:pt x="1" y="30162"/>
                          <a:pt x="1" y="19431"/>
                        </a:cubicBezTo>
                        <a:cubicBezTo>
                          <a:pt x="1" y="8700"/>
                          <a:pt x="47891" y="0"/>
                          <a:pt x="106966" y="0"/>
                        </a:cubicBezTo>
                        <a:cubicBezTo>
                          <a:pt x="166042" y="0"/>
                          <a:pt x="213932" y="8700"/>
                          <a:pt x="213932" y="19431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269" name="Google Shape;269;p13"/>
                <p:cNvGrpSpPr/>
                <p:nvPr/>
              </p:nvGrpSpPr>
              <p:grpSpPr>
                <a:xfrm>
                  <a:off x="7512843" y="761238"/>
                  <a:ext cx="213931" cy="92296"/>
                  <a:chOff x="7512843" y="761238"/>
                  <a:chExt cx="213931" cy="92296"/>
                </a:xfrm>
              </p:grpSpPr>
              <p:sp>
                <p:nvSpPr>
                  <p:cNvPr id="270" name="Google Shape;270;p13"/>
                  <p:cNvSpPr/>
                  <p:nvPr/>
                </p:nvSpPr>
                <p:spPr>
                  <a:xfrm>
                    <a:off x="7512843" y="780668"/>
                    <a:ext cx="213931" cy="72866"/>
                  </a:xfrm>
                  <a:custGeom>
                    <a:rect b="b" l="l" r="r" t="t"/>
                    <a:pathLst>
                      <a:path extrusionOk="0" h="72866" w="213931">
                        <a:moveTo>
                          <a:pt x="0" y="0"/>
                        </a:moveTo>
                        <a:lnTo>
                          <a:pt x="0" y="53435"/>
                        </a:lnTo>
                        <a:cubicBezTo>
                          <a:pt x="0" y="64199"/>
                          <a:pt x="47911" y="72866"/>
                          <a:pt x="106966" y="72866"/>
                        </a:cubicBezTo>
                        <a:cubicBezTo>
                          <a:pt x="166021" y="72866"/>
                          <a:pt x="213932" y="64199"/>
                          <a:pt x="213932" y="53435"/>
                        </a:cubicBezTo>
                        <a:lnTo>
                          <a:pt x="213932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71" name="Google Shape;271;p13"/>
                  <p:cNvSpPr/>
                  <p:nvPr/>
                </p:nvSpPr>
                <p:spPr>
                  <a:xfrm>
                    <a:off x="7512843" y="761238"/>
                    <a:ext cx="213931" cy="38861"/>
                  </a:xfrm>
                  <a:custGeom>
                    <a:rect b="b" l="l" r="r" t="t"/>
                    <a:pathLst>
                      <a:path extrusionOk="0" h="38861" w="213931">
                        <a:moveTo>
                          <a:pt x="213932" y="19431"/>
                        </a:moveTo>
                        <a:cubicBezTo>
                          <a:pt x="213932" y="30162"/>
                          <a:pt x="166042" y="38862"/>
                          <a:pt x="106966" y="38862"/>
                        </a:cubicBezTo>
                        <a:cubicBezTo>
                          <a:pt x="47891" y="38862"/>
                          <a:pt x="1" y="30162"/>
                          <a:pt x="1" y="19431"/>
                        </a:cubicBezTo>
                        <a:cubicBezTo>
                          <a:pt x="1" y="8700"/>
                          <a:pt x="47891" y="0"/>
                          <a:pt x="106966" y="0"/>
                        </a:cubicBezTo>
                        <a:cubicBezTo>
                          <a:pt x="166042" y="0"/>
                          <a:pt x="213932" y="8700"/>
                          <a:pt x="213932" y="19431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272" name="Google Shape;272;p13"/>
                <p:cNvGrpSpPr/>
                <p:nvPr/>
              </p:nvGrpSpPr>
              <p:grpSpPr>
                <a:xfrm>
                  <a:off x="7512843" y="685800"/>
                  <a:ext cx="213931" cy="92297"/>
                  <a:chOff x="7512843" y="685800"/>
                  <a:chExt cx="213931" cy="92297"/>
                </a:xfrm>
              </p:grpSpPr>
              <p:sp>
                <p:nvSpPr>
                  <p:cNvPr id="273" name="Google Shape;273;p13"/>
                  <p:cNvSpPr/>
                  <p:nvPr/>
                </p:nvSpPr>
                <p:spPr>
                  <a:xfrm>
                    <a:off x="7512843" y="705231"/>
                    <a:ext cx="213931" cy="72866"/>
                  </a:xfrm>
                  <a:custGeom>
                    <a:rect b="b" l="l" r="r" t="t"/>
                    <a:pathLst>
                      <a:path extrusionOk="0" h="72866" w="213931">
                        <a:moveTo>
                          <a:pt x="0" y="0"/>
                        </a:moveTo>
                        <a:lnTo>
                          <a:pt x="0" y="53435"/>
                        </a:lnTo>
                        <a:cubicBezTo>
                          <a:pt x="0" y="64198"/>
                          <a:pt x="47911" y="72866"/>
                          <a:pt x="106966" y="72866"/>
                        </a:cubicBezTo>
                        <a:cubicBezTo>
                          <a:pt x="166021" y="72866"/>
                          <a:pt x="213932" y="64198"/>
                          <a:pt x="213932" y="53435"/>
                        </a:cubicBezTo>
                        <a:lnTo>
                          <a:pt x="213932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74" name="Google Shape;274;p13"/>
                  <p:cNvSpPr/>
                  <p:nvPr/>
                </p:nvSpPr>
                <p:spPr>
                  <a:xfrm>
                    <a:off x="7512843" y="685800"/>
                    <a:ext cx="213931" cy="38861"/>
                  </a:xfrm>
                  <a:custGeom>
                    <a:rect b="b" l="l" r="r" t="t"/>
                    <a:pathLst>
                      <a:path extrusionOk="0" h="38861" w="213931">
                        <a:moveTo>
                          <a:pt x="213932" y="19431"/>
                        </a:moveTo>
                        <a:cubicBezTo>
                          <a:pt x="213932" y="30162"/>
                          <a:pt x="166042" y="38862"/>
                          <a:pt x="106966" y="38862"/>
                        </a:cubicBezTo>
                        <a:cubicBezTo>
                          <a:pt x="47891" y="38862"/>
                          <a:pt x="1" y="30162"/>
                          <a:pt x="1" y="19431"/>
                        </a:cubicBezTo>
                        <a:cubicBezTo>
                          <a:pt x="1" y="8700"/>
                          <a:pt x="47891" y="0"/>
                          <a:pt x="106966" y="0"/>
                        </a:cubicBezTo>
                        <a:cubicBezTo>
                          <a:pt x="166042" y="0"/>
                          <a:pt x="213932" y="8700"/>
                          <a:pt x="213932" y="19431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</p:grpSp>
      </p:grpSp>
      <p:sp>
        <p:nvSpPr>
          <p:cNvPr id="275" name="Google Shape;275;p13"/>
          <p:cNvSpPr/>
          <p:nvPr/>
        </p:nvSpPr>
        <p:spPr>
          <a:xfrm>
            <a:off x="62832" y="4828541"/>
            <a:ext cx="734045" cy="45268"/>
          </a:xfrm>
          <a:custGeom>
            <a:rect b="b" l="l" r="r" t="t"/>
            <a:pathLst>
              <a:path extrusionOk="0" h="50863" w="824770">
                <a:moveTo>
                  <a:pt x="799338" y="50863"/>
                </a:moveTo>
                <a:lnTo>
                  <a:pt x="25432" y="50863"/>
                </a:lnTo>
                <a:cubicBezTo>
                  <a:pt x="11430" y="50863"/>
                  <a:pt x="0" y="39433"/>
                  <a:pt x="0" y="25432"/>
                </a:cubicBezTo>
                <a:lnTo>
                  <a:pt x="0" y="25432"/>
                </a:lnTo>
                <a:cubicBezTo>
                  <a:pt x="0" y="11430"/>
                  <a:pt x="11430" y="0"/>
                  <a:pt x="25432" y="0"/>
                </a:cubicBezTo>
                <a:lnTo>
                  <a:pt x="799338" y="0"/>
                </a:lnTo>
                <a:cubicBezTo>
                  <a:pt x="813339" y="0"/>
                  <a:pt x="824770" y="11430"/>
                  <a:pt x="824770" y="25432"/>
                </a:cubicBezTo>
                <a:lnTo>
                  <a:pt x="824770" y="25432"/>
                </a:lnTo>
                <a:cubicBezTo>
                  <a:pt x="824770" y="39433"/>
                  <a:pt x="813339" y="50863"/>
                  <a:pt x="799338" y="50863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76" name="Google Shape;276;p13"/>
          <p:cNvGrpSpPr/>
          <p:nvPr/>
        </p:nvGrpSpPr>
        <p:grpSpPr>
          <a:xfrm>
            <a:off x="103395" y="3891186"/>
            <a:ext cx="668783" cy="959747"/>
            <a:chOff x="10519314" y="4728596"/>
            <a:chExt cx="751780" cy="1078731"/>
          </a:xfrm>
        </p:grpSpPr>
        <p:grpSp>
          <p:nvGrpSpPr>
            <p:cNvPr id="277" name="Google Shape;277;p13"/>
            <p:cNvGrpSpPr/>
            <p:nvPr/>
          </p:nvGrpSpPr>
          <p:grpSpPr>
            <a:xfrm>
              <a:off x="10519314" y="4728596"/>
              <a:ext cx="626662" cy="1078731"/>
              <a:chOff x="10519314" y="4728596"/>
              <a:chExt cx="626662" cy="1078731"/>
            </a:xfrm>
          </p:grpSpPr>
          <p:grpSp>
            <p:nvGrpSpPr>
              <p:cNvPr id="278" name="Google Shape;278;p13"/>
              <p:cNvGrpSpPr/>
              <p:nvPr/>
            </p:nvGrpSpPr>
            <p:grpSpPr>
              <a:xfrm>
                <a:off x="10903220" y="4888205"/>
                <a:ext cx="242756" cy="919122"/>
                <a:chOff x="10903220" y="4888205"/>
                <a:chExt cx="242756" cy="919122"/>
              </a:xfrm>
            </p:grpSpPr>
            <p:sp>
              <p:nvSpPr>
                <p:cNvPr id="279" name="Google Shape;279;p13"/>
                <p:cNvSpPr/>
                <p:nvPr/>
              </p:nvSpPr>
              <p:spPr>
                <a:xfrm rot="-447735">
                  <a:off x="10961814" y="4892503"/>
                  <a:ext cx="125567" cy="910526"/>
                </a:xfrm>
                <a:custGeom>
                  <a:rect b="b" l="l" r="r" t="t"/>
                  <a:pathLst>
                    <a:path extrusionOk="0" h="909637" w="125444">
                      <a:moveTo>
                        <a:pt x="0" y="0"/>
                      </a:moveTo>
                      <a:lnTo>
                        <a:pt x="125445" y="0"/>
                      </a:lnTo>
                      <a:lnTo>
                        <a:pt x="125445" y="909637"/>
                      </a:lnTo>
                      <a:lnTo>
                        <a:pt x="0" y="909637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80" name="Google Shape;280;p13"/>
                <p:cNvSpPr/>
                <p:nvPr/>
              </p:nvSpPr>
              <p:spPr>
                <a:xfrm>
                  <a:off x="10952422" y="4933194"/>
                  <a:ext cx="42088" cy="42088"/>
                </a:xfrm>
                <a:custGeom>
                  <a:rect b="b" l="l" r="r" t="t"/>
                  <a:pathLst>
                    <a:path extrusionOk="0" h="42088" w="42088">
                      <a:moveTo>
                        <a:pt x="41904" y="18282"/>
                      </a:moveTo>
                      <a:cubicBezTo>
                        <a:pt x="43428" y="29807"/>
                        <a:pt x="35331" y="40380"/>
                        <a:pt x="23806" y="41904"/>
                      </a:cubicBezTo>
                      <a:cubicBezTo>
                        <a:pt x="12281" y="43428"/>
                        <a:pt x="1709" y="35332"/>
                        <a:pt x="184" y="23806"/>
                      </a:cubicBezTo>
                      <a:cubicBezTo>
                        <a:pt x="-1340" y="12281"/>
                        <a:pt x="6756" y="1708"/>
                        <a:pt x="18282" y="184"/>
                      </a:cubicBezTo>
                      <a:cubicBezTo>
                        <a:pt x="29807" y="-1340"/>
                        <a:pt x="40380" y="6757"/>
                        <a:pt x="41904" y="18282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81" name="Google Shape;281;p13"/>
                <p:cNvSpPr/>
                <p:nvPr/>
              </p:nvSpPr>
              <p:spPr>
                <a:xfrm>
                  <a:off x="10961186" y="5000250"/>
                  <a:ext cx="42087" cy="42087"/>
                </a:xfrm>
                <a:custGeom>
                  <a:rect b="b" l="l" r="r" t="t"/>
                  <a:pathLst>
                    <a:path extrusionOk="0" h="42087" w="42087">
                      <a:moveTo>
                        <a:pt x="41904" y="18282"/>
                      </a:moveTo>
                      <a:cubicBezTo>
                        <a:pt x="43427" y="29807"/>
                        <a:pt x="35331" y="40380"/>
                        <a:pt x="23806" y="41904"/>
                      </a:cubicBezTo>
                      <a:cubicBezTo>
                        <a:pt x="12280" y="43428"/>
                        <a:pt x="1708" y="35332"/>
                        <a:pt x="184" y="23806"/>
                      </a:cubicBezTo>
                      <a:cubicBezTo>
                        <a:pt x="-1340" y="12281"/>
                        <a:pt x="6756" y="1708"/>
                        <a:pt x="18281" y="184"/>
                      </a:cubicBezTo>
                      <a:cubicBezTo>
                        <a:pt x="29807" y="-1340"/>
                        <a:pt x="40380" y="6757"/>
                        <a:pt x="41904" y="18282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282" name="Google Shape;282;p13"/>
                <p:cNvGrpSpPr/>
                <p:nvPr/>
              </p:nvGrpSpPr>
              <p:grpSpPr>
                <a:xfrm>
                  <a:off x="11014221" y="5588618"/>
                  <a:ext cx="100021" cy="114784"/>
                  <a:chOff x="11014221" y="5588618"/>
                  <a:chExt cx="100021" cy="114784"/>
                </a:xfrm>
              </p:grpSpPr>
              <p:sp>
                <p:nvSpPr>
                  <p:cNvPr id="283" name="Google Shape;283;p13"/>
                  <p:cNvSpPr/>
                  <p:nvPr/>
                </p:nvSpPr>
                <p:spPr>
                  <a:xfrm rot="-447735">
                    <a:off x="11014826" y="5594269"/>
                    <a:ext cx="88001" cy="15064"/>
                  </a:xfrm>
                  <a:custGeom>
                    <a:rect b="b" l="l" r="r" t="t"/>
                    <a:pathLst>
                      <a:path extrusionOk="0" h="15049" w="87915">
                        <a:moveTo>
                          <a:pt x="0" y="0"/>
                        </a:moveTo>
                        <a:lnTo>
                          <a:pt x="87916" y="0"/>
                        </a:lnTo>
                        <a:lnTo>
                          <a:pt x="87916" y="15049"/>
                        </a:lnTo>
                        <a:lnTo>
                          <a:pt x="0" y="15049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84" name="Google Shape;284;p13"/>
                  <p:cNvSpPr/>
                  <p:nvPr/>
                </p:nvSpPr>
                <p:spPr>
                  <a:xfrm rot="-447735">
                    <a:off x="11018646" y="5623150"/>
                    <a:ext cx="88001" cy="15064"/>
                  </a:xfrm>
                  <a:custGeom>
                    <a:rect b="b" l="l" r="r" t="t"/>
                    <a:pathLst>
                      <a:path extrusionOk="0" h="15049" w="87915">
                        <a:moveTo>
                          <a:pt x="0" y="0"/>
                        </a:moveTo>
                        <a:lnTo>
                          <a:pt x="87916" y="0"/>
                        </a:lnTo>
                        <a:lnTo>
                          <a:pt x="87916" y="15050"/>
                        </a:lnTo>
                        <a:lnTo>
                          <a:pt x="0" y="1505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85" name="Google Shape;285;p13"/>
                  <p:cNvSpPr/>
                  <p:nvPr/>
                </p:nvSpPr>
                <p:spPr>
                  <a:xfrm rot="-447735">
                    <a:off x="11021820" y="5653805"/>
                    <a:ext cx="88001" cy="15064"/>
                  </a:xfrm>
                  <a:custGeom>
                    <a:rect b="b" l="l" r="r" t="t"/>
                    <a:pathLst>
                      <a:path extrusionOk="0" h="15049" w="87915">
                        <a:moveTo>
                          <a:pt x="0" y="0"/>
                        </a:moveTo>
                        <a:lnTo>
                          <a:pt x="87916" y="0"/>
                        </a:lnTo>
                        <a:lnTo>
                          <a:pt x="87916" y="15050"/>
                        </a:lnTo>
                        <a:lnTo>
                          <a:pt x="0" y="1505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86" name="Google Shape;286;p13"/>
                  <p:cNvSpPr/>
                  <p:nvPr/>
                </p:nvSpPr>
                <p:spPr>
                  <a:xfrm rot="-447735">
                    <a:off x="11025635" y="5682688"/>
                    <a:ext cx="88001" cy="15064"/>
                  </a:xfrm>
                  <a:custGeom>
                    <a:rect b="b" l="l" r="r" t="t"/>
                    <a:pathLst>
                      <a:path extrusionOk="0" h="15049" w="87915">
                        <a:moveTo>
                          <a:pt x="0" y="0"/>
                        </a:moveTo>
                        <a:lnTo>
                          <a:pt x="87915" y="0"/>
                        </a:lnTo>
                        <a:lnTo>
                          <a:pt x="87915" y="15050"/>
                        </a:lnTo>
                        <a:lnTo>
                          <a:pt x="0" y="1505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grpSp>
            <p:nvGrpSpPr>
              <p:cNvPr id="287" name="Google Shape;287;p13"/>
              <p:cNvGrpSpPr/>
              <p:nvPr/>
            </p:nvGrpSpPr>
            <p:grpSpPr>
              <a:xfrm>
                <a:off x="10718623" y="4728596"/>
                <a:ext cx="229169" cy="1075979"/>
                <a:chOff x="10718623" y="4728596"/>
                <a:chExt cx="229169" cy="1075979"/>
              </a:xfrm>
            </p:grpSpPr>
            <p:sp>
              <p:nvSpPr>
                <p:cNvPr id="288" name="Google Shape;288;p13"/>
                <p:cNvSpPr/>
                <p:nvPr/>
              </p:nvSpPr>
              <p:spPr>
                <a:xfrm rot="-172174">
                  <a:off x="10745259" y="4732329"/>
                  <a:ext cx="175897" cy="1068513"/>
                </a:xfrm>
                <a:custGeom>
                  <a:rect b="b" l="l" r="r" t="t"/>
                  <a:pathLst>
                    <a:path extrusionOk="0" h="1069848" w="176117">
                      <a:moveTo>
                        <a:pt x="0" y="0"/>
                      </a:moveTo>
                      <a:lnTo>
                        <a:pt x="176117" y="0"/>
                      </a:lnTo>
                      <a:lnTo>
                        <a:pt x="176117" y="1069848"/>
                      </a:lnTo>
                      <a:lnTo>
                        <a:pt x="0" y="1069848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89" name="Google Shape;289;p13"/>
                <p:cNvSpPr/>
                <p:nvPr/>
              </p:nvSpPr>
              <p:spPr>
                <a:xfrm>
                  <a:off x="10787634" y="5182743"/>
                  <a:ext cx="87629" cy="87630"/>
                </a:xfrm>
                <a:custGeom>
                  <a:rect b="b" l="l" r="r" t="t"/>
                  <a:pathLst>
                    <a:path extrusionOk="0" h="87630" w="87629">
                      <a:moveTo>
                        <a:pt x="87630" y="43815"/>
                      </a:moveTo>
                      <a:cubicBezTo>
                        <a:pt x="87630" y="68013"/>
                        <a:pt x="68014" y="87630"/>
                        <a:pt x="43815" y="87630"/>
                      </a:cubicBezTo>
                      <a:cubicBezTo>
                        <a:pt x="19617" y="87630"/>
                        <a:pt x="1" y="68014"/>
                        <a:pt x="1" y="43815"/>
                      </a:cubicBezTo>
                      <a:cubicBezTo>
                        <a:pt x="1" y="19617"/>
                        <a:pt x="19617" y="0"/>
                        <a:pt x="43815" y="0"/>
                      </a:cubicBezTo>
                      <a:cubicBezTo>
                        <a:pt x="68014" y="0"/>
                        <a:pt x="87630" y="19616"/>
                        <a:pt x="87630" y="43815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290" name="Google Shape;290;p13"/>
                <p:cNvGrpSpPr/>
                <p:nvPr/>
              </p:nvGrpSpPr>
              <p:grpSpPr>
                <a:xfrm>
                  <a:off x="10765015" y="5040134"/>
                  <a:ext cx="116314" cy="49775"/>
                  <a:chOff x="10765015" y="5040134"/>
                  <a:chExt cx="116314" cy="49775"/>
                </a:xfrm>
              </p:grpSpPr>
              <p:sp>
                <p:nvSpPr>
                  <p:cNvPr id="291" name="Google Shape;291;p13"/>
                  <p:cNvSpPr/>
                  <p:nvPr/>
                </p:nvSpPr>
                <p:spPr>
                  <a:xfrm rot="-172174">
                    <a:off x="10765318" y="5042987"/>
                    <a:ext cx="114347" cy="14935"/>
                  </a:xfrm>
                  <a:custGeom>
                    <a:rect b="b" l="l" r="r" t="t"/>
                    <a:pathLst>
                      <a:path extrusionOk="0" h="14954" w="114490">
                        <a:moveTo>
                          <a:pt x="0" y="0"/>
                        </a:moveTo>
                        <a:lnTo>
                          <a:pt x="114490" y="0"/>
                        </a:lnTo>
                        <a:lnTo>
                          <a:pt x="114490" y="14954"/>
                        </a:lnTo>
                        <a:lnTo>
                          <a:pt x="0" y="1495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92" name="Google Shape;292;p13"/>
                  <p:cNvSpPr/>
                  <p:nvPr/>
                </p:nvSpPr>
                <p:spPr>
                  <a:xfrm rot="-172174">
                    <a:off x="10766681" y="5072121"/>
                    <a:ext cx="114347" cy="14935"/>
                  </a:xfrm>
                  <a:custGeom>
                    <a:rect b="b" l="l" r="r" t="t"/>
                    <a:pathLst>
                      <a:path extrusionOk="0" h="14954" w="114490">
                        <a:moveTo>
                          <a:pt x="0" y="0"/>
                        </a:moveTo>
                        <a:lnTo>
                          <a:pt x="114491" y="0"/>
                        </a:lnTo>
                        <a:lnTo>
                          <a:pt x="114491" y="14954"/>
                        </a:lnTo>
                        <a:lnTo>
                          <a:pt x="0" y="1495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293" name="Google Shape;293;p13"/>
                <p:cNvGrpSpPr/>
                <p:nvPr/>
              </p:nvGrpSpPr>
              <p:grpSpPr>
                <a:xfrm>
                  <a:off x="10784825" y="5436314"/>
                  <a:ext cx="116414" cy="49961"/>
                  <a:chOff x="10784825" y="5436314"/>
                  <a:chExt cx="116414" cy="49961"/>
                </a:xfrm>
              </p:grpSpPr>
              <p:sp>
                <p:nvSpPr>
                  <p:cNvPr id="294" name="Google Shape;294;p13"/>
                  <p:cNvSpPr/>
                  <p:nvPr/>
                </p:nvSpPr>
                <p:spPr>
                  <a:xfrm rot="-172174">
                    <a:off x="10785128" y="5439167"/>
                    <a:ext cx="114347" cy="14935"/>
                  </a:xfrm>
                  <a:custGeom>
                    <a:rect b="b" l="l" r="r" t="t"/>
                    <a:pathLst>
                      <a:path extrusionOk="0" h="14954" w="114490">
                        <a:moveTo>
                          <a:pt x="0" y="0"/>
                        </a:moveTo>
                        <a:lnTo>
                          <a:pt x="114491" y="0"/>
                        </a:lnTo>
                        <a:lnTo>
                          <a:pt x="114491" y="14955"/>
                        </a:lnTo>
                        <a:lnTo>
                          <a:pt x="0" y="14955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95" name="Google Shape;295;p13"/>
                  <p:cNvSpPr/>
                  <p:nvPr/>
                </p:nvSpPr>
                <p:spPr>
                  <a:xfrm rot="-172174">
                    <a:off x="10786591" y="5468487"/>
                    <a:ext cx="114347" cy="14935"/>
                  </a:xfrm>
                  <a:custGeom>
                    <a:rect b="b" l="l" r="r" t="t"/>
                    <a:pathLst>
                      <a:path extrusionOk="0" h="14954" w="114490">
                        <a:moveTo>
                          <a:pt x="0" y="0"/>
                        </a:moveTo>
                        <a:lnTo>
                          <a:pt x="114490" y="0"/>
                        </a:lnTo>
                        <a:lnTo>
                          <a:pt x="114490" y="14955"/>
                        </a:lnTo>
                        <a:lnTo>
                          <a:pt x="0" y="14955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grpSp>
            <p:nvGrpSpPr>
              <p:cNvPr id="296" name="Google Shape;296;p13"/>
              <p:cNvGrpSpPr/>
              <p:nvPr/>
            </p:nvGrpSpPr>
            <p:grpSpPr>
              <a:xfrm>
                <a:off x="10519314" y="4813458"/>
                <a:ext cx="202120" cy="992123"/>
                <a:chOff x="10519314" y="4813458"/>
                <a:chExt cx="202120" cy="992123"/>
              </a:xfrm>
            </p:grpSpPr>
            <p:sp>
              <p:nvSpPr>
                <p:cNvPr id="297" name="Google Shape;297;p13"/>
                <p:cNvSpPr/>
                <p:nvPr/>
              </p:nvSpPr>
              <p:spPr>
                <a:xfrm>
                  <a:off x="10519314" y="4813458"/>
                  <a:ext cx="202120" cy="992123"/>
                </a:xfrm>
                <a:custGeom>
                  <a:rect b="b" l="l" r="r" t="t"/>
                  <a:pathLst>
                    <a:path extrusionOk="0" h="992123" w="202120">
                      <a:moveTo>
                        <a:pt x="0" y="0"/>
                      </a:moveTo>
                      <a:lnTo>
                        <a:pt x="202120" y="0"/>
                      </a:lnTo>
                      <a:lnTo>
                        <a:pt x="202120" y="992124"/>
                      </a:lnTo>
                      <a:lnTo>
                        <a:pt x="0" y="992124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98" name="Google Shape;298;p13"/>
                <p:cNvSpPr/>
                <p:nvPr/>
              </p:nvSpPr>
              <p:spPr>
                <a:xfrm>
                  <a:off x="10558843" y="4891468"/>
                  <a:ext cx="123063" cy="123062"/>
                </a:xfrm>
                <a:custGeom>
                  <a:rect b="b" l="l" r="r" t="t"/>
                  <a:pathLst>
                    <a:path extrusionOk="0" h="123062" w="123063">
                      <a:moveTo>
                        <a:pt x="123063" y="61532"/>
                      </a:moveTo>
                      <a:cubicBezTo>
                        <a:pt x="123063" y="95514"/>
                        <a:pt x="95514" y="123063"/>
                        <a:pt x="61531" y="123063"/>
                      </a:cubicBezTo>
                      <a:cubicBezTo>
                        <a:pt x="27548" y="123063"/>
                        <a:pt x="-1" y="95514"/>
                        <a:pt x="-1" y="61532"/>
                      </a:cubicBezTo>
                      <a:cubicBezTo>
                        <a:pt x="-1" y="27549"/>
                        <a:pt x="27548" y="0"/>
                        <a:pt x="61531" y="0"/>
                      </a:cubicBezTo>
                      <a:cubicBezTo>
                        <a:pt x="95514" y="0"/>
                        <a:pt x="123063" y="27549"/>
                        <a:pt x="123063" y="61532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299" name="Google Shape;299;p13"/>
                <p:cNvGrpSpPr/>
                <p:nvPr/>
              </p:nvGrpSpPr>
              <p:grpSpPr>
                <a:xfrm>
                  <a:off x="10556176" y="5465730"/>
                  <a:ext cx="128397" cy="44196"/>
                  <a:chOff x="10556176" y="5465730"/>
                  <a:chExt cx="128397" cy="44196"/>
                </a:xfrm>
              </p:grpSpPr>
              <p:sp>
                <p:nvSpPr>
                  <p:cNvPr id="300" name="Google Shape;300;p13"/>
                  <p:cNvSpPr/>
                  <p:nvPr/>
                </p:nvSpPr>
                <p:spPr>
                  <a:xfrm>
                    <a:off x="10556176" y="5465730"/>
                    <a:ext cx="128397" cy="14954"/>
                  </a:xfrm>
                  <a:custGeom>
                    <a:rect b="b" l="l" r="r" t="t"/>
                    <a:pathLst>
                      <a:path extrusionOk="0" h="14954" w="128397">
                        <a:moveTo>
                          <a:pt x="0" y="0"/>
                        </a:moveTo>
                        <a:lnTo>
                          <a:pt x="128397" y="0"/>
                        </a:lnTo>
                        <a:lnTo>
                          <a:pt x="128397" y="14954"/>
                        </a:lnTo>
                        <a:lnTo>
                          <a:pt x="0" y="1495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01" name="Google Shape;301;p13"/>
                  <p:cNvSpPr/>
                  <p:nvPr/>
                </p:nvSpPr>
                <p:spPr>
                  <a:xfrm>
                    <a:off x="10556176" y="5494972"/>
                    <a:ext cx="128397" cy="14954"/>
                  </a:xfrm>
                  <a:custGeom>
                    <a:rect b="b" l="l" r="r" t="t"/>
                    <a:pathLst>
                      <a:path extrusionOk="0" h="14954" w="128397">
                        <a:moveTo>
                          <a:pt x="0" y="0"/>
                        </a:moveTo>
                        <a:lnTo>
                          <a:pt x="128397" y="0"/>
                        </a:lnTo>
                        <a:lnTo>
                          <a:pt x="128397" y="14955"/>
                        </a:lnTo>
                        <a:lnTo>
                          <a:pt x="0" y="14955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302" name="Google Shape;302;p13"/>
                <p:cNvGrpSpPr/>
                <p:nvPr/>
              </p:nvGrpSpPr>
              <p:grpSpPr>
                <a:xfrm>
                  <a:off x="10556176" y="5689187"/>
                  <a:ext cx="128397" cy="44196"/>
                  <a:chOff x="10556176" y="5689187"/>
                  <a:chExt cx="128397" cy="44196"/>
                </a:xfrm>
              </p:grpSpPr>
              <p:sp>
                <p:nvSpPr>
                  <p:cNvPr id="303" name="Google Shape;303;p13"/>
                  <p:cNvSpPr/>
                  <p:nvPr/>
                </p:nvSpPr>
                <p:spPr>
                  <a:xfrm>
                    <a:off x="10556176" y="5689187"/>
                    <a:ext cx="128397" cy="14954"/>
                  </a:xfrm>
                  <a:custGeom>
                    <a:rect b="b" l="l" r="r" t="t"/>
                    <a:pathLst>
                      <a:path extrusionOk="0" h="14954" w="128397">
                        <a:moveTo>
                          <a:pt x="0" y="0"/>
                        </a:moveTo>
                        <a:lnTo>
                          <a:pt x="128397" y="0"/>
                        </a:lnTo>
                        <a:lnTo>
                          <a:pt x="128397" y="14954"/>
                        </a:lnTo>
                        <a:lnTo>
                          <a:pt x="0" y="1495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04" name="Google Shape;304;p13"/>
                  <p:cNvSpPr/>
                  <p:nvPr/>
                </p:nvSpPr>
                <p:spPr>
                  <a:xfrm>
                    <a:off x="10556176" y="5718429"/>
                    <a:ext cx="128397" cy="14954"/>
                  </a:xfrm>
                  <a:custGeom>
                    <a:rect b="b" l="l" r="r" t="t"/>
                    <a:pathLst>
                      <a:path extrusionOk="0" h="14954" w="128397">
                        <a:moveTo>
                          <a:pt x="0" y="0"/>
                        </a:moveTo>
                        <a:lnTo>
                          <a:pt x="128397" y="0"/>
                        </a:lnTo>
                        <a:lnTo>
                          <a:pt x="128397" y="14954"/>
                        </a:lnTo>
                        <a:lnTo>
                          <a:pt x="0" y="1495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</p:grpSp>
        <p:grpSp>
          <p:nvGrpSpPr>
            <p:cNvPr id="305" name="Google Shape;305;p13"/>
            <p:cNvGrpSpPr/>
            <p:nvPr/>
          </p:nvGrpSpPr>
          <p:grpSpPr>
            <a:xfrm>
              <a:off x="11058042" y="5088325"/>
              <a:ext cx="213052" cy="717953"/>
              <a:chOff x="11058042" y="5088325"/>
              <a:chExt cx="213052" cy="717953"/>
            </a:xfrm>
          </p:grpSpPr>
          <p:sp>
            <p:nvSpPr>
              <p:cNvPr id="306" name="Google Shape;306;p13"/>
              <p:cNvSpPr/>
              <p:nvPr/>
            </p:nvSpPr>
            <p:spPr>
              <a:xfrm rot="-631368">
                <a:off x="11122592" y="5089982"/>
                <a:ext cx="83952" cy="714640"/>
              </a:xfrm>
              <a:custGeom>
                <a:rect b="b" l="l" r="r" t="t"/>
                <a:pathLst>
                  <a:path extrusionOk="0" h="715136" w="84010">
                    <a:moveTo>
                      <a:pt x="0" y="0"/>
                    </a:moveTo>
                    <a:lnTo>
                      <a:pt x="84010" y="0"/>
                    </a:lnTo>
                    <a:lnTo>
                      <a:pt x="84010" y="715137"/>
                    </a:lnTo>
                    <a:lnTo>
                      <a:pt x="0" y="715137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7" name="Google Shape;307;p13"/>
              <p:cNvSpPr/>
              <p:nvPr/>
            </p:nvSpPr>
            <p:spPr>
              <a:xfrm rot="-631368">
                <a:off x="11154645" y="5271518"/>
                <a:ext cx="25985" cy="411004"/>
              </a:xfrm>
              <a:custGeom>
                <a:rect b="b" l="l" r="r" t="t"/>
                <a:pathLst>
                  <a:path extrusionOk="0" h="411289" w="26003">
                    <a:moveTo>
                      <a:pt x="0" y="0"/>
                    </a:moveTo>
                    <a:lnTo>
                      <a:pt x="26003" y="0"/>
                    </a:lnTo>
                    <a:lnTo>
                      <a:pt x="26003" y="411289"/>
                    </a:lnTo>
                    <a:lnTo>
                      <a:pt x="0" y="411289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308" name="Google Shape;308;p13"/>
          <p:cNvGrpSpPr/>
          <p:nvPr/>
        </p:nvGrpSpPr>
        <p:grpSpPr>
          <a:xfrm>
            <a:off x="150676" y="2823493"/>
            <a:ext cx="516117" cy="779220"/>
            <a:chOff x="10572463" y="3528536"/>
            <a:chExt cx="580168" cy="875823"/>
          </a:xfrm>
        </p:grpSpPr>
        <p:grpSp>
          <p:nvGrpSpPr>
            <p:cNvPr id="309" name="Google Shape;309;p13"/>
            <p:cNvGrpSpPr/>
            <p:nvPr/>
          </p:nvGrpSpPr>
          <p:grpSpPr>
            <a:xfrm>
              <a:off x="10713815" y="3528536"/>
              <a:ext cx="438816" cy="746664"/>
              <a:chOff x="10713815" y="3528536"/>
              <a:chExt cx="438816" cy="746664"/>
            </a:xfrm>
          </p:grpSpPr>
          <p:sp>
            <p:nvSpPr>
              <p:cNvPr id="310" name="Google Shape;310;p13"/>
              <p:cNvSpPr/>
              <p:nvPr/>
            </p:nvSpPr>
            <p:spPr>
              <a:xfrm>
                <a:off x="10713815" y="3528536"/>
                <a:ext cx="438816" cy="746664"/>
              </a:xfrm>
              <a:custGeom>
                <a:rect b="b" l="l" r="r" t="t"/>
                <a:pathLst>
                  <a:path extrusionOk="0" h="746664" w="438816">
                    <a:moveTo>
                      <a:pt x="438721" y="746569"/>
                    </a:moveTo>
                    <a:lnTo>
                      <a:pt x="0" y="746569"/>
                    </a:lnTo>
                    <a:lnTo>
                      <a:pt x="0" y="0"/>
                    </a:lnTo>
                    <a:lnTo>
                      <a:pt x="326231" y="0"/>
                    </a:lnTo>
                    <a:cubicBezTo>
                      <a:pt x="370141" y="43910"/>
                      <a:pt x="394811" y="68580"/>
                      <a:pt x="438816" y="112585"/>
                    </a:cubicBezTo>
                    <a:lnTo>
                      <a:pt x="438816" y="746665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311" name="Google Shape;311;p13"/>
              <p:cNvGrpSpPr/>
              <p:nvPr/>
            </p:nvGrpSpPr>
            <p:grpSpPr>
              <a:xfrm>
                <a:off x="10776489" y="3625310"/>
                <a:ext cx="313848" cy="288226"/>
                <a:chOff x="10776489" y="3625310"/>
                <a:chExt cx="313848" cy="288226"/>
              </a:xfrm>
            </p:grpSpPr>
            <p:sp>
              <p:nvSpPr>
                <p:cNvPr id="312" name="Google Shape;312;p13"/>
                <p:cNvSpPr/>
                <p:nvPr/>
              </p:nvSpPr>
              <p:spPr>
                <a:xfrm>
                  <a:off x="10776489" y="3625310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3" name="Google Shape;313;p13"/>
                <p:cNvSpPr/>
                <p:nvPr/>
              </p:nvSpPr>
              <p:spPr>
                <a:xfrm>
                  <a:off x="10776489" y="3678650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4" name="Google Shape;314;p13"/>
                <p:cNvSpPr/>
                <p:nvPr/>
              </p:nvSpPr>
              <p:spPr>
                <a:xfrm>
                  <a:off x="10776489" y="3731990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5" name="Google Shape;315;p13"/>
                <p:cNvSpPr/>
                <p:nvPr/>
              </p:nvSpPr>
              <p:spPr>
                <a:xfrm>
                  <a:off x="10776489" y="3785425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6" name="Google Shape;316;p13"/>
                <p:cNvSpPr/>
                <p:nvPr/>
              </p:nvSpPr>
              <p:spPr>
                <a:xfrm>
                  <a:off x="10776489" y="3838765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7" name="Google Shape;317;p13"/>
                <p:cNvSpPr/>
                <p:nvPr/>
              </p:nvSpPr>
              <p:spPr>
                <a:xfrm>
                  <a:off x="10776489" y="3892105"/>
                  <a:ext cx="184689" cy="21431"/>
                </a:xfrm>
                <a:custGeom>
                  <a:rect b="b" l="l" r="r" t="t"/>
                  <a:pathLst>
                    <a:path extrusionOk="0" h="21431" w="184689">
                      <a:moveTo>
                        <a:pt x="0" y="0"/>
                      </a:moveTo>
                      <a:lnTo>
                        <a:pt x="184690" y="0"/>
                      </a:lnTo>
                      <a:lnTo>
                        <a:pt x="184690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rgbClr val="42444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318" name="Google Shape;318;p13"/>
              <p:cNvGrpSpPr/>
              <p:nvPr/>
            </p:nvGrpSpPr>
            <p:grpSpPr>
              <a:xfrm>
                <a:off x="10776489" y="3999547"/>
                <a:ext cx="313848" cy="181546"/>
                <a:chOff x="10776489" y="3999547"/>
                <a:chExt cx="313848" cy="181546"/>
              </a:xfrm>
            </p:grpSpPr>
            <p:sp>
              <p:nvSpPr>
                <p:cNvPr id="319" name="Google Shape;319;p13"/>
                <p:cNvSpPr/>
                <p:nvPr/>
              </p:nvSpPr>
              <p:spPr>
                <a:xfrm>
                  <a:off x="10776489" y="3999547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20" name="Google Shape;320;p13"/>
                <p:cNvSpPr/>
                <p:nvPr/>
              </p:nvSpPr>
              <p:spPr>
                <a:xfrm>
                  <a:off x="10776489" y="4052887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21" name="Google Shape;321;p13"/>
                <p:cNvSpPr/>
                <p:nvPr/>
              </p:nvSpPr>
              <p:spPr>
                <a:xfrm>
                  <a:off x="10776489" y="4106322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22" name="Google Shape;322;p13"/>
                <p:cNvSpPr/>
                <p:nvPr/>
              </p:nvSpPr>
              <p:spPr>
                <a:xfrm>
                  <a:off x="10776489" y="4159662"/>
                  <a:ext cx="184689" cy="21431"/>
                </a:xfrm>
                <a:custGeom>
                  <a:rect b="b" l="l" r="r" t="t"/>
                  <a:pathLst>
                    <a:path extrusionOk="0" h="21431" w="184689">
                      <a:moveTo>
                        <a:pt x="0" y="0"/>
                      </a:moveTo>
                      <a:lnTo>
                        <a:pt x="184690" y="0"/>
                      </a:lnTo>
                      <a:lnTo>
                        <a:pt x="184690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rgbClr val="42444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323" name="Google Shape;323;p13"/>
              <p:cNvSpPr/>
              <p:nvPr/>
            </p:nvSpPr>
            <p:spPr>
              <a:xfrm>
                <a:off x="11039951" y="3528536"/>
                <a:ext cx="112584" cy="112585"/>
              </a:xfrm>
              <a:custGeom>
                <a:rect b="b" l="l" r="r" t="t"/>
                <a:pathLst>
                  <a:path extrusionOk="0" h="112585" w="112584">
                    <a:moveTo>
                      <a:pt x="112585" y="112585"/>
                    </a:moveTo>
                    <a:lnTo>
                      <a:pt x="0" y="112585"/>
                    </a:lnTo>
                    <a:lnTo>
                      <a:pt x="0" y="0"/>
                    </a:lnTo>
                    <a:lnTo>
                      <a:pt x="0" y="0"/>
                    </a:lnTo>
                    <a:cubicBezTo>
                      <a:pt x="43910" y="43910"/>
                      <a:pt x="68580" y="68580"/>
                      <a:pt x="112585" y="112585"/>
                    </a:cubicBezTo>
                    <a:lnTo>
                      <a:pt x="112585" y="112585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24" name="Google Shape;324;p13"/>
            <p:cNvGrpSpPr/>
            <p:nvPr/>
          </p:nvGrpSpPr>
          <p:grpSpPr>
            <a:xfrm>
              <a:off x="10572463" y="3657790"/>
              <a:ext cx="438817" cy="746569"/>
              <a:chOff x="10572463" y="3657790"/>
              <a:chExt cx="438817" cy="746569"/>
            </a:xfrm>
          </p:grpSpPr>
          <p:sp>
            <p:nvSpPr>
              <p:cNvPr id="325" name="Google Shape;325;p13"/>
              <p:cNvSpPr/>
              <p:nvPr/>
            </p:nvSpPr>
            <p:spPr>
              <a:xfrm>
                <a:off x="10572463" y="3657790"/>
                <a:ext cx="438817" cy="746569"/>
              </a:xfrm>
              <a:custGeom>
                <a:rect b="b" l="l" r="r" t="t"/>
                <a:pathLst>
                  <a:path extrusionOk="0" h="746569" w="438817">
                    <a:moveTo>
                      <a:pt x="438722" y="746570"/>
                    </a:moveTo>
                    <a:lnTo>
                      <a:pt x="0" y="746570"/>
                    </a:lnTo>
                    <a:lnTo>
                      <a:pt x="0" y="0"/>
                    </a:lnTo>
                    <a:lnTo>
                      <a:pt x="326231" y="0"/>
                    </a:lnTo>
                    <a:cubicBezTo>
                      <a:pt x="370141" y="43910"/>
                      <a:pt x="394812" y="68580"/>
                      <a:pt x="438817" y="112586"/>
                    </a:cubicBezTo>
                    <a:lnTo>
                      <a:pt x="438817" y="74657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326" name="Google Shape;326;p13"/>
              <p:cNvGrpSpPr/>
              <p:nvPr/>
            </p:nvGrpSpPr>
            <p:grpSpPr>
              <a:xfrm>
                <a:off x="10635138" y="3754469"/>
                <a:ext cx="313848" cy="288321"/>
                <a:chOff x="10635138" y="3754469"/>
                <a:chExt cx="313848" cy="288321"/>
              </a:xfrm>
            </p:grpSpPr>
            <p:sp>
              <p:nvSpPr>
                <p:cNvPr id="327" name="Google Shape;327;p13"/>
                <p:cNvSpPr/>
                <p:nvPr/>
              </p:nvSpPr>
              <p:spPr>
                <a:xfrm>
                  <a:off x="10635138" y="3754469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28" name="Google Shape;328;p13"/>
                <p:cNvSpPr/>
                <p:nvPr/>
              </p:nvSpPr>
              <p:spPr>
                <a:xfrm>
                  <a:off x="10635138" y="3807904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29" name="Google Shape;329;p13"/>
                <p:cNvSpPr/>
                <p:nvPr/>
              </p:nvSpPr>
              <p:spPr>
                <a:xfrm>
                  <a:off x="10635138" y="3861244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30" name="Google Shape;330;p13"/>
                <p:cNvSpPr/>
                <p:nvPr/>
              </p:nvSpPr>
              <p:spPr>
                <a:xfrm>
                  <a:off x="10635138" y="3914584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31" name="Google Shape;331;p13"/>
                <p:cNvSpPr/>
                <p:nvPr/>
              </p:nvSpPr>
              <p:spPr>
                <a:xfrm>
                  <a:off x="10635138" y="3968019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32" name="Google Shape;332;p13"/>
                <p:cNvSpPr/>
                <p:nvPr/>
              </p:nvSpPr>
              <p:spPr>
                <a:xfrm>
                  <a:off x="10635138" y="4021359"/>
                  <a:ext cx="184689" cy="21431"/>
                </a:xfrm>
                <a:custGeom>
                  <a:rect b="b" l="l" r="r" t="t"/>
                  <a:pathLst>
                    <a:path extrusionOk="0" h="21431" w="184689">
                      <a:moveTo>
                        <a:pt x="0" y="0"/>
                      </a:moveTo>
                      <a:lnTo>
                        <a:pt x="184689" y="0"/>
                      </a:lnTo>
                      <a:lnTo>
                        <a:pt x="184689" y="21431"/>
                      </a:lnTo>
                      <a:lnTo>
                        <a:pt x="-1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333" name="Google Shape;333;p13"/>
              <p:cNvGrpSpPr/>
              <p:nvPr/>
            </p:nvGrpSpPr>
            <p:grpSpPr>
              <a:xfrm>
                <a:off x="10635138" y="4128801"/>
                <a:ext cx="313848" cy="181547"/>
                <a:chOff x="10635138" y="4128801"/>
                <a:chExt cx="313848" cy="181547"/>
              </a:xfrm>
            </p:grpSpPr>
            <p:sp>
              <p:nvSpPr>
                <p:cNvPr id="334" name="Google Shape;334;p13"/>
                <p:cNvSpPr/>
                <p:nvPr/>
              </p:nvSpPr>
              <p:spPr>
                <a:xfrm>
                  <a:off x="10635138" y="4128801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35" name="Google Shape;335;p13"/>
                <p:cNvSpPr/>
                <p:nvPr/>
              </p:nvSpPr>
              <p:spPr>
                <a:xfrm>
                  <a:off x="10635138" y="4182141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36" name="Google Shape;336;p13"/>
                <p:cNvSpPr/>
                <p:nvPr/>
              </p:nvSpPr>
              <p:spPr>
                <a:xfrm>
                  <a:off x="10635138" y="4235481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37" name="Google Shape;337;p13"/>
                <p:cNvSpPr/>
                <p:nvPr/>
              </p:nvSpPr>
              <p:spPr>
                <a:xfrm>
                  <a:off x="10635138" y="4288917"/>
                  <a:ext cx="184689" cy="21431"/>
                </a:xfrm>
                <a:custGeom>
                  <a:rect b="b" l="l" r="r" t="t"/>
                  <a:pathLst>
                    <a:path extrusionOk="0" h="21431" w="184689">
                      <a:moveTo>
                        <a:pt x="0" y="0"/>
                      </a:moveTo>
                      <a:lnTo>
                        <a:pt x="184689" y="0"/>
                      </a:lnTo>
                      <a:lnTo>
                        <a:pt x="184689" y="21431"/>
                      </a:lnTo>
                      <a:lnTo>
                        <a:pt x="-1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338" name="Google Shape;338;p13"/>
              <p:cNvSpPr/>
              <p:nvPr/>
            </p:nvSpPr>
            <p:spPr>
              <a:xfrm>
                <a:off x="10898599" y="3657790"/>
                <a:ext cx="112586" cy="112585"/>
              </a:xfrm>
              <a:custGeom>
                <a:rect b="b" l="l" r="r" t="t"/>
                <a:pathLst>
                  <a:path extrusionOk="0" h="112585" w="112586">
                    <a:moveTo>
                      <a:pt x="112586" y="112586"/>
                    </a:moveTo>
                    <a:lnTo>
                      <a:pt x="0" y="112586"/>
                    </a:lnTo>
                    <a:lnTo>
                      <a:pt x="0" y="0"/>
                    </a:lnTo>
                    <a:lnTo>
                      <a:pt x="0" y="0"/>
                    </a:lnTo>
                    <a:cubicBezTo>
                      <a:pt x="43910" y="43910"/>
                      <a:pt x="68581" y="68580"/>
                      <a:pt x="112586" y="112586"/>
                    </a:cubicBezTo>
                    <a:lnTo>
                      <a:pt x="112586" y="112586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339" name="Google Shape;339;p13"/>
          <p:cNvGrpSpPr/>
          <p:nvPr/>
        </p:nvGrpSpPr>
        <p:grpSpPr>
          <a:xfrm>
            <a:off x="361835" y="3601018"/>
            <a:ext cx="22030" cy="294484"/>
            <a:chOff x="10809827" y="4402455"/>
            <a:chExt cx="24764" cy="330993"/>
          </a:xfrm>
        </p:grpSpPr>
        <p:sp>
          <p:nvSpPr>
            <p:cNvPr id="340" name="Google Shape;340;p13"/>
            <p:cNvSpPr/>
            <p:nvPr/>
          </p:nvSpPr>
          <p:spPr>
            <a:xfrm>
              <a:off x="10822209" y="4414266"/>
              <a:ext cx="9525" cy="307467"/>
            </a:xfrm>
            <a:custGeom>
              <a:rect b="b" l="l" r="r" t="t"/>
              <a:pathLst>
                <a:path extrusionOk="0" h="307467" w="9525">
                  <a:moveTo>
                    <a:pt x="-1" y="307467"/>
                  </a:moveTo>
                  <a:lnTo>
                    <a:pt x="-1" y="0"/>
                  </a:lnTo>
                </a:path>
              </a:pathLst>
            </a:custGeom>
            <a:solidFill>
              <a:schemeClr val="accent4"/>
            </a:solidFill>
            <a:ln cap="flat" cmpd="sng" w="10950">
              <a:solidFill>
                <a:schemeClr val="accent4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1" name="Google Shape;341;p13"/>
            <p:cNvSpPr/>
            <p:nvPr/>
          </p:nvSpPr>
          <p:spPr>
            <a:xfrm>
              <a:off x="10809827" y="4708683"/>
              <a:ext cx="24764" cy="24765"/>
            </a:xfrm>
            <a:custGeom>
              <a:rect b="b" l="l" r="r" t="t"/>
              <a:pathLst>
                <a:path extrusionOk="0" h="24765" w="24764">
                  <a:moveTo>
                    <a:pt x="24765" y="12382"/>
                  </a:moveTo>
                  <a:cubicBezTo>
                    <a:pt x="24765" y="19240"/>
                    <a:pt x="19241" y="24765"/>
                    <a:pt x="12382" y="24765"/>
                  </a:cubicBezTo>
                  <a:cubicBezTo>
                    <a:pt x="5524" y="24765"/>
                    <a:pt x="0" y="19240"/>
                    <a:pt x="0" y="12382"/>
                  </a:cubicBezTo>
                  <a:cubicBezTo>
                    <a:pt x="0" y="5524"/>
                    <a:pt x="5524" y="0"/>
                    <a:pt x="12382" y="0"/>
                  </a:cubicBezTo>
                  <a:cubicBezTo>
                    <a:pt x="19241" y="0"/>
                    <a:pt x="24765" y="5524"/>
                    <a:pt x="24765" y="12382"/>
                  </a:cubicBezTo>
                  <a:close/>
                </a:path>
              </a:pathLst>
            </a:cu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2" name="Google Shape;342;p13"/>
            <p:cNvSpPr/>
            <p:nvPr/>
          </p:nvSpPr>
          <p:spPr>
            <a:xfrm>
              <a:off x="10809827" y="4402455"/>
              <a:ext cx="24764" cy="24764"/>
            </a:xfrm>
            <a:custGeom>
              <a:rect b="b" l="l" r="r" t="t"/>
              <a:pathLst>
                <a:path extrusionOk="0" h="24764" w="24764">
                  <a:moveTo>
                    <a:pt x="24765" y="12382"/>
                  </a:moveTo>
                  <a:cubicBezTo>
                    <a:pt x="24765" y="5524"/>
                    <a:pt x="19241" y="0"/>
                    <a:pt x="12382" y="0"/>
                  </a:cubicBezTo>
                  <a:cubicBezTo>
                    <a:pt x="5524" y="0"/>
                    <a:pt x="0" y="5524"/>
                    <a:pt x="0" y="12382"/>
                  </a:cubicBezTo>
                  <a:cubicBezTo>
                    <a:pt x="0" y="19240"/>
                    <a:pt x="5524" y="24765"/>
                    <a:pt x="12382" y="24765"/>
                  </a:cubicBezTo>
                  <a:cubicBezTo>
                    <a:pt x="19241" y="24765"/>
                    <a:pt x="24765" y="19240"/>
                    <a:pt x="24765" y="12382"/>
                  </a:cubicBezTo>
                  <a:close/>
                </a:path>
              </a:pathLst>
            </a:cu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ONE_COLUMN_TEXT_1"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14"/>
          <p:cNvSpPr txBox="1"/>
          <p:nvPr>
            <p:ph type="title"/>
          </p:nvPr>
        </p:nvSpPr>
        <p:spPr>
          <a:xfrm>
            <a:off x="811975" y="1032900"/>
            <a:ext cx="2804400" cy="1006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45" name="Google Shape;345;p14"/>
          <p:cNvSpPr txBox="1"/>
          <p:nvPr>
            <p:ph idx="1" type="subTitle"/>
          </p:nvPr>
        </p:nvSpPr>
        <p:spPr>
          <a:xfrm>
            <a:off x="811975" y="2039700"/>
            <a:ext cx="4294800" cy="207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■"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●"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●"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○"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9pPr>
          </a:lstStyle>
          <a:p/>
        </p:txBody>
      </p:sp>
      <p:sp>
        <p:nvSpPr>
          <p:cNvPr id="346" name="Google Shape;346;p14"/>
          <p:cNvSpPr/>
          <p:nvPr>
            <p:ph idx="2" type="pic"/>
          </p:nvPr>
        </p:nvSpPr>
        <p:spPr>
          <a:xfrm>
            <a:off x="5668975" y="1076550"/>
            <a:ext cx="2990400" cy="29904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347" name="Google Shape;347;p14"/>
          <p:cNvSpPr/>
          <p:nvPr/>
        </p:nvSpPr>
        <p:spPr>
          <a:xfrm rot="-2381697">
            <a:off x="-1265120" y="-661594"/>
            <a:ext cx="3096202" cy="2008988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14"/>
          <p:cNvSpPr/>
          <p:nvPr/>
        </p:nvSpPr>
        <p:spPr>
          <a:xfrm rot="-7296874">
            <a:off x="-735040" y="4231574"/>
            <a:ext cx="2036053" cy="1508864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49" name="Google Shape;349;p14"/>
          <p:cNvGrpSpPr/>
          <p:nvPr/>
        </p:nvGrpSpPr>
        <p:grpSpPr>
          <a:xfrm>
            <a:off x="65066" y="4373044"/>
            <a:ext cx="878158" cy="654532"/>
            <a:chOff x="1114425" y="4361211"/>
            <a:chExt cx="573023" cy="427101"/>
          </a:xfrm>
        </p:grpSpPr>
        <p:grpSp>
          <p:nvGrpSpPr>
            <p:cNvPr id="350" name="Google Shape;350;p14"/>
            <p:cNvGrpSpPr/>
            <p:nvPr/>
          </p:nvGrpSpPr>
          <p:grpSpPr>
            <a:xfrm>
              <a:off x="1114425" y="4361211"/>
              <a:ext cx="573023" cy="427101"/>
              <a:chOff x="1114425" y="4361211"/>
              <a:chExt cx="573023" cy="427101"/>
            </a:xfrm>
          </p:grpSpPr>
          <p:sp>
            <p:nvSpPr>
              <p:cNvPr id="351" name="Google Shape;351;p14"/>
              <p:cNvSpPr/>
              <p:nvPr/>
            </p:nvSpPr>
            <p:spPr>
              <a:xfrm>
                <a:off x="1241964" y="4361211"/>
                <a:ext cx="445484" cy="299466"/>
              </a:xfrm>
              <a:custGeom>
                <a:rect b="b" l="l" r="r" t="t"/>
                <a:pathLst>
                  <a:path extrusionOk="0" h="299466" w="445484">
                    <a:moveTo>
                      <a:pt x="139160" y="7715"/>
                    </a:moveTo>
                    <a:lnTo>
                      <a:pt x="173450" y="42005"/>
                    </a:lnTo>
                    <a:cubicBezTo>
                      <a:pt x="178403" y="46958"/>
                      <a:pt x="185166" y="49721"/>
                      <a:pt x="192215" y="49721"/>
                    </a:cubicBezTo>
                    <a:lnTo>
                      <a:pt x="419005" y="49721"/>
                    </a:lnTo>
                    <a:cubicBezTo>
                      <a:pt x="433673" y="49721"/>
                      <a:pt x="445484" y="61627"/>
                      <a:pt x="445484" y="76200"/>
                    </a:cubicBezTo>
                    <a:lnTo>
                      <a:pt x="445484" y="272987"/>
                    </a:lnTo>
                    <a:cubicBezTo>
                      <a:pt x="445484" y="287655"/>
                      <a:pt x="433578" y="299466"/>
                      <a:pt x="419005" y="299466"/>
                    </a:cubicBezTo>
                    <a:lnTo>
                      <a:pt x="26479" y="299466"/>
                    </a:lnTo>
                    <a:cubicBezTo>
                      <a:pt x="11811" y="299466"/>
                      <a:pt x="0" y="287560"/>
                      <a:pt x="0" y="272987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79" y="0"/>
                    </a:cubicBezTo>
                    <a:lnTo>
                      <a:pt x="120396" y="0"/>
                    </a:lnTo>
                    <a:cubicBezTo>
                      <a:pt x="127445" y="0"/>
                      <a:pt x="134207" y="2762"/>
                      <a:pt x="139160" y="7715"/>
                    </a:cubicBezTo>
                    <a:close/>
                  </a:path>
                </a:pathLst>
              </a:custGeom>
              <a:solidFill>
                <a:srgbClr val="35363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2" name="Google Shape;352;p14"/>
              <p:cNvSpPr/>
              <p:nvPr/>
            </p:nvSpPr>
            <p:spPr>
              <a:xfrm>
                <a:off x="1178242" y="4425029"/>
                <a:ext cx="445484" cy="299466"/>
              </a:xfrm>
              <a:custGeom>
                <a:rect b="b" l="l" r="r" t="t"/>
                <a:pathLst>
                  <a:path extrusionOk="0" h="299466" w="445484">
                    <a:moveTo>
                      <a:pt x="139160" y="7620"/>
                    </a:moveTo>
                    <a:lnTo>
                      <a:pt x="173450" y="41910"/>
                    </a:lnTo>
                    <a:cubicBezTo>
                      <a:pt x="178403" y="46863"/>
                      <a:pt x="185166" y="49721"/>
                      <a:pt x="192215" y="49721"/>
                    </a:cubicBezTo>
                    <a:lnTo>
                      <a:pt x="419005" y="49721"/>
                    </a:lnTo>
                    <a:cubicBezTo>
                      <a:pt x="433673" y="49721"/>
                      <a:pt x="445484" y="61627"/>
                      <a:pt x="445484" y="76200"/>
                    </a:cubicBezTo>
                    <a:lnTo>
                      <a:pt x="445484" y="272987"/>
                    </a:lnTo>
                    <a:cubicBezTo>
                      <a:pt x="445484" y="287655"/>
                      <a:pt x="433578" y="299466"/>
                      <a:pt x="419005" y="299466"/>
                    </a:cubicBezTo>
                    <a:lnTo>
                      <a:pt x="26479" y="299466"/>
                    </a:lnTo>
                    <a:cubicBezTo>
                      <a:pt x="11811" y="299466"/>
                      <a:pt x="0" y="287560"/>
                      <a:pt x="0" y="272987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79" y="0"/>
                    </a:cubicBezTo>
                    <a:lnTo>
                      <a:pt x="120396" y="0"/>
                    </a:lnTo>
                    <a:cubicBezTo>
                      <a:pt x="127445" y="0"/>
                      <a:pt x="134207" y="2762"/>
                      <a:pt x="139160" y="7715"/>
                    </a:cubicBezTo>
                    <a:close/>
                  </a:path>
                </a:pathLst>
              </a:custGeom>
              <a:solidFill>
                <a:srgbClr val="42444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3" name="Google Shape;353;p14"/>
              <p:cNvSpPr/>
              <p:nvPr/>
            </p:nvSpPr>
            <p:spPr>
              <a:xfrm>
                <a:off x="1114425" y="4488846"/>
                <a:ext cx="445484" cy="299466"/>
              </a:xfrm>
              <a:custGeom>
                <a:rect b="b" l="l" r="r" t="t"/>
                <a:pathLst>
                  <a:path extrusionOk="0" h="299466" w="445484">
                    <a:moveTo>
                      <a:pt x="139160" y="7620"/>
                    </a:moveTo>
                    <a:lnTo>
                      <a:pt x="173450" y="41910"/>
                    </a:lnTo>
                    <a:cubicBezTo>
                      <a:pt x="178403" y="46863"/>
                      <a:pt x="185166" y="49721"/>
                      <a:pt x="192215" y="49721"/>
                    </a:cubicBezTo>
                    <a:lnTo>
                      <a:pt x="419005" y="49721"/>
                    </a:lnTo>
                    <a:cubicBezTo>
                      <a:pt x="433673" y="49721"/>
                      <a:pt x="445484" y="61627"/>
                      <a:pt x="445484" y="76200"/>
                    </a:cubicBezTo>
                    <a:lnTo>
                      <a:pt x="445484" y="272987"/>
                    </a:lnTo>
                    <a:cubicBezTo>
                      <a:pt x="445484" y="287655"/>
                      <a:pt x="433578" y="299466"/>
                      <a:pt x="419005" y="299466"/>
                    </a:cubicBezTo>
                    <a:lnTo>
                      <a:pt x="26480" y="299466"/>
                    </a:lnTo>
                    <a:cubicBezTo>
                      <a:pt x="11811" y="299466"/>
                      <a:pt x="0" y="287560"/>
                      <a:pt x="0" y="272987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80" y="0"/>
                    </a:cubicBezTo>
                    <a:lnTo>
                      <a:pt x="120396" y="0"/>
                    </a:lnTo>
                    <a:cubicBezTo>
                      <a:pt x="127445" y="0"/>
                      <a:pt x="134207" y="2762"/>
                      <a:pt x="139160" y="7811"/>
                    </a:cubicBezTo>
                    <a:close/>
                  </a:path>
                </a:pathLst>
              </a:custGeom>
              <a:solidFill>
                <a:srgbClr val="6F708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54" name="Google Shape;354;p14"/>
            <p:cNvSpPr/>
            <p:nvPr/>
          </p:nvSpPr>
          <p:spPr>
            <a:xfrm>
              <a:off x="1303210" y="4628965"/>
              <a:ext cx="68735" cy="82063"/>
            </a:xfrm>
            <a:custGeom>
              <a:rect b="b" l="l" r="r" t="t"/>
              <a:pathLst>
                <a:path extrusionOk="0" h="82063" w="68735">
                  <a:moveTo>
                    <a:pt x="0" y="6471"/>
                  </a:moveTo>
                  <a:lnTo>
                    <a:pt x="0" y="75527"/>
                  </a:lnTo>
                  <a:cubicBezTo>
                    <a:pt x="0" y="80575"/>
                    <a:pt x="5524" y="83719"/>
                    <a:pt x="9811" y="81147"/>
                  </a:cubicBezTo>
                  <a:lnTo>
                    <a:pt x="65532" y="48095"/>
                  </a:lnTo>
                  <a:cubicBezTo>
                    <a:pt x="69723" y="45619"/>
                    <a:pt x="69818" y="39618"/>
                    <a:pt x="65723" y="37046"/>
                  </a:cubicBezTo>
                  <a:lnTo>
                    <a:pt x="10001" y="1042"/>
                  </a:lnTo>
                  <a:cubicBezTo>
                    <a:pt x="5715" y="-1721"/>
                    <a:pt x="0" y="1327"/>
                    <a:pt x="0" y="647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ONE_COLUMN_TEXT_1_1"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15"/>
          <p:cNvSpPr txBox="1"/>
          <p:nvPr>
            <p:ph type="title"/>
          </p:nvPr>
        </p:nvSpPr>
        <p:spPr>
          <a:xfrm>
            <a:off x="2013850" y="841075"/>
            <a:ext cx="5116200" cy="1390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57" name="Google Shape;357;p15"/>
          <p:cNvSpPr txBox="1"/>
          <p:nvPr>
            <p:ph idx="1" type="subTitle"/>
          </p:nvPr>
        </p:nvSpPr>
        <p:spPr>
          <a:xfrm>
            <a:off x="2013850" y="2231525"/>
            <a:ext cx="5116200" cy="207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■"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●"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●"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○"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9pPr>
          </a:lstStyle>
          <a:p/>
        </p:txBody>
      </p:sp>
      <p:sp>
        <p:nvSpPr>
          <p:cNvPr id="358" name="Google Shape;358;p15"/>
          <p:cNvSpPr/>
          <p:nvPr/>
        </p:nvSpPr>
        <p:spPr>
          <a:xfrm flipH="1" rot="9076707">
            <a:off x="7972821" y="-586852"/>
            <a:ext cx="1683799" cy="1672812"/>
          </a:xfrm>
          <a:custGeom>
            <a:rect b="b" l="l" r="r" t="t"/>
            <a:pathLst>
              <a:path extrusionOk="0" h="30330" w="38869">
                <a:moveTo>
                  <a:pt x="24297" y="1"/>
                </a:moveTo>
                <a:cubicBezTo>
                  <a:pt x="23576" y="1"/>
                  <a:pt x="22813" y="81"/>
                  <a:pt x="22018" y="271"/>
                </a:cubicBezTo>
                <a:cubicBezTo>
                  <a:pt x="16904" y="1494"/>
                  <a:pt x="14626" y="5778"/>
                  <a:pt x="11611" y="8671"/>
                </a:cubicBezTo>
                <a:cubicBezTo>
                  <a:pt x="10032" y="10186"/>
                  <a:pt x="7766" y="10684"/>
                  <a:pt x="5916" y="11826"/>
                </a:cubicBezTo>
                <a:cubicBezTo>
                  <a:pt x="0" y="15481"/>
                  <a:pt x="539" y="24197"/>
                  <a:pt x="4874" y="27639"/>
                </a:cubicBezTo>
                <a:cubicBezTo>
                  <a:pt x="7150" y="29445"/>
                  <a:pt x="9815" y="30330"/>
                  <a:pt x="12976" y="30330"/>
                </a:cubicBezTo>
                <a:cubicBezTo>
                  <a:pt x="15025" y="30330"/>
                  <a:pt x="17282" y="29958"/>
                  <a:pt x="19778" y="29225"/>
                </a:cubicBezTo>
                <a:cubicBezTo>
                  <a:pt x="26123" y="27360"/>
                  <a:pt x="30656" y="26268"/>
                  <a:pt x="34763" y="20412"/>
                </a:cubicBezTo>
                <a:cubicBezTo>
                  <a:pt x="38869" y="14558"/>
                  <a:pt x="35544" y="6859"/>
                  <a:pt x="30907" y="2368"/>
                </a:cubicBezTo>
                <a:cubicBezTo>
                  <a:pt x="30907" y="2368"/>
                  <a:pt x="28215" y="1"/>
                  <a:pt x="24297" y="1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59" name="Google Shape;359;p15"/>
          <p:cNvGrpSpPr/>
          <p:nvPr/>
        </p:nvGrpSpPr>
        <p:grpSpPr>
          <a:xfrm flipH="1">
            <a:off x="683048" y="4696520"/>
            <a:ext cx="325927" cy="404808"/>
            <a:chOff x="7385113" y="1535430"/>
            <a:chExt cx="435673" cy="541115"/>
          </a:xfrm>
        </p:grpSpPr>
        <p:sp>
          <p:nvSpPr>
            <p:cNvPr id="360" name="Google Shape;360;p15"/>
            <p:cNvSpPr/>
            <p:nvPr/>
          </p:nvSpPr>
          <p:spPr>
            <a:xfrm>
              <a:off x="7385113" y="1535430"/>
              <a:ext cx="435673" cy="541115"/>
            </a:xfrm>
            <a:custGeom>
              <a:rect b="b" l="l" r="r" t="t"/>
              <a:pathLst>
                <a:path extrusionOk="0" h="541115" w="435673">
                  <a:moveTo>
                    <a:pt x="394621" y="0"/>
                  </a:moveTo>
                  <a:cubicBezTo>
                    <a:pt x="417294" y="0"/>
                    <a:pt x="435674" y="18380"/>
                    <a:pt x="435674" y="41053"/>
                  </a:cubicBezTo>
                  <a:lnTo>
                    <a:pt x="435674" y="500062"/>
                  </a:lnTo>
                  <a:cubicBezTo>
                    <a:pt x="435674" y="522735"/>
                    <a:pt x="417294" y="541115"/>
                    <a:pt x="394621" y="541115"/>
                  </a:cubicBezTo>
                  <a:lnTo>
                    <a:pt x="41053" y="541115"/>
                  </a:lnTo>
                  <a:cubicBezTo>
                    <a:pt x="18380" y="541115"/>
                    <a:pt x="0" y="522735"/>
                    <a:pt x="0" y="500062"/>
                  </a:cubicBezTo>
                  <a:lnTo>
                    <a:pt x="0" y="41053"/>
                  </a:lnTo>
                  <a:cubicBezTo>
                    <a:pt x="0" y="18380"/>
                    <a:pt x="18380" y="0"/>
                    <a:pt x="4105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61" name="Google Shape;361;p15"/>
            <p:cNvGrpSpPr/>
            <p:nvPr/>
          </p:nvGrpSpPr>
          <p:grpSpPr>
            <a:xfrm>
              <a:off x="7612094" y="1566576"/>
              <a:ext cx="164781" cy="41529"/>
              <a:chOff x="7612094" y="1566576"/>
              <a:chExt cx="164781" cy="41529"/>
            </a:xfrm>
          </p:grpSpPr>
          <p:sp>
            <p:nvSpPr>
              <p:cNvPr id="362" name="Google Shape;362;p15"/>
              <p:cNvSpPr/>
              <p:nvPr/>
            </p:nvSpPr>
            <p:spPr>
              <a:xfrm>
                <a:off x="7735347" y="1566576"/>
                <a:ext cx="41528" cy="41529"/>
              </a:xfrm>
              <a:custGeom>
                <a:rect b="b" l="l" r="r" t="t"/>
                <a:pathLst>
                  <a:path extrusionOk="0" h="41529" w="41528">
                    <a:moveTo>
                      <a:pt x="41529" y="20765"/>
                    </a:moveTo>
                    <a:cubicBezTo>
                      <a:pt x="41529" y="32290"/>
                      <a:pt x="32195" y="41529"/>
                      <a:pt x="20764" y="41529"/>
                    </a:cubicBezTo>
                    <a:cubicBezTo>
                      <a:pt x="9335" y="41529"/>
                      <a:pt x="0" y="32194"/>
                      <a:pt x="0" y="20765"/>
                    </a:cubicBezTo>
                    <a:cubicBezTo>
                      <a:pt x="0" y="9334"/>
                      <a:pt x="9335" y="0"/>
                      <a:pt x="20764" y="0"/>
                    </a:cubicBezTo>
                    <a:cubicBezTo>
                      <a:pt x="32195" y="0"/>
                      <a:pt x="41529" y="9334"/>
                      <a:pt x="41529" y="20765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3" name="Google Shape;363;p15"/>
              <p:cNvSpPr/>
              <p:nvPr/>
            </p:nvSpPr>
            <p:spPr>
              <a:xfrm>
                <a:off x="7673721" y="1566576"/>
                <a:ext cx="41528" cy="41529"/>
              </a:xfrm>
              <a:custGeom>
                <a:rect b="b" l="l" r="r" t="t"/>
                <a:pathLst>
                  <a:path extrusionOk="0" h="41529" w="41528">
                    <a:moveTo>
                      <a:pt x="41529" y="20765"/>
                    </a:moveTo>
                    <a:cubicBezTo>
                      <a:pt x="41529" y="32290"/>
                      <a:pt x="32195" y="41529"/>
                      <a:pt x="20764" y="41529"/>
                    </a:cubicBezTo>
                    <a:cubicBezTo>
                      <a:pt x="9334" y="41529"/>
                      <a:pt x="0" y="32194"/>
                      <a:pt x="0" y="20765"/>
                    </a:cubicBezTo>
                    <a:cubicBezTo>
                      <a:pt x="0" y="9334"/>
                      <a:pt x="9334" y="0"/>
                      <a:pt x="20764" y="0"/>
                    </a:cubicBezTo>
                    <a:cubicBezTo>
                      <a:pt x="32195" y="0"/>
                      <a:pt x="41529" y="9334"/>
                      <a:pt x="41529" y="2076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4" name="Google Shape;364;p15"/>
              <p:cNvSpPr/>
              <p:nvPr/>
            </p:nvSpPr>
            <p:spPr>
              <a:xfrm>
                <a:off x="7612094" y="1566576"/>
                <a:ext cx="41529" cy="41529"/>
              </a:xfrm>
              <a:custGeom>
                <a:rect b="b" l="l" r="r" t="t"/>
                <a:pathLst>
                  <a:path extrusionOk="0" h="41529" w="41529">
                    <a:moveTo>
                      <a:pt x="41529" y="20765"/>
                    </a:moveTo>
                    <a:cubicBezTo>
                      <a:pt x="41529" y="32290"/>
                      <a:pt x="32195" y="41529"/>
                      <a:pt x="20764" y="41529"/>
                    </a:cubicBezTo>
                    <a:cubicBezTo>
                      <a:pt x="9335" y="41529"/>
                      <a:pt x="0" y="32194"/>
                      <a:pt x="0" y="20765"/>
                    </a:cubicBezTo>
                    <a:cubicBezTo>
                      <a:pt x="0" y="9334"/>
                      <a:pt x="9335" y="0"/>
                      <a:pt x="20764" y="0"/>
                    </a:cubicBezTo>
                    <a:cubicBezTo>
                      <a:pt x="32195" y="0"/>
                      <a:pt x="41529" y="9334"/>
                      <a:pt x="41529" y="20765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365" name="Google Shape;365;p15"/>
          <p:cNvGrpSpPr/>
          <p:nvPr/>
        </p:nvGrpSpPr>
        <p:grpSpPr>
          <a:xfrm flipH="1">
            <a:off x="713902" y="4774546"/>
            <a:ext cx="268636" cy="280965"/>
            <a:chOff x="7420451" y="1639728"/>
            <a:chExt cx="359091" cy="375571"/>
          </a:xfrm>
        </p:grpSpPr>
        <p:sp>
          <p:nvSpPr>
            <p:cNvPr id="366" name="Google Shape;366;p15"/>
            <p:cNvSpPr/>
            <p:nvPr/>
          </p:nvSpPr>
          <p:spPr>
            <a:xfrm>
              <a:off x="7420451" y="1852041"/>
              <a:ext cx="357473" cy="163258"/>
            </a:xfrm>
            <a:custGeom>
              <a:rect b="b" l="l" r="r" t="t"/>
              <a:pathLst>
                <a:path extrusionOk="0" h="163258" w="357473">
                  <a:moveTo>
                    <a:pt x="40196" y="72962"/>
                  </a:moveTo>
                  <a:lnTo>
                    <a:pt x="0" y="72962"/>
                  </a:lnTo>
                  <a:lnTo>
                    <a:pt x="0" y="90297"/>
                  </a:lnTo>
                  <a:lnTo>
                    <a:pt x="40196" y="90297"/>
                  </a:lnTo>
                  <a:lnTo>
                    <a:pt x="40196" y="72962"/>
                  </a:lnTo>
                  <a:close/>
                  <a:moveTo>
                    <a:pt x="185166" y="126778"/>
                  </a:moveTo>
                  <a:lnTo>
                    <a:pt x="294894" y="126778"/>
                  </a:lnTo>
                  <a:lnTo>
                    <a:pt x="294894" y="109347"/>
                  </a:lnTo>
                  <a:lnTo>
                    <a:pt x="185166" y="109347"/>
                  </a:lnTo>
                  <a:lnTo>
                    <a:pt x="185166" y="126778"/>
                  </a:lnTo>
                  <a:close/>
                  <a:moveTo>
                    <a:pt x="294894" y="0"/>
                  </a:moveTo>
                  <a:lnTo>
                    <a:pt x="38291" y="0"/>
                  </a:lnTo>
                  <a:lnTo>
                    <a:pt x="38291" y="17335"/>
                  </a:lnTo>
                  <a:lnTo>
                    <a:pt x="294894" y="17335"/>
                  </a:lnTo>
                  <a:lnTo>
                    <a:pt x="294894" y="0"/>
                  </a:lnTo>
                  <a:close/>
                  <a:moveTo>
                    <a:pt x="0" y="163259"/>
                  </a:moveTo>
                  <a:lnTo>
                    <a:pt x="99632" y="163259"/>
                  </a:lnTo>
                  <a:lnTo>
                    <a:pt x="99632" y="145828"/>
                  </a:lnTo>
                  <a:lnTo>
                    <a:pt x="0" y="145828"/>
                  </a:lnTo>
                  <a:lnTo>
                    <a:pt x="0" y="163259"/>
                  </a:lnTo>
                  <a:close/>
                  <a:moveTo>
                    <a:pt x="76581" y="36481"/>
                  </a:moveTo>
                  <a:lnTo>
                    <a:pt x="0" y="36481"/>
                  </a:lnTo>
                  <a:lnTo>
                    <a:pt x="0" y="53816"/>
                  </a:lnTo>
                  <a:lnTo>
                    <a:pt x="76581" y="53816"/>
                  </a:lnTo>
                  <a:lnTo>
                    <a:pt x="76581" y="36481"/>
                  </a:lnTo>
                  <a:close/>
                  <a:moveTo>
                    <a:pt x="52483" y="90297"/>
                  </a:moveTo>
                  <a:lnTo>
                    <a:pt x="207836" y="90297"/>
                  </a:lnTo>
                  <a:lnTo>
                    <a:pt x="207836" y="72962"/>
                  </a:lnTo>
                  <a:lnTo>
                    <a:pt x="52483" y="72962"/>
                  </a:lnTo>
                  <a:lnTo>
                    <a:pt x="52483" y="90297"/>
                  </a:lnTo>
                  <a:close/>
                  <a:moveTo>
                    <a:pt x="164402" y="109347"/>
                  </a:moveTo>
                  <a:lnTo>
                    <a:pt x="0" y="109347"/>
                  </a:lnTo>
                  <a:lnTo>
                    <a:pt x="0" y="126778"/>
                  </a:lnTo>
                  <a:lnTo>
                    <a:pt x="164402" y="126778"/>
                  </a:lnTo>
                  <a:lnTo>
                    <a:pt x="164402" y="109347"/>
                  </a:lnTo>
                  <a:close/>
                  <a:moveTo>
                    <a:pt x="220218" y="90297"/>
                  </a:moveTo>
                  <a:lnTo>
                    <a:pt x="357378" y="90297"/>
                  </a:lnTo>
                  <a:lnTo>
                    <a:pt x="357378" y="72962"/>
                  </a:lnTo>
                  <a:lnTo>
                    <a:pt x="220218" y="72962"/>
                  </a:lnTo>
                  <a:lnTo>
                    <a:pt x="220218" y="90297"/>
                  </a:lnTo>
                  <a:close/>
                  <a:moveTo>
                    <a:pt x="97441" y="53816"/>
                  </a:moveTo>
                  <a:lnTo>
                    <a:pt x="357474" y="53816"/>
                  </a:lnTo>
                  <a:lnTo>
                    <a:pt x="357474" y="36481"/>
                  </a:lnTo>
                  <a:lnTo>
                    <a:pt x="97441" y="36481"/>
                  </a:lnTo>
                  <a:lnTo>
                    <a:pt x="97441" y="53816"/>
                  </a:lnTo>
                  <a:close/>
                  <a:moveTo>
                    <a:pt x="305371" y="0"/>
                  </a:moveTo>
                  <a:lnTo>
                    <a:pt x="305371" y="17335"/>
                  </a:lnTo>
                  <a:lnTo>
                    <a:pt x="357378" y="17335"/>
                  </a:lnTo>
                  <a:lnTo>
                    <a:pt x="357378" y="0"/>
                  </a:lnTo>
                  <a:lnTo>
                    <a:pt x="305371" y="0"/>
                  </a:lnTo>
                  <a:close/>
                  <a:moveTo>
                    <a:pt x="315659" y="126778"/>
                  </a:moveTo>
                  <a:lnTo>
                    <a:pt x="357378" y="126778"/>
                  </a:lnTo>
                  <a:lnTo>
                    <a:pt x="357378" y="109347"/>
                  </a:lnTo>
                  <a:lnTo>
                    <a:pt x="315659" y="109347"/>
                  </a:lnTo>
                  <a:lnTo>
                    <a:pt x="315659" y="126778"/>
                  </a:lnTo>
                  <a:close/>
                  <a:moveTo>
                    <a:pt x="120396" y="163259"/>
                  </a:moveTo>
                  <a:lnTo>
                    <a:pt x="222981" y="163259"/>
                  </a:lnTo>
                  <a:lnTo>
                    <a:pt x="222981" y="145828"/>
                  </a:lnTo>
                  <a:lnTo>
                    <a:pt x="120396" y="145828"/>
                  </a:lnTo>
                  <a:lnTo>
                    <a:pt x="120396" y="163259"/>
                  </a:lnTo>
                  <a:close/>
                  <a:moveTo>
                    <a:pt x="235363" y="163259"/>
                  </a:moveTo>
                  <a:lnTo>
                    <a:pt x="313563" y="163259"/>
                  </a:lnTo>
                  <a:lnTo>
                    <a:pt x="313563" y="145828"/>
                  </a:lnTo>
                  <a:lnTo>
                    <a:pt x="235363" y="145828"/>
                  </a:lnTo>
                  <a:lnTo>
                    <a:pt x="235363" y="163259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7" name="Google Shape;367;p15"/>
            <p:cNvSpPr/>
            <p:nvPr/>
          </p:nvSpPr>
          <p:spPr>
            <a:xfrm>
              <a:off x="7425594" y="1639728"/>
              <a:ext cx="353948" cy="180117"/>
            </a:xfrm>
            <a:custGeom>
              <a:rect b="b" l="l" r="r" t="t"/>
              <a:pathLst>
                <a:path extrusionOk="0" h="180117" w="353948">
                  <a:moveTo>
                    <a:pt x="0" y="0"/>
                  </a:moveTo>
                  <a:lnTo>
                    <a:pt x="353949" y="0"/>
                  </a:lnTo>
                  <a:lnTo>
                    <a:pt x="353949" y="180118"/>
                  </a:lnTo>
                  <a:lnTo>
                    <a:pt x="0" y="180118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68" name="Google Shape;368;p15"/>
          <p:cNvGrpSpPr/>
          <p:nvPr/>
        </p:nvGrpSpPr>
        <p:grpSpPr>
          <a:xfrm flipH="1">
            <a:off x="96200" y="4469347"/>
            <a:ext cx="355444" cy="644072"/>
            <a:chOff x="1945386" y="5582316"/>
            <a:chExt cx="470725" cy="852963"/>
          </a:xfrm>
        </p:grpSpPr>
        <p:grpSp>
          <p:nvGrpSpPr>
            <p:cNvPr id="369" name="Google Shape;369;p15"/>
            <p:cNvGrpSpPr/>
            <p:nvPr/>
          </p:nvGrpSpPr>
          <p:grpSpPr>
            <a:xfrm>
              <a:off x="1945386" y="5582316"/>
              <a:ext cx="470725" cy="852963"/>
              <a:chOff x="1945386" y="5582316"/>
              <a:chExt cx="470725" cy="852963"/>
            </a:xfrm>
          </p:grpSpPr>
          <p:sp>
            <p:nvSpPr>
              <p:cNvPr id="370" name="Google Shape;370;p15"/>
              <p:cNvSpPr/>
              <p:nvPr/>
            </p:nvSpPr>
            <p:spPr>
              <a:xfrm>
                <a:off x="1945386" y="5582316"/>
                <a:ext cx="470725" cy="852963"/>
              </a:xfrm>
              <a:custGeom>
                <a:rect b="b" l="l" r="r" t="t"/>
                <a:pathLst>
                  <a:path extrusionOk="0" h="852963" w="470725">
                    <a:moveTo>
                      <a:pt x="435388" y="0"/>
                    </a:moveTo>
                    <a:cubicBezTo>
                      <a:pt x="454904" y="0"/>
                      <a:pt x="470726" y="15821"/>
                      <a:pt x="470726" y="35338"/>
                    </a:cubicBezTo>
                    <a:lnTo>
                      <a:pt x="470726" y="817626"/>
                    </a:lnTo>
                    <a:cubicBezTo>
                      <a:pt x="470726" y="837143"/>
                      <a:pt x="454904" y="852964"/>
                      <a:pt x="435388" y="852964"/>
                    </a:cubicBezTo>
                    <a:lnTo>
                      <a:pt x="35338" y="852964"/>
                    </a:lnTo>
                    <a:cubicBezTo>
                      <a:pt x="15821" y="852964"/>
                      <a:pt x="0" y="837143"/>
                      <a:pt x="0" y="817626"/>
                    </a:cubicBezTo>
                    <a:lnTo>
                      <a:pt x="0" y="35338"/>
                    </a:lnTo>
                    <a:cubicBezTo>
                      <a:pt x="0" y="15822"/>
                      <a:pt x="15821" y="0"/>
                      <a:pt x="35338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1" name="Google Shape;371;p15"/>
              <p:cNvSpPr/>
              <p:nvPr/>
            </p:nvSpPr>
            <p:spPr>
              <a:xfrm>
                <a:off x="1965864" y="5625846"/>
                <a:ext cx="429577" cy="699420"/>
              </a:xfrm>
              <a:custGeom>
                <a:rect b="b" l="l" r="r" t="t"/>
                <a:pathLst>
                  <a:path extrusionOk="0" h="699420" w="429577">
                    <a:moveTo>
                      <a:pt x="0" y="0"/>
                    </a:moveTo>
                    <a:lnTo>
                      <a:pt x="429578" y="0"/>
                    </a:lnTo>
                    <a:lnTo>
                      <a:pt x="429578" y="699421"/>
                    </a:lnTo>
                    <a:lnTo>
                      <a:pt x="0" y="69942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72" name="Google Shape;372;p15"/>
            <p:cNvSpPr/>
            <p:nvPr/>
          </p:nvSpPr>
          <p:spPr>
            <a:xfrm>
              <a:off x="1986438" y="6371462"/>
              <a:ext cx="388334" cy="32194"/>
            </a:xfrm>
            <a:custGeom>
              <a:rect b="b" l="l" r="r" t="t"/>
              <a:pathLst>
                <a:path extrusionOk="0" h="32194" w="388334">
                  <a:moveTo>
                    <a:pt x="88011" y="0"/>
                  </a:moveTo>
                  <a:lnTo>
                    <a:pt x="16097" y="0"/>
                  </a:lnTo>
                  <a:cubicBezTo>
                    <a:pt x="7239" y="0"/>
                    <a:pt x="0" y="7239"/>
                    <a:pt x="0" y="16097"/>
                  </a:cubicBezTo>
                  <a:cubicBezTo>
                    <a:pt x="0" y="24955"/>
                    <a:pt x="7239" y="32195"/>
                    <a:pt x="16097" y="32195"/>
                  </a:cubicBezTo>
                  <a:lnTo>
                    <a:pt x="88011" y="32195"/>
                  </a:lnTo>
                  <a:cubicBezTo>
                    <a:pt x="96869" y="32195"/>
                    <a:pt x="104108" y="24955"/>
                    <a:pt x="104108" y="16097"/>
                  </a:cubicBezTo>
                  <a:cubicBezTo>
                    <a:pt x="104108" y="7239"/>
                    <a:pt x="96869" y="0"/>
                    <a:pt x="88011" y="0"/>
                  </a:cubicBezTo>
                  <a:close/>
                  <a:moveTo>
                    <a:pt x="230124" y="0"/>
                  </a:moveTo>
                  <a:lnTo>
                    <a:pt x="158210" y="0"/>
                  </a:lnTo>
                  <a:cubicBezTo>
                    <a:pt x="149352" y="0"/>
                    <a:pt x="142113" y="7239"/>
                    <a:pt x="142113" y="16097"/>
                  </a:cubicBezTo>
                  <a:cubicBezTo>
                    <a:pt x="142113" y="24955"/>
                    <a:pt x="149352" y="32195"/>
                    <a:pt x="158210" y="32195"/>
                  </a:cubicBezTo>
                  <a:lnTo>
                    <a:pt x="230124" y="32195"/>
                  </a:lnTo>
                  <a:cubicBezTo>
                    <a:pt x="238982" y="32195"/>
                    <a:pt x="246221" y="24955"/>
                    <a:pt x="246221" y="16097"/>
                  </a:cubicBezTo>
                  <a:cubicBezTo>
                    <a:pt x="246221" y="7239"/>
                    <a:pt x="238982" y="0"/>
                    <a:pt x="230124" y="0"/>
                  </a:cubicBezTo>
                  <a:close/>
                  <a:moveTo>
                    <a:pt x="372237" y="0"/>
                  </a:moveTo>
                  <a:lnTo>
                    <a:pt x="300323" y="0"/>
                  </a:lnTo>
                  <a:cubicBezTo>
                    <a:pt x="291465" y="0"/>
                    <a:pt x="284226" y="7239"/>
                    <a:pt x="284226" y="16097"/>
                  </a:cubicBezTo>
                  <a:cubicBezTo>
                    <a:pt x="284226" y="24955"/>
                    <a:pt x="291465" y="32195"/>
                    <a:pt x="300323" y="32195"/>
                  </a:cubicBezTo>
                  <a:lnTo>
                    <a:pt x="372237" y="32195"/>
                  </a:lnTo>
                  <a:cubicBezTo>
                    <a:pt x="381095" y="32195"/>
                    <a:pt x="388334" y="24955"/>
                    <a:pt x="388334" y="16097"/>
                  </a:cubicBezTo>
                  <a:cubicBezTo>
                    <a:pt x="388334" y="7239"/>
                    <a:pt x="381095" y="0"/>
                    <a:pt x="37223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73" name="Google Shape;373;p15"/>
          <p:cNvGrpSpPr/>
          <p:nvPr/>
        </p:nvGrpSpPr>
        <p:grpSpPr>
          <a:xfrm>
            <a:off x="7975988" y="116167"/>
            <a:ext cx="1061979" cy="558999"/>
            <a:chOff x="3859815" y="2867310"/>
            <a:chExt cx="1262157" cy="664368"/>
          </a:xfrm>
        </p:grpSpPr>
        <p:sp>
          <p:nvSpPr>
            <p:cNvPr id="374" name="Google Shape;374;p15"/>
            <p:cNvSpPr/>
            <p:nvPr/>
          </p:nvSpPr>
          <p:spPr>
            <a:xfrm>
              <a:off x="3859815" y="2867310"/>
              <a:ext cx="1262157" cy="664368"/>
            </a:xfrm>
            <a:custGeom>
              <a:rect b="b" l="l" r="r" t="t"/>
              <a:pathLst>
                <a:path extrusionOk="0" h="664368" w="1262157">
                  <a:moveTo>
                    <a:pt x="1102233" y="344424"/>
                  </a:moveTo>
                  <a:cubicBezTo>
                    <a:pt x="1090231" y="344424"/>
                    <a:pt x="1078611" y="345757"/>
                    <a:pt x="1067372" y="348234"/>
                  </a:cubicBezTo>
                  <a:cubicBezTo>
                    <a:pt x="1048131" y="223838"/>
                    <a:pt x="945166" y="127159"/>
                    <a:pt x="817816" y="117348"/>
                  </a:cubicBezTo>
                  <a:cubicBezTo>
                    <a:pt x="756856" y="45625"/>
                    <a:pt x="666083" y="0"/>
                    <a:pt x="564547" y="0"/>
                  </a:cubicBezTo>
                  <a:cubicBezTo>
                    <a:pt x="398526" y="0"/>
                    <a:pt x="260890" y="121825"/>
                    <a:pt x="236220" y="280988"/>
                  </a:cubicBezTo>
                  <a:cubicBezTo>
                    <a:pt x="222599" y="277939"/>
                    <a:pt x="208502" y="276320"/>
                    <a:pt x="194024" y="276320"/>
                  </a:cubicBezTo>
                  <a:cubicBezTo>
                    <a:pt x="86868" y="276320"/>
                    <a:pt x="0" y="363188"/>
                    <a:pt x="0" y="470345"/>
                  </a:cubicBezTo>
                  <a:cubicBezTo>
                    <a:pt x="0" y="577501"/>
                    <a:pt x="86868" y="664369"/>
                    <a:pt x="194024" y="664369"/>
                  </a:cubicBezTo>
                  <a:lnTo>
                    <a:pt x="1102138" y="664369"/>
                  </a:lnTo>
                  <a:cubicBezTo>
                    <a:pt x="1190530" y="664369"/>
                    <a:pt x="1262158" y="592741"/>
                    <a:pt x="1262158" y="504349"/>
                  </a:cubicBezTo>
                  <a:cubicBezTo>
                    <a:pt x="1262158" y="415957"/>
                    <a:pt x="1190530" y="344329"/>
                    <a:pt x="1102138" y="344329"/>
                  </a:cubicBezTo>
                  <a:close/>
                </a:path>
              </a:pathLst>
            </a:custGeom>
            <a:solidFill>
              <a:srgbClr val="42444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75" name="Google Shape;375;p15"/>
            <p:cNvGrpSpPr/>
            <p:nvPr/>
          </p:nvGrpSpPr>
          <p:grpSpPr>
            <a:xfrm>
              <a:off x="4275677" y="3065525"/>
              <a:ext cx="334517" cy="380047"/>
              <a:chOff x="4275677" y="3065525"/>
              <a:chExt cx="334517" cy="380047"/>
            </a:xfrm>
          </p:grpSpPr>
          <p:grpSp>
            <p:nvGrpSpPr>
              <p:cNvPr id="376" name="Google Shape;376;p15"/>
              <p:cNvGrpSpPr/>
              <p:nvPr/>
            </p:nvGrpSpPr>
            <p:grpSpPr>
              <a:xfrm>
                <a:off x="4275677" y="3065525"/>
                <a:ext cx="334517" cy="380047"/>
                <a:chOff x="4275677" y="3065525"/>
                <a:chExt cx="334517" cy="380047"/>
              </a:xfrm>
            </p:grpSpPr>
            <p:grpSp>
              <p:nvGrpSpPr>
                <p:cNvPr id="377" name="Google Shape;377;p15"/>
                <p:cNvGrpSpPr/>
                <p:nvPr/>
              </p:nvGrpSpPr>
              <p:grpSpPr>
                <a:xfrm>
                  <a:off x="4275677" y="3301269"/>
                  <a:ext cx="334422" cy="144303"/>
                  <a:chOff x="4275677" y="3301269"/>
                  <a:chExt cx="334422" cy="144303"/>
                </a:xfrm>
              </p:grpSpPr>
              <p:sp>
                <p:nvSpPr>
                  <p:cNvPr id="378" name="Google Shape;378;p15"/>
                  <p:cNvSpPr/>
                  <p:nvPr/>
                </p:nvSpPr>
                <p:spPr>
                  <a:xfrm>
                    <a:off x="4275677" y="3331654"/>
                    <a:ext cx="334422" cy="113918"/>
                  </a:xfrm>
                  <a:custGeom>
                    <a:rect b="b" l="l" r="r" t="t"/>
                    <a:pathLst>
                      <a:path extrusionOk="0" h="113918" w="334422">
                        <a:moveTo>
                          <a:pt x="95" y="0"/>
                        </a:moveTo>
                        <a:lnTo>
                          <a:pt x="95" y="83534"/>
                        </a:lnTo>
                        <a:cubicBezTo>
                          <a:pt x="95" y="100298"/>
                          <a:pt x="74962" y="113919"/>
                          <a:pt x="167259" y="113919"/>
                        </a:cubicBezTo>
                        <a:cubicBezTo>
                          <a:pt x="259556" y="113919"/>
                          <a:pt x="334423" y="100298"/>
                          <a:pt x="334423" y="83534"/>
                        </a:cubicBezTo>
                        <a:lnTo>
                          <a:pt x="334423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CFD3D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79" name="Google Shape;379;p15"/>
                  <p:cNvSpPr/>
                  <p:nvPr/>
                </p:nvSpPr>
                <p:spPr>
                  <a:xfrm>
                    <a:off x="4275772" y="3301269"/>
                    <a:ext cx="334327" cy="60769"/>
                  </a:xfrm>
                  <a:custGeom>
                    <a:rect b="b" l="l" r="r" t="t"/>
                    <a:pathLst>
                      <a:path extrusionOk="0" h="60769" w="334327">
                        <a:moveTo>
                          <a:pt x="334328" y="30385"/>
                        </a:moveTo>
                        <a:cubicBezTo>
                          <a:pt x="334328" y="47166"/>
                          <a:pt x="259486" y="60770"/>
                          <a:pt x="167164" y="60770"/>
                        </a:cubicBezTo>
                        <a:cubicBezTo>
                          <a:pt x="74842" y="60770"/>
                          <a:pt x="0" y="47166"/>
                          <a:pt x="0" y="30385"/>
                        </a:cubicBezTo>
                        <a:cubicBezTo>
                          <a:pt x="0" y="13604"/>
                          <a:pt x="74842" y="0"/>
                          <a:pt x="167164" y="0"/>
                        </a:cubicBezTo>
                        <a:cubicBezTo>
                          <a:pt x="259486" y="0"/>
                          <a:pt x="334328" y="13604"/>
                          <a:pt x="334328" y="30385"/>
                        </a:cubicBezTo>
                        <a:close/>
                      </a:path>
                    </a:pathLst>
                  </a:custGeom>
                  <a:solidFill>
                    <a:srgbClr val="E6EAF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380" name="Google Shape;380;p15"/>
                <p:cNvGrpSpPr/>
                <p:nvPr/>
              </p:nvGrpSpPr>
              <p:grpSpPr>
                <a:xfrm>
                  <a:off x="4275677" y="3183350"/>
                  <a:ext cx="334422" cy="144302"/>
                  <a:chOff x="4275677" y="3183350"/>
                  <a:chExt cx="334422" cy="144302"/>
                </a:xfrm>
              </p:grpSpPr>
              <p:sp>
                <p:nvSpPr>
                  <p:cNvPr id="381" name="Google Shape;381;p15"/>
                  <p:cNvSpPr/>
                  <p:nvPr/>
                </p:nvSpPr>
                <p:spPr>
                  <a:xfrm>
                    <a:off x="4275677" y="3213734"/>
                    <a:ext cx="334422" cy="113918"/>
                  </a:xfrm>
                  <a:custGeom>
                    <a:rect b="b" l="l" r="r" t="t"/>
                    <a:pathLst>
                      <a:path extrusionOk="0" h="113918" w="334422">
                        <a:moveTo>
                          <a:pt x="95" y="0"/>
                        </a:moveTo>
                        <a:lnTo>
                          <a:pt x="95" y="83534"/>
                        </a:lnTo>
                        <a:cubicBezTo>
                          <a:pt x="95" y="100298"/>
                          <a:pt x="74962" y="113919"/>
                          <a:pt x="167259" y="113919"/>
                        </a:cubicBezTo>
                        <a:cubicBezTo>
                          <a:pt x="259556" y="113919"/>
                          <a:pt x="334423" y="100298"/>
                          <a:pt x="334423" y="83534"/>
                        </a:cubicBezTo>
                        <a:lnTo>
                          <a:pt x="334423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CFD3D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82" name="Google Shape;382;p15"/>
                  <p:cNvSpPr/>
                  <p:nvPr/>
                </p:nvSpPr>
                <p:spPr>
                  <a:xfrm>
                    <a:off x="4275772" y="3183350"/>
                    <a:ext cx="334327" cy="60769"/>
                  </a:xfrm>
                  <a:custGeom>
                    <a:rect b="b" l="l" r="r" t="t"/>
                    <a:pathLst>
                      <a:path extrusionOk="0" h="60769" w="334327">
                        <a:moveTo>
                          <a:pt x="334328" y="30385"/>
                        </a:moveTo>
                        <a:cubicBezTo>
                          <a:pt x="334328" y="47166"/>
                          <a:pt x="259486" y="60769"/>
                          <a:pt x="167164" y="60769"/>
                        </a:cubicBezTo>
                        <a:cubicBezTo>
                          <a:pt x="74842" y="60769"/>
                          <a:pt x="0" y="47166"/>
                          <a:pt x="0" y="30385"/>
                        </a:cubicBezTo>
                        <a:cubicBezTo>
                          <a:pt x="0" y="13604"/>
                          <a:pt x="74842" y="0"/>
                          <a:pt x="167164" y="0"/>
                        </a:cubicBezTo>
                        <a:cubicBezTo>
                          <a:pt x="259486" y="0"/>
                          <a:pt x="334328" y="13604"/>
                          <a:pt x="334328" y="30385"/>
                        </a:cubicBezTo>
                        <a:close/>
                      </a:path>
                    </a:pathLst>
                  </a:custGeom>
                  <a:solidFill>
                    <a:srgbClr val="E6EAF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383" name="Google Shape;383;p15"/>
                <p:cNvGrpSpPr/>
                <p:nvPr/>
              </p:nvGrpSpPr>
              <p:grpSpPr>
                <a:xfrm>
                  <a:off x="4275677" y="3065525"/>
                  <a:ext cx="334517" cy="144303"/>
                  <a:chOff x="4275677" y="3065525"/>
                  <a:chExt cx="334517" cy="144303"/>
                </a:xfrm>
              </p:grpSpPr>
              <p:sp>
                <p:nvSpPr>
                  <p:cNvPr id="384" name="Google Shape;384;p15"/>
                  <p:cNvSpPr/>
                  <p:nvPr/>
                </p:nvSpPr>
                <p:spPr>
                  <a:xfrm>
                    <a:off x="4275677" y="3095910"/>
                    <a:ext cx="334422" cy="113918"/>
                  </a:xfrm>
                  <a:custGeom>
                    <a:rect b="b" l="l" r="r" t="t"/>
                    <a:pathLst>
                      <a:path extrusionOk="0" h="113918" w="334422">
                        <a:moveTo>
                          <a:pt x="95" y="0"/>
                        </a:moveTo>
                        <a:lnTo>
                          <a:pt x="95" y="83534"/>
                        </a:lnTo>
                        <a:cubicBezTo>
                          <a:pt x="95" y="100298"/>
                          <a:pt x="74962" y="113919"/>
                          <a:pt x="167259" y="113919"/>
                        </a:cubicBezTo>
                        <a:cubicBezTo>
                          <a:pt x="259556" y="113919"/>
                          <a:pt x="334423" y="100298"/>
                          <a:pt x="334423" y="83534"/>
                        </a:cubicBezTo>
                        <a:lnTo>
                          <a:pt x="334423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CFD3D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85" name="Google Shape;385;p15"/>
                  <p:cNvSpPr/>
                  <p:nvPr/>
                </p:nvSpPr>
                <p:spPr>
                  <a:xfrm>
                    <a:off x="4275867" y="3065525"/>
                    <a:ext cx="334327" cy="60769"/>
                  </a:xfrm>
                  <a:custGeom>
                    <a:rect b="b" l="l" r="r" t="t"/>
                    <a:pathLst>
                      <a:path extrusionOk="0" h="60769" w="334327">
                        <a:moveTo>
                          <a:pt x="334328" y="30385"/>
                        </a:moveTo>
                        <a:cubicBezTo>
                          <a:pt x="334328" y="47149"/>
                          <a:pt x="259461" y="60770"/>
                          <a:pt x="167164" y="60770"/>
                        </a:cubicBezTo>
                        <a:cubicBezTo>
                          <a:pt x="74866" y="60770"/>
                          <a:pt x="0" y="47149"/>
                          <a:pt x="0" y="30385"/>
                        </a:cubicBezTo>
                        <a:cubicBezTo>
                          <a:pt x="0" y="13621"/>
                          <a:pt x="74866" y="0"/>
                          <a:pt x="167164" y="0"/>
                        </a:cubicBezTo>
                        <a:cubicBezTo>
                          <a:pt x="259461" y="0"/>
                          <a:pt x="334328" y="13621"/>
                          <a:pt x="334328" y="30385"/>
                        </a:cubicBezTo>
                        <a:close/>
                      </a:path>
                    </a:pathLst>
                  </a:custGeom>
                  <a:solidFill>
                    <a:srgbClr val="E6EAF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386" name="Google Shape;386;p15"/>
              <p:cNvSpPr/>
              <p:nvPr/>
            </p:nvSpPr>
            <p:spPr>
              <a:xfrm>
                <a:off x="4529994" y="3140487"/>
                <a:ext cx="38100" cy="38100"/>
              </a:xfrm>
              <a:custGeom>
                <a:rect b="b" l="l" r="r" t="t"/>
                <a:pathLst>
                  <a:path extrusionOk="0" h="38100" w="38100">
                    <a:moveTo>
                      <a:pt x="38100" y="19050"/>
                    </a:moveTo>
                    <a:cubicBezTo>
                      <a:pt x="38100" y="29623"/>
                      <a:pt x="29528" y="38100"/>
                      <a:pt x="19050" y="38100"/>
                    </a:cubicBezTo>
                    <a:cubicBezTo>
                      <a:pt x="8572" y="38100"/>
                      <a:pt x="0" y="29528"/>
                      <a:pt x="0" y="19050"/>
                    </a:cubicBezTo>
                    <a:cubicBezTo>
                      <a:pt x="0" y="8572"/>
                      <a:pt x="8572" y="0"/>
                      <a:pt x="19050" y="0"/>
                    </a:cubicBezTo>
                    <a:cubicBezTo>
                      <a:pt x="29528" y="0"/>
                      <a:pt x="38100" y="8572"/>
                      <a:pt x="38100" y="19050"/>
                    </a:cubicBezTo>
                    <a:close/>
                  </a:path>
                </a:pathLst>
              </a:custGeom>
              <a:solidFill>
                <a:srgbClr val="55C0E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7" name="Google Shape;387;p15"/>
              <p:cNvSpPr/>
              <p:nvPr/>
            </p:nvSpPr>
            <p:spPr>
              <a:xfrm>
                <a:off x="4529994" y="3256216"/>
                <a:ext cx="38100" cy="38100"/>
              </a:xfrm>
              <a:custGeom>
                <a:rect b="b" l="l" r="r" t="t"/>
                <a:pathLst>
                  <a:path extrusionOk="0" h="38100" w="38100">
                    <a:moveTo>
                      <a:pt x="38100" y="19050"/>
                    </a:moveTo>
                    <a:cubicBezTo>
                      <a:pt x="38100" y="29623"/>
                      <a:pt x="29528" y="38100"/>
                      <a:pt x="19050" y="38100"/>
                    </a:cubicBezTo>
                    <a:cubicBezTo>
                      <a:pt x="8572" y="38100"/>
                      <a:pt x="0" y="29528"/>
                      <a:pt x="0" y="19050"/>
                    </a:cubicBezTo>
                    <a:cubicBezTo>
                      <a:pt x="0" y="8573"/>
                      <a:pt x="8572" y="0"/>
                      <a:pt x="19050" y="0"/>
                    </a:cubicBezTo>
                    <a:cubicBezTo>
                      <a:pt x="29528" y="0"/>
                      <a:pt x="38100" y="8573"/>
                      <a:pt x="38100" y="19050"/>
                    </a:cubicBezTo>
                    <a:close/>
                  </a:path>
                </a:pathLst>
              </a:custGeom>
              <a:solidFill>
                <a:srgbClr val="E6EAF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8" name="Google Shape;388;p15"/>
              <p:cNvSpPr/>
              <p:nvPr/>
            </p:nvSpPr>
            <p:spPr>
              <a:xfrm>
                <a:off x="4529994" y="3377088"/>
                <a:ext cx="38100" cy="38100"/>
              </a:xfrm>
              <a:custGeom>
                <a:rect b="b" l="l" r="r" t="t"/>
                <a:pathLst>
                  <a:path extrusionOk="0" h="38100" w="38100">
                    <a:moveTo>
                      <a:pt x="38100" y="19050"/>
                    </a:moveTo>
                    <a:cubicBezTo>
                      <a:pt x="38100" y="29623"/>
                      <a:pt x="29528" y="38100"/>
                      <a:pt x="19050" y="38100"/>
                    </a:cubicBezTo>
                    <a:cubicBezTo>
                      <a:pt x="8572" y="38100"/>
                      <a:pt x="0" y="29528"/>
                      <a:pt x="0" y="19050"/>
                    </a:cubicBezTo>
                    <a:cubicBezTo>
                      <a:pt x="0" y="8573"/>
                      <a:pt x="8572" y="0"/>
                      <a:pt x="19050" y="0"/>
                    </a:cubicBezTo>
                    <a:cubicBezTo>
                      <a:pt x="29528" y="0"/>
                      <a:pt x="38100" y="8573"/>
                      <a:pt x="38100" y="19050"/>
                    </a:cubicBezTo>
                    <a:close/>
                  </a:path>
                </a:pathLst>
              </a:custGeom>
              <a:solidFill>
                <a:srgbClr val="E6EAF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389" name="Google Shape;389;p15"/>
          <p:cNvGrpSpPr/>
          <p:nvPr/>
        </p:nvGrpSpPr>
        <p:grpSpPr>
          <a:xfrm flipH="1" rot="5400000">
            <a:off x="557972" y="4696603"/>
            <a:ext cx="16329" cy="218290"/>
            <a:chOff x="10809827" y="4402455"/>
            <a:chExt cx="24764" cy="330993"/>
          </a:xfrm>
        </p:grpSpPr>
        <p:sp>
          <p:nvSpPr>
            <p:cNvPr id="390" name="Google Shape;390;p15"/>
            <p:cNvSpPr/>
            <p:nvPr/>
          </p:nvSpPr>
          <p:spPr>
            <a:xfrm>
              <a:off x="10822209" y="4414266"/>
              <a:ext cx="9525" cy="307467"/>
            </a:xfrm>
            <a:custGeom>
              <a:rect b="b" l="l" r="r" t="t"/>
              <a:pathLst>
                <a:path extrusionOk="0" h="307467" w="9525">
                  <a:moveTo>
                    <a:pt x="-1" y="307467"/>
                  </a:moveTo>
                  <a:lnTo>
                    <a:pt x="-1" y="0"/>
                  </a:lnTo>
                </a:path>
              </a:pathLst>
            </a:custGeom>
            <a:solidFill>
              <a:schemeClr val="accent4"/>
            </a:solidFill>
            <a:ln cap="flat" cmpd="sng" w="10950">
              <a:solidFill>
                <a:schemeClr val="accent4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1" name="Google Shape;391;p15"/>
            <p:cNvSpPr/>
            <p:nvPr/>
          </p:nvSpPr>
          <p:spPr>
            <a:xfrm>
              <a:off x="10809827" y="4708683"/>
              <a:ext cx="24764" cy="24765"/>
            </a:xfrm>
            <a:custGeom>
              <a:rect b="b" l="l" r="r" t="t"/>
              <a:pathLst>
                <a:path extrusionOk="0" h="24765" w="24764">
                  <a:moveTo>
                    <a:pt x="24765" y="12382"/>
                  </a:moveTo>
                  <a:cubicBezTo>
                    <a:pt x="24765" y="19240"/>
                    <a:pt x="19241" y="24765"/>
                    <a:pt x="12382" y="24765"/>
                  </a:cubicBezTo>
                  <a:cubicBezTo>
                    <a:pt x="5524" y="24765"/>
                    <a:pt x="0" y="19240"/>
                    <a:pt x="0" y="12382"/>
                  </a:cubicBezTo>
                  <a:cubicBezTo>
                    <a:pt x="0" y="5524"/>
                    <a:pt x="5524" y="0"/>
                    <a:pt x="12382" y="0"/>
                  </a:cubicBezTo>
                  <a:cubicBezTo>
                    <a:pt x="19241" y="0"/>
                    <a:pt x="24765" y="5524"/>
                    <a:pt x="24765" y="12382"/>
                  </a:cubicBezTo>
                  <a:close/>
                </a:path>
              </a:pathLst>
            </a:cu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2" name="Google Shape;392;p15"/>
            <p:cNvSpPr/>
            <p:nvPr/>
          </p:nvSpPr>
          <p:spPr>
            <a:xfrm>
              <a:off x="10809827" y="4402455"/>
              <a:ext cx="24764" cy="24764"/>
            </a:xfrm>
            <a:custGeom>
              <a:rect b="b" l="l" r="r" t="t"/>
              <a:pathLst>
                <a:path extrusionOk="0" h="24764" w="24764">
                  <a:moveTo>
                    <a:pt x="24765" y="12382"/>
                  </a:moveTo>
                  <a:cubicBezTo>
                    <a:pt x="24765" y="5524"/>
                    <a:pt x="19241" y="0"/>
                    <a:pt x="12382" y="0"/>
                  </a:cubicBezTo>
                  <a:cubicBezTo>
                    <a:pt x="5524" y="0"/>
                    <a:pt x="0" y="5524"/>
                    <a:pt x="0" y="12382"/>
                  </a:cubicBezTo>
                  <a:cubicBezTo>
                    <a:pt x="0" y="19240"/>
                    <a:pt x="5524" y="24765"/>
                    <a:pt x="12382" y="24765"/>
                  </a:cubicBezTo>
                  <a:cubicBezTo>
                    <a:pt x="19241" y="24765"/>
                    <a:pt x="24765" y="19240"/>
                    <a:pt x="24765" y="12382"/>
                  </a:cubicBezTo>
                  <a:close/>
                </a:path>
              </a:pathLst>
            </a:cu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93" name="Google Shape;393;p15"/>
          <p:cNvSpPr/>
          <p:nvPr/>
        </p:nvSpPr>
        <p:spPr>
          <a:xfrm rot="-532595">
            <a:off x="7984139" y="4422751"/>
            <a:ext cx="1661199" cy="1343241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" name="Google Shape;394;p15"/>
          <p:cNvSpPr/>
          <p:nvPr/>
        </p:nvSpPr>
        <p:spPr>
          <a:xfrm flipH="1" rot="-5145822">
            <a:off x="-1235221" y="72085"/>
            <a:ext cx="2404292" cy="1318592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6"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1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97" name="Google Shape;397;p16"/>
          <p:cNvSpPr txBox="1"/>
          <p:nvPr>
            <p:ph idx="1" type="subTitle"/>
          </p:nvPr>
        </p:nvSpPr>
        <p:spPr>
          <a:xfrm>
            <a:off x="937625" y="2579823"/>
            <a:ext cx="2175300" cy="150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98" name="Google Shape;398;p16"/>
          <p:cNvSpPr txBox="1"/>
          <p:nvPr>
            <p:ph idx="2" type="subTitle"/>
          </p:nvPr>
        </p:nvSpPr>
        <p:spPr>
          <a:xfrm>
            <a:off x="3484347" y="2579823"/>
            <a:ext cx="2175300" cy="150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99" name="Google Shape;399;p16"/>
          <p:cNvSpPr txBox="1"/>
          <p:nvPr>
            <p:ph idx="3" type="subTitle"/>
          </p:nvPr>
        </p:nvSpPr>
        <p:spPr>
          <a:xfrm>
            <a:off x="6031075" y="2579823"/>
            <a:ext cx="2175300" cy="150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00" name="Google Shape;400;p16"/>
          <p:cNvSpPr txBox="1"/>
          <p:nvPr>
            <p:ph idx="4" type="subTitle"/>
          </p:nvPr>
        </p:nvSpPr>
        <p:spPr>
          <a:xfrm>
            <a:off x="937625" y="1775401"/>
            <a:ext cx="2175300" cy="55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8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401" name="Google Shape;401;p16"/>
          <p:cNvSpPr txBox="1"/>
          <p:nvPr>
            <p:ph idx="5" type="subTitle"/>
          </p:nvPr>
        </p:nvSpPr>
        <p:spPr>
          <a:xfrm>
            <a:off x="3484350" y="1775401"/>
            <a:ext cx="2175300" cy="55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8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402" name="Google Shape;402;p16"/>
          <p:cNvSpPr txBox="1"/>
          <p:nvPr>
            <p:ph idx="6" type="subTitle"/>
          </p:nvPr>
        </p:nvSpPr>
        <p:spPr>
          <a:xfrm>
            <a:off x="6031075" y="1775401"/>
            <a:ext cx="2175300" cy="55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8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403" name="Google Shape;403;p16"/>
          <p:cNvSpPr/>
          <p:nvPr/>
        </p:nvSpPr>
        <p:spPr>
          <a:xfrm flipH="1" rot="8800738">
            <a:off x="7902412" y="4181666"/>
            <a:ext cx="1680262" cy="1358589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" name="Google Shape;404;p16"/>
          <p:cNvSpPr/>
          <p:nvPr/>
        </p:nvSpPr>
        <p:spPr>
          <a:xfrm flipH="1" rot="-8942362">
            <a:off x="-983149" y="4040244"/>
            <a:ext cx="2474148" cy="2000589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5" name="Google Shape;405;p16"/>
          <p:cNvSpPr/>
          <p:nvPr/>
        </p:nvSpPr>
        <p:spPr>
          <a:xfrm flipH="1" rot="1554271">
            <a:off x="7563507" y="-664049"/>
            <a:ext cx="2112334" cy="2002574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6" name="Google Shape;406;p16"/>
          <p:cNvSpPr/>
          <p:nvPr/>
        </p:nvSpPr>
        <p:spPr>
          <a:xfrm>
            <a:off x="62825" y="1725386"/>
            <a:ext cx="606206" cy="37384"/>
          </a:xfrm>
          <a:custGeom>
            <a:rect b="b" l="l" r="r" t="t"/>
            <a:pathLst>
              <a:path extrusionOk="0" h="50863" w="824770">
                <a:moveTo>
                  <a:pt x="799338" y="50863"/>
                </a:moveTo>
                <a:lnTo>
                  <a:pt x="25432" y="50863"/>
                </a:lnTo>
                <a:cubicBezTo>
                  <a:pt x="11430" y="50863"/>
                  <a:pt x="0" y="39433"/>
                  <a:pt x="0" y="25432"/>
                </a:cubicBezTo>
                <a:lnTo>
                  <a:pt x="0" y="25432"/>
                </a:lnTo>
                <a:cubicBezTo>
                  <a:pt x="0" y="11430"/>
                  <a:pt x="11430" y="0"/>
                  <a:pt x="25432" y="0"/>
                </a:cubicBezTo>
                <a:lnTo>
                  <a:pt x="799338" y="0"/>
                </a:lnTo>
                <a:cubicBezTo>
                  <a:pt x="813339" y="0"/>
                  <a:pt x="824770" y="11430"/>
                  <a:pt x="824770" y="25432"/>
                </a:cubicBezTo>
                <a:lnTo>
                  <a:pt x="824770" y="25432"/>
                </a:lnTo>
                <a:cubicBezTo>
                  <a:pt x="824770" y="39433"/>
                  <a:pt x="813339" y="50863"/>
                  <a:pt x="799338" y="50863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07" name="Google Shape;407;p16"/>
          <p:cNvGrpSpPr/>
          <p:nvPr/>
        </p:nvGrpSpPr>
        <p:grpSpPr>
          <a:xfrm>
            <a:off x="96399" y="951293"/>
            <a:ext cx="552408" cy="792759"/>
            <a:chOff x="10519314" y="4728596"/>
            <a:chExt cx="751780" cy="1078731"/>
          </a:xfrm>
        </p:grpSpPr>
        <p:grpSp>
          <p:nvGrpSpPr>
            <p:cNvPr id="408" name="Google Shape;408;p16"/>
            <p:cNvGrpSpPr/>
            <p:nvPr/>
          </p:nvGrpSpPr>
          <p:grpSpPr>
            <a:xfrm>
              <a:off x="10519314" y="4728596"/>
              <a:ext cx="626662" cy="1078731"/>
              <a:chOff x="10519314" y="4728596"/>
              <a:chExt cx="626662" cy="1078731"/>
            </a:xfrm>
          </p:grpSpPr>
          <p:grpSp>
            <p:nvGrpSpPr>
              <p:cNvPr id="409" name="Google Shape;409;p16"/>
              <p:cNvGrpSpPr/>
              <p:nvPr/>
            </p:nvGrpSpPr>
            <p:grpSpPr>
              <a:xfrm>
                <a:off x="10903220" y="4888205"/>
                <a:ext cx="242756" cy="919122"/>
                <a:chOff x="10903220" y="4888205"/>
                <a:chExt cx="242756" cy="919122"/>
              </a:xfrm>
            </p:grpSpPr>
            <p:sp>
              <p:nvSpPr>
                <p:cNvPr id="410" name="Google Shape;410;p16"/>
                <p:cNvSpPr/>
                <p:nvPr/>
              </p:nvSpPr>
              <p:spPr>
                <a:xfrm rot="-447735">
                  <a:off x="10961814" y="4892503"/>
                  <a:ext cx="125567" cy="910526"/>
                </a:xfrm>
                <a:custGeom>
                  <a:rect b="b" l="l" r="r" t="t"/>
                  <a:pathLst>
                    <a:path extrusionOk="0" h="909637" w="125444">
                      <a:moveTo>
                        <a:pt x="0" y="0"/>
                      </a:moveTo>
                      <a:lnTo>
                        <a:pt x="125445" y="0"/>
                      </a:lnTo>
                      <a:lnTo>
                        <a:pt x="125445" y="909637"/>
                      </a:lnTo>
                      <a:lnTo>
                        <a:pt x="0" y="909637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11" name="Google Shape;411;p16"/>
                <p:cNvSpPr/>
                <p:nvPr/>
              </p:nvSpPr>
              <p:spPr>
                <a:xfrm>
                  <a:off x="10952422" y="4933194"/>
                  <a:ext cx="42088" cy="42088"/>
                </a:xfrm>
                <a:custGeom>
                  <a:rect b="b" l="l" r="r" t="t"/>
                  <a:pathLst>
                    <a:path extrusionOk="0" h="42088" w="42088">
                      <a:moveTo>
                        <a:pt x="41904" y="18282"/>
                      </a:moveTo>
                      <a:cubicBezTo>
                        <a:pt x="43428" y="29807"/>
                        <a:pt x="35331" y="40380"/>
                        <a:pt x="23806" y="41904"/>
                      </a:cubicBezTo>
                      <a:cubicBezTo>
                        <a:pt x="12281" y="43428"/>
                        <a:pt x="1709" y="35332"/>
                        <a:pt x="184" y="23806"/>
                      </a:cubicBezTo>
                      <a:cubicBezTo>
                        <a:pt x="-1340" y="12281"/>
                        <a:pt x="6756" y="1708"/>
                        <a:pt x="18282" y="184"/>
                      </a:cubicBezTo>
                      <a:cubicBezTo>
                        <a:pt x="29807" y="-1340"/>
                        <a:pt x="40380" y="6757"/>
                        <a:pt x="41904" y="18282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12" name="Google Shape;412;p16"/>
                <p:cNvSpPr/>
                <p:nvPr/>
              </p:nvSpPr>
              <p:spPr>
                <a:xfrm>
                  <a:off x="10961186" y="5000250"/>
                  <a:ext cx="42087" cy="42087"/>
                </a:xfrm>
                <a:custGeom>
                  <a:rect b="b" l="l" r="r" t="t"/>
                  <a:pathLst>
                    <a:path extrusionOk="0" h="42087" w="42087">
                      <a:moveTo>
                        <a:pt x="41904" y="18282"/>
                      </a:moveTo>
                      <a:cubicBezTo>
                        <a:pt x="43427" y="29807"/>
                        <a:pt x="35331" y="40380"/>
                        <a:pt x="23806" y="41904"/>
                      </a:cubicBezTo>
                      <a:cubicBezTo>
                        <a:pt x="12280" y="43428"/>
                        <a:pt x="1708" y="35332"/>
                        <a:pt x="184" y="23806"/>
                      </a:cubicBezTo>
                      <a:cubicBezTo>
                        <a:pt x="-1340" y="12281"/>
                        <a:pt x="6756" y="1708"/>
                        <a:pt x="18281" y="184"/>
                      </a:cubicBezTo>
                      <a:cubicBezTo>
                        <a:pt x="29807" y="-1340"/>
                        <a:pt x="40380" y="6757"/>
                        <a:pt x="41904" y="18282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413" name="Google Shape;413;p16"/>
                <p:cNvGrpSpPr/>
                <p:nvPr/>
              </p:nvGrpSpPr>
              <p:grpSpPr>
                <a:xfrm>
                  <a:off x="11014221" y="5588618"/>
                  <a:ext cx="100021" cy="114784"/>
                  <a:chOff x="11014221" y="5588618"/>
                  <a:chExt cx="100021" cy="114784"/>
                </a:xfrm>
              </p:grpSpPr>
              <p:sp>
                <p:nvSpPr>
                  <p:cNvPr id="414" name="Google Shape;414;p16"/>
                  <p:cNvSpPr/>
                  <p:nvPr/>
                </p:nvSpPr>
                <p:spPr>
                  <a:xfrm rot="-447735">
                    <a:off x="11014826" y="5594269"/>
                    <a:ext cx="88001" cy="15064"/>
                  </a:xfrm>
                  <a:custGeom>
                    <a:rect b="b" l="l" r="r" t="t"/>
                    <a:pathLst>
                      <a:path extrusionOk="0" h="15049" w="87915">
                        <a:moveTo>
                          <a:pt x="0" y="0"/>
                        </a:moveTo>
                        <a:lnTo>
                          <a:pt x="87916" y="0"/>
                        </a:lnTo>
                        <a:lnTo>
                          <a:pt x="87916" y="15049"/>
                        </a:lnTo>
                        <a:lnTo>
                          <a:pt x="0" y="15049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15" name="Google Shape;415;p16"/>
                  <p:cNvSpPr/>
                  <p:nvPr/>
                </p:nvSpPr>
                <p:spPr>
                  <a:xfrm rot="-447735">
                    <a:off x="11018646" y="5623150"/>
                    <a:ext cx="88001" cy="15064"/>
                  </a:xfrm>
                  <a:custGeom>
                    <a:rect b="b" l="l" r="r" t="t"/>
                    <a:pathLst>
                      <a:path extrusionOk="0" h="15049" w="87915">
                        <a:moveTo>
                          <a:pt x="0" y="0"/>
                        </a:moveTo>
                        <a:lnTo>
                          <a:pt x="87916" y="0"/>
                        </a:lnTo>
                        <a:lnTo>
                          <a:pt x="87916" y="15050"/>
                        </a:lnTo>
                        <a:lnTo>
                          <a:pt x="0" y="1505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16" name="Google Shape;416;p16"/>
                  <p:cNvSpPr/>
                  <p:nvPr/>
                </p:nvSpPr>
                <p:spPr>
                  <a:xfrm rot="-447735">
                    <a:off x="11021820" y="5653805"/>
                    <a:ext cx="88001" cy="15064"/>
                  </a:xfrm>
                  <a:custGeom>
                    <a:rect b="b" l="l" r="r" t="t"/>
                    <a:pathLst>
                      <a:path extrusionOk="0" h="15049" w="87915">
                        <a:moveTo>
                          <a:pt x="0" y="0"/>
                        </a:moveTo>
                        <a:lnTo>
                          <a:pt x="87916" y="0"/>
                        </a:lnTo>
                        <a:lnTo>
                          <a:pt x="87916" y="15050"/>
                        </a:lnTo>
                        <a:lnTo>
                          <a:pt x="0" y="1505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17" name="Google Shape;417;p16"/>
                  <p:cNvSpPr/>
                  <p:nvPr/>
                </p:nvSpPr>
                <p:spPr>
                  <a:xfrm rot="-447735">
                    <a:off x="11025635" y="5682688"/>
                    <a:ext cx="88001" cy="15064"/>
                  </a:xfrm>
                  <a:custGeom>
                    <a:rect b="b" l="l" r="r" t="t"/>
                    <a:pathLst>
                      <a:path extrusionOk="0" h="15049" w="87915">
                        <a:moveTo>
                          <a:pt x="0" y="0"/>
                        </a:moveTo>
                        <a:lnTo>
                          <a:pt x="87915" y="0"/>
                        </a:lnTo>
                        <a:lnTo>
                          <a:pt x="87915" y="15050"/>
                        </a:lnTo>
                        <a:lnTo>
                          <a:pt x="0" y="1505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grpSp>
            <p:nvGrpSpPr>
              <p:cNvPr id="418" name="Google Shape;418;p16"/>
              <p:cNvGrpSpPr/>
              <p:nvPr/>
            </p:nvGrpSpPr>
            <p:grpSpPr>
              <a:xfrm>
                <a:off x="10718623" y="4728596"/>
                <a:ext cx="229169" cy="1075979"/>
                <a:chOff x="10718623" y="4728596"/>
                <a:chExt cx="229169" cy="1075979"/>
              </a:xfrm>
            </p:grpSpPr>
            <p:sp>
              <p:nvSpPr>
                <p:cNvPr id="419" name="Google Shape;419;p16"/>
                <p:cNvSpPr/>
                <p:nvPr/>
              </p:nvSpPr>
              <p:spPr>
                <a:xfrm rot="-172174">
                  <a:off x="10745259" y="4732329"/>
                  <a:ext cx="175897" cy="1068513"/>
                </a:xfrm>
                <a:custGeom>
                  <a:rect b="b" l="l" r="r" t="t"/>
                  <a:pathLst>
                    <a:path extrusionOk="0" h="1069848" w="176117">
                      <a:moveTo>
                        <a:pt x="0" y="0"/>
                      </a:moveTo>
                      <a:lnTo>
                        <a:pt x="176117" y="0"/>
                      </a:lnTo>
                      <a:lnTo>
                        <a:pt x="176117" y="1069848"/>
                      </a:lnTo>
                      <a:lnTo>
                        <a:pt x="0" y="1069848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20" name="Google Shape;420;p16"/>
                <p:cNvSpPr/>
                <p:nvPr/>
              </p:nvSpPr>
              <p:spPr>
                <a:xfrm>
                  <a:off x="10787634" y="5182743"/>
                  <a:ext cx="87629" cy="87630"/>
                </a:xfrm>
                <a:custGeom>
                  <a:rect b="b" l="l" r="r" t="t"/>
                  <a:pathLst>
                    <a:path extrusionOk="0" h="87630" w="87629">
                      <a:moveTo>
                        <a:pt x="87630" y="43815"/>
                      </a:moveTo>
                      <a:cubicBezTo>
                        <a:pt x="87630" y="68013"/>
                        <a:pt x="68014" y="87630"/>
                        <a:pt x="43815" y="87630"/>
                      </a:cubicBezTo>
                      <a:cubicBezTo>
                        <a:pt x="19617" y="87630"/>
                        <a:pt x="1" y="68014"/>
                        <a:pt x="1" y="43815"/>
                      </a:cubicBezTo>
                      <a:cubicBezTo>
                        <a:pt x="1" y="19617"/>
                        <a:pt x="19617" y="0"/>
                        <a:pt x="43815" y="0"/>
                      </a:cubicBezTo>
                      <a:cubicBezTo>
                        <a:pt x="68014" y="0"/>
                        <a:pt x="87630" y="19616"/>
                        <a:pt x="87630" y="43815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421" name="Google Shape;421;p16"/>
                <p:cNvGrpSpPr/>
                <p:nvPr/>
              </p:nvGrpSpPr>
              <p:grpSpPr>
                <a:xfrm>
                  <a:off x="10765015" y="5040134"/>
                  <a:ext cx="116314" cy="49775"/>
                  <a:chOff x="10765015" y="5040134"/>
                  <a:chExt cx="116314" cy="49775"/>
                </a:xfrm>
              </p:grpSpPr>
              <p:sp>
                <p:nvSpPr>
                  <p:cNvPr id="422" name="Google Shape;422;p16"/>
                  <p:cNvSpPr/>
                  <p:nvPr/>
                </p:nvSpPr>
                <p:spPr>
                  <a:xfrm rot="-172174">
                    <a:off x="10765318" y="5042987"/>
                    <a:ext cx="114347" cy="14935"/>
                  </a:xfrm>
                  <a:custGeom>
                    <a:rect b="b" l="l" r="r" t="t"/>
                    <a:pathLst>
                      <a:path extrusionOk="0" h="14954" w="114490">
                        <a:moveTo>
                          <a:pt x="0" y="0"/>
                        </a:moveTo>
                        <a:lnTo>
                          <a:pt x="114490" y="0"/>
                        </a:lnTo>
                        <a:lnTo>
                          <a:pt x="114490" y="14954"/>
                        </a:lnTo>
                        <a:lnTo>
                          <a:pt x="0" y="1495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23" name="Google Shape;423;p16"/>
                  <p:cNvSpPr/>
                  <p:nvPr/>
                </p:nvSpPr>
                <p:spPr>
                  <a:xfrm rot="-172174">
                    <a:off x="10766681" y="5072121"/>
                    <a:ext cx="114347" cy="14935"/>
                  </a:xfrm>
                  <a:custGeom>
                    <a:rect b="b" l="l" r="r" t="t"/>
                    <a:pathLst>
                      <a:path extrusionOk="0" h="14954" w="114490">
                        <a:moveTo>
                          <a:pt x="0" y="0"/>
                        </a:moveTo>
                        <a:lnTo>
                          <a:pt x="114491" y="0"/>
                        </a:lnTo>
                        <a:lnTo>
                          <a:pt x="114491" y="14954"/>
                        </a:lnTo>
                        <a:lnTo>
                          <a:pt x="0" y="1495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424" name="Google Shape;424;p16"/>
                <p:cNvGrpSpPr/>
                <p:nvPr/>
              </p:nvGrpSpPr>
              <p:grpSpPr>
                <a:xfrm>
                  <a:off x="10784825" y="5436314"/>
                  <a:ext cx="116414" cy="49961"/>
                  <a:chOff x="10784825" y="5436314"/>
                  <a:chExt cx="116414" cy="49961"/>
                </a:xfrm>
              </p:grpSpPr>
              <p:sp>
                <p:nvSpPr>
                  <p:cNvPr id="425" name="Google Shape;425;p16"/>
                  <p:cNvSpPr/>
                  <p:nvPr/>
                </p:nvSpPr>
                <p:spPr>
                  <a:xfrm rot="-172174">
                    <a:off x="10785128" y="5439167"/>
                    <a:ext cx="114347" cy="14935"/>
                  </a:xfrm>
                  <a:custGeom>
                    <a:rect b="b" l="l" r="r" t="t"/>
                    <a:pathLst>
                      <a:path extrusionOk="0" h="14954" w="114490">
                        <a:moveTo>
                          <a:pt x="0" y="0"/>
                        </a:moveTo>
                        <a:lnTo>
                          <a:pt x="114491" y="0"/>
                        </a:lnTo>
                        <a:lnTo>
                          <a:pt x="114491" y="14955"/>
                        </a:lnTo>
                        <a:lnTo>
                          <a:pt x="0" y="14955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26" name="Google Shape;426;p16"/>
                  <p:cNvSpPr/>
                  <p:nvPr/>
                </p:nvSpPr>
                <p:spPr>
                  <a:xfrm rot="-172174">
                    <a:off x="10786591" y="5468487"/>
                    <a:ext cx="114347" cy="14935"/>
                  </a:xfrm>
                  <a:custGeom>
                    <a:rect b="b" l="l" r="r" t="t"/>
                    <a:pathLst>
                      <a:path extrusionOk="0" h="14954" w="114490">
                        <a:moveTo>
                          <a:pt x="0" y="0"/>
                        </a:moveTo>
                        <a:lnTo>
                          <a:pt x="114490" y="0"/>
                        </a:lnTo>
                        <a:lnTo>
                          <a:pt x="114490" y="14955"/>
                        </a:lnTo>
                        <a:lnTo>
                          <a:pt x="0" y="14955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grpSp>
            <p:nvGrpSpPr>
              <p:cNvPr id="427" name="Google Shape;427;p16"/>
              <p:cNvGrpSpPr/>
              <p:nvPr/>
            </p:nvGrpSpPr>
            <p:grpSpPr>
              <a:xfrm>
                <a:off x="10519314" y="4813458"/>
                <a:ext cx="202120" cy="992123"/>
                <a:chOff x="10519314" y="4813458"/>
                <a:chExt cx="202120" cy="992123"/>
              </a:xfrm>
            </p:grpSpPr>
            <p:sp>
              <p:nvSpPr>
                <p:cNvPr id="428" name="Google Shape;428;p16"/>
                <p:cNvSpPr/>
                <p:nvPr/>
              </p:nvSpPr>
              <p:spPr>
                <a:xfrm>
                  <a:off x="10519314" y="4813458"/>
                  <a:ext cx="202120" cy="992123"/>
                </a:xfrm>
                <a:custGeom>
                  <a:rect b="b" l="l" r="r" t="t"/>
                  <a:pathLst>
                    <a:path extrusionOk="0" h="992123" w="202120">
                      <a:moveTo>
                        <a:pt x="0" y="0"/>
                      </a:moveTo>
                      <a:lnTo>
                        <a:pt x="202120" y="0"/>
                      </a:lnTo>
                      <a:lnTo>
                        <a:pt x="202120" y="992124"/>
                      </a:lnTo>
                      <a:lnTo>
                        <a:pt x="0" y="992124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29" name="Google Shape;429;p16"/>
                <p:cNvSpPr/>
                <p:nvPr/>
              </p:nvSpPr>
              <p:spPr>
                <a:xfrm>
                  <a:off x="10558843" y="4891468"/>
                  <a:ext cx="123063" cy="123062"/>
                </a:xfrm>
                <a:custGeom>
                  <a:rect b="b" l="l" r="r" t="t"/>
                  <a:pathLst>
                    <a:path extrusionOk="0" h="123062" w="123063">
                      <a:moveTo>
                        <a:pt x="123063" y="61532"/>
                      </a:moveTo>
                      <a:cubicBezTo>
                        <a:pt x="123063" y="95514"/>
                        <a:pt x="95514" y="123063"/>
                        <a:pt x="61531" y="123063"/>
                      </a:cubicBezTo>
                      <a:cubicBezTo>
                        <a:pt x="27548" y="123063"/>
                        <a:pt x="-1" y="95514"/>
                        <a:pt x="-1" y="61532"/>
                      </a:cubicBezTo>
                      <a:cubicBezTo>
                        <a:pt x="-1" y="27549"/>
                        <a:pt x="27548" y="0"/>
                        <a:pt x="61531" y="0"/>
                      </a:cubicBezTo>
                      <a:cubicBezTo>
                        <a:pt x="95514" y="0"/>
                        <a:pt x="123063" y="27549"/>
                        <a:pt x="123063" y="61532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430" name="Google Shape;430;p16"/>
                <p:cNvGrpSpPr/>
                <p:nvPr/>
              </p:nvGrpSpPr>
              <p:grpSpPr>
                <a:xfrm>
                  <a:off x="10556176" y="5465730"/>
                  <a:ext cx="128397" cy="44196"/>
                  <a:chOff x="10556176" y="5465730"/>
                  <a:chExt cx="128397" cy="44196"/>
                </a:xfrm>
              </p:grpSpPr>
              <p:sp>
                <p:nvSpPr>
                  <p:cNvPr id="431" name="Google Shape;431;p16"/>
                  <p:cNvSpPr/>
                  <p:nvPr/>
                </p:nvSpPr>
                <p:spPr>
                  <a:xfrm>
                    <a:off x="10556176" y="5465730"/>
                    <a:ext cx="128397" cy="14954"/>
                  </a:xfrm>
                  <a:custGeom>
                    <a:rect b="b" l="l" r="r" t="t"/>
                    <a:pathLst>
                      <a:path extrusionOk="0" h="14954" w="128397">
                        <a:moveTo>
                          <a:pt x="0" y="0"/>
                        </a:moveTo>
                        <a:lnTo>
                          <a:pt x="128397" y="0"/>
                        </a:lnTo>
                        <a:lnTo>
                          <a:pt x="128397" y="14954"/>
                        </a:lnTo>
                        <a:lnTo>
                          <a:pt x="0" y="1495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32" name="Google Shape;432;p16"/>
                  <p:cNvSpPr/>
                  <p:nvPr/>
                </p:nvSpPr>
                <p:spPr>
                  <a:xfrm>
                    <a:off x="10556176" y="5494972"/>
                    <a:ext cx="128397" cy="14954"/>
                  </a:xfrm>
                  <a:custGeom>
                    <a:rect b="b" l="l" r="r" t="t"/>
                    <a:pathLst>
                      <a:path extrusionOk="0" h="14954" w="128397">
                        <a:moveTo>
                          <a:pt x="0" y="0"/>
                        </a:moveTo>
                        <a:lnTo>
                          <a:pt x="128397" y="0"/>
                        </a:lnTo>
                        <a:lnTo>
                          <a:pt x="128397" y="14955"/>
                        </a:lnTo>
                        <a:lnTo>
                          <a:pt x="0" y="14955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433" name="Google Shape;433;p16"/>
                <p:cNvGrpSpPr/>
                <p:nvPr/>
              </p:nvGrpSpPr>
              <p:grpSpPr>
                <a:xfrm>
                  <a:off x="10556176" y="5689187"/>
                  <a:ext cx="128397" cy="44196"/>
                  <a:chOff x="10556176" y="5689187"/>
                  <a:chExt cx="128397" cy="44196"/>
                </a:xfrm>
              </p:grpSpPr>
              <p:sp>
                <p:nvSpPr>
                  <p:cNvPr id="434" name="Google Shape;434;p16"/>
                  <p:cNvSpPr/>
                  <p:nvPr/>
                </p:nvSpPr>
                <p:spPr>
                  <a:xfrm>
                    <a:off x="10556176" y="5689187"/>
                    <a:ext cx="128397" cy="14954"/>
                  </a:xfrm>
                  <a:custGeom>
                    <a:rect b="b" l="l" r="r" t="t"/>
                    <a:pathLst>
                      <a:path extrusionOk="0" h="14954" w="128397">
                        <a:moveTo>
                          <a:pt x="0" y="0"/>
                        </a:moveTo>
                        <a:lnTo>
                          <a:pt x="128397" y="0"/>
                        </a:lnTo>
                        <a:lnTo>
                          <a:pt x="128397" y="14954"/>
                        </a:lnTo>
                        <a:lnTo>
                          <a:pt x="0" y="1495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35" name="Google Shape;435;p16"/>
                  <p:cNvSpPr/>
                  <p:nvPr/>
                </p:nvSpPr>
                <p:spPr>
                  <a:xfrm>
                    <a:off x="10556176" y="5718429"/>
                    <a:ext cx="128397" cy="14954"/>
                  </a:xfrm>
                  <a:custGeom>
                    <a:rect b="b" l="l" r="r" t="t"/>
                    <a:pathLst>
                      <a:path extrusionOk="0" h="14954" w="128397">
                        <a:moveTo>
                          <a:pt x="0" y="0"/>
                        </a:moveTo>
                        <a:lnTo>
                          <a:pt x="128397" y="0"/>
                        </a:lnTo>
                        <a:lnTo>
                          <a:pt x="128397" y="14954"/>
                        </a:lnTo>
                        <a:lnTo>
                          <a:pt x="0" y="1495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</p:grpSp>
        <p:grpSp>
          <p:nvGrpSpPr>
            <p:cNvPr id="436" name="Google Shape;436;p16"/>
            <p:cNvGrpSpPr/>
            <p:nvPr/>
          </p:nvGrpSpPr>
          <p:grpSpPr>
            <a:xfrm>
              <a:off x="11058042" y="5088325"/>
              <a:ext cx="213052" cy="717953"/>
              <a:chOff x="11058042" y="5088325"/>
              <a:chExt cx="213052" cy="717953"/>
            </a:xfrm>
          </p:grpSpPr>
          <p:sp>
            <p:nvSpPr>
              <p:cNvPr id="437" name="Google Shape;437;p16"/>
              <p:cNvSpPr/>
              <p:nvPr/>
            </p:nvSpPr>
            <p:spPr>
              <a:xfrm rot="-631368">
                <a:off x="11122592" y="5089982"/>
                <a:ext cx="83952" cy="714640"/>
              </a:xfrm>
              <a:custGeom>
                <a:rect b="b" l="l" r="r" t="t"/>
                <a:pathLst>
                  <a:path extrusionOk="0" h="715136" w="84010">
                    <a:moveTo>
                      <a:pt x="0" y="0"/>
                    </a:moveTo>
                    <a:lnTo>
                      <a:pt x="84010" y="0"/>
                    </a:lnTo>
                    <a:lnTo>
                      <a:pt x="84010" y="715137"/>
                    </a:lnTo>
                    <a:lnTo>
                      <a:pt x="0" y="715137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8" name="Google Shape;438;p16"/>
              <p:cNvSpPr/>
              <p:nvPr/>
            </p:nvSpPr>
            <p:spPr>
              <a:xfrm rot="-631368">
                <a:off x="11154645" y="5271518"/>
                <a:ext cx="25985" cy="411004"/>
              </a:xfrm>
              <a:custGeom>
                <a:rect b="b" l="l" r="r" t="t"/>
                <a:pathLst>
                  <a:path extrusionOk="0" h="411289" w="26003">
                    <a:moveTo>
                      <a:pt x="0" y="0"/>
                    </a:moveTo>
                    <a:lnTo>
                      <a:pt x="26003" y="0"/>
                    </a:lnTo>
                    <a:lnTo>
                      <a:pt x="26003" y="411289"/>
                    </a:lnTo>
                    <a:lnTo>
                      <a:pt x="0" y="411289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439" name="Google Shape;439;p16"/>
          <p:cNvGrpSpPr/>
          <p:nvPr/>
        </p:nvGrpSpPr>
        <p:grpSpPr>
          <a:xfrm>
            <a:off x="135453" y="69369"/>
            <a:ext cx="426307" cy="643642"/>
            <a:chOff x="10572463" y="3528536"/>
            <a:chExt cx="580168" cy="875823"/>
          </a:xfrm>
        </p:grpSpPr>
        <p:grpSp>
          <p:nvGrpSpPr>
            <p:cNvPr id="440" name="Google Shape;440;p16"/>
            <p:cNvGrpSpPr/>
            <p:nvPr/>
          </p:nvGrpSpPr>
          <p:grpSpPr>
            <a:xfrm>
              <a:off x="10713815" y="3528536"/>
              <a:ext cx="438816" cy="746664"/>
              <a:chOff x="10713815" y="3528536"/>
              <a:chExt cx="438816" cy="746664"/>
            </a:xfrm>
          </p:grpSpPr>
          <p:sp>
            <p:nvSpPr>
              <p:cNvPr id="441" name="Google Shape;441;p16"/>
              <p:cNvSpPr/>
              <p:nvPr/>
            </p:nvSpPr>
            <p:spPr>
              <a:xfrm>
                <a:off x="10713815" y="3528536"/>
                <a:ext cx="438816" cy="746664"/>
              </a:xfrm>
              <a:custGeom>
                <a:rect b="b" l="l" r="r" t="t"/>
                <a:pathLst>
                  <a:path extrusionOk="0" h="746664" w="438816">
                    <a:moveTo>
                      <a:pt x="438721" y="746569"/>
                    </a:moveTo>
                    <a:lnTo>
                      <a:pt x="0" y="746569"/>
                    </a:lnTo>
                    <a:lnTo>
                      <a:pt x="0" y="0"/>
                    </a:lnTo>
                    <a:lnTo>
                      <a:pt x="326231" y="0"/>
                    </a:lnTo>
                    <a:cubicBezTo>
                      <a:pt x="370141" y="43910"/>
                      <a:pt x="394811" y="68580"/>
                      <a:pt x="438816" y="112585"/>
                    </a:cubicBezTo>
                    <a:lnTo>
                      <a:pt x="438816" y="746665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442" name="Google Shape;442;p16"/>
              <p:cNvGrpSpPr/>
              <p:nvPr/>
            </p:nvGrpSpPr>
            <p:grpSpPr>
              <a:xfrm>
                <a:off x="10776489" y="3625310"/>
                <a:ext cx="313848" cy="288226"/>
                <a:chOff x="10776489" y="3625310"/>
                <a:chExt cx="313848" cy="288226"/>
              </a:xfrm>
            </p:grpSpPr>
            <p:sp>
              <p:nvSpPr>
                <p:cNvPr id="443" name="Google Shape;443;p16"/>
                <p:cNvSpPr/>
                <p:nvPr/>
              </p:nvSpPr>
              <p:spPr>
                <a:xfrm>
                  <a:off x="10776489" y="3625310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44" name="Google Shape;444;p16"/>
                <p:cNvSpPr/>
                <p:nvPr/>
              </p:nvSpPr>
              <p:spPr>
                <a:xfrm>
                  <a:off x="10776489" y="3678650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45" name="Google Shape;445;p16"/>
                <p:cNvSpPr/>
                <p:nvPr/>
              </p:nvSpPr>
              <p:spPr>
                <a:xfrm>
                  <a:off x="10776489" y="3731990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46" name="Google Shape;446;p16"/>
                <p:cNvSpPr/>
                <p:nvPr/>
              </p:nvSpPr>
              <p:spPr>
                <a:xfrm>
                  <a:off x="10776489" y="3785425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47" name="Google Shape;447;p16"/>
                <p:cNvSpPr/>
                <p:nvPr/>
              </p:nvSpPr>
              <p:spPr>
                <a:xfrm>
                  <a:off x="10776489" y="3838765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48" name="Google Shape;448;p16"/>
                <p:cNvSpPr/>
                <p:nvPr/>
              </p:nvSpPr>
              <p:spPr>
                <a:xfrm>
                  <a:off x="10776489" y="3892105"/>
                  <a:ext cx="184689" cy="21431"/>
                </a:xfrm>
                <a:custGeom>
                  <a:rect b="b" l="l" r="r" t="t"/>
                  <a:pathLst>
                    <a:path extrusionOk="0" h="21431" w="184689">
                      <a:moveTo>
                        <a:pt x="0" y="0"/>
                      </a:moveTo>
                      <a:lnTo>
                        <a:pt x="184690" y="0"/>
                      </a:lnTo>
                      <a:lnTo>
                        <a:pt x="184690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rgbClr val="42444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449" name="Google Shape;449;p16"/>
              <p:cNvGrpSpPr/>
              <p:nvPr/>
            </p:nvGrpSpPr>
            <p:grpSpPr>
              <a:xfrm>
                <a:off x="10776489" y="3999547"/>
                <a:ext cx="313848" cy="181546"/>
                <a:chOff x="10776489" y="3999547"/>
                <a:chExt cx="313848" cy="181546"/>
              </a:xfrm>
            </p:grpSpPr>
            <p:sp>
              <p:nvSpPr>
                <p:cNvPr id="450" name="Google Shape;450;p16"/>
                <p:cNvSpPr/>
                <p:nvPr/>
              </p:nvSpPr>
              <p:spPr>
                <a:xfrm>
                  <a:off x="10776489" y="3999547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51" name="Google Shape;451;p16"/>
                <p:cNvSpPr/>
                <p:nvPr/>
              </p:nvSpPr>
              <p:spPr>
                <a:xfrm>
                  <a:off x="10776489" y="4052887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52" name="Google Shape;452;p16"/>
                <p:cNvSpPr/>
                <p:nvPr/>
              </p:nvSpPr>
              <p:spPr>
                <a:xfrm>
                  <a:off x="10776489" y="4106322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53" name="Google Shape;453;p16"/>
                <p:cNvSpPr/>
                <p:nvPr/>
              </p:nvSpPr>
              <p:spPr>
                <a:xfrm>
                  <a:off x="10776489" y="4159662"/>
                  <a:ext cx="184689" cy="21431"/>
                </a:xfrm>
                <a:custGeom>
                  <a:rect b="b" l="l" r="r" t="t"/>
                  <a:pathLst>
                    <a:path extrusionOk="0" h="21431" w="184689">
                      <a:moveTo>
                        <a:pt x="0" y="0"/>
                      </a:moveTo>
                      <a:lnTo>
                        <a:pt x="184690" y="0"/>
                      </a:lnTo>
                      <a:lnTo>
                        <a:pt x="184690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rgbClr val="42444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454" name="Google Shape;454;p16"/>
              <p:cNvSpPr/>
              <p:nvPr/>
            </p:nvSpPr>
            <p:spPr>
              <a:xfrm>
                <a:off x="11039951" y="3528536"/>
                <a:ext cx="112584" cy="112585"/>
              </a:xfrm>
              <a:custGeom>
                <a:rect b="b" l="l" r="r" t="t"/>
                <a:pathLst>
                  <a:path extrusionOk="0" h="112585" w="112584">
                    <a:moveTo>
                      <a:pt x="112585" y="112585"/>
                    </a:moveTo>
                    <a:lnTo>
                      <a:pt x="0" y="112585"/>
                    </a:lnTo>
                    <a:lnTo>
                      <a:pt x="0" y="0"/>
                    </a:lnTo>
                    <a:lnTo>
                      <a:pt x="0" y="0"/>
                    </a:lnTo>
                    <a:cubicBezTo>
                      <a:pt x="43910" y="43910"/>
                      <a:pt x="68580" y="68580"/>
                      <a:pt x="112585" y="112585"/>
                    </a:cubicBezTo>
                    <a:lnTo>
                      <a:pt x="112585" y="112585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55" name="Google Shape;455;p16"/>
            <p:cNvGrpSpPr/>
            <p:nvPr/>
          </p:nvGrpSpPr>
          <p:grpSpPr>
            <a:xfrm>
              <a:off x="10572463" y="3657790"/>
              <a:ext cx="438817" cy="746569"/>
              <a:chOff x="10572463" y="3657790"/>
              <a:chExt cx="438817" cy="746569"/>
            </a:xfrm>
          </p:grpSpPr>
          <p:sp>
            <p:nvSpPr>
              <p:cNvPr id="456" name="Google Shape;456;p16"/>
              <p:cNvSpPr/>
              <p:nvPr/>
            </p:nvSpPr>
            <p:spPr>
              <a:xfrm>
                <a:off x="10572463" y="3657790"/>
                <a:ext cx="438817" cy="746569"/>
              </a:xfrm>
              <a:custGeom>
                <a:rect b="b" l="l" r="r" t="t"/>
                <a:pathLst>
                  <a:path extrusionOk="0" h="746569" w="438817">
                    <a:moveTo>
                      <a:pt x="438722" y="746570"/>
                    </a:moveTo>
                    <a:lnTo>
                      <a:pt x="0" y="746570"/>
                    </a:lnTo>
                    <a:lnTo>
                      <a:pt x="0" y="0"/>
                    </a:lnTo>
                    <a:lnTo>
                      <a:pt x="326231" y="0"/>
                    </a:lnTo>
                    <a:cubicBezTo>
                      <a:pt x="370141" y="43910"/>
                      <a:pt x="394812" y="68580"/>
                      <a:pt x="438817" y="112586"/>
                    </a:cubicBezTo>
                    <a:lnTo>
                      <a:pt x="438817" y="74657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457" name="Google Shape;457;p16"/>
              <p:cNvGrpSpPr/>
              <p:nvPr/>
            </p:nvGrpSpPr>
            <p:grpSpPr>
              <a:xfrm>
                <a:off x="10635138" y="3754469"/>
                <a:ext cx="313848" cy="288321"/>
                <a:chOff x="10635138" y="3754469"/>
                <a:chExt cx="313848" cy="288321"/>
              </a:xfrm>
            </p:grpSpPr>
            <p:sp>
              <p:nvSpPr>
                <p:cNvPr id="458" name="Google Shape;458;p16"/>
                <p:cNvSpPr/>
                <p:nvPr/>
              </p:nvSpPr>
              <p:spPr>
                <a:xfrm>
                  <a:off x="10635138" y="3754469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59" name="Google Shape;459;p16"/>
                <p:cNvSpPr/>
                <p:nvPr/>
              </p:nvSpPr>
              <p:spPr>
                <a:xfrm>
                  <a:off x="10635138" y="3807904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0" name="Google Shape;460;p16"/>
                <p:cNvSpPr/>
                <p:nvPr/>
              </p:nvSpPr>
              <p:spPr>
                <a:xfrm>
                  <a:off x="10635138" y="3861244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1" name="Google Shape;461;p16"/>
                <p:cNvSpPr/>
                <p:nvPr/>
              </p:nvSpPr>
              <p:spPr>
                <a:xfrm>
                  <a:off x="10635138" y="3914584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2" name="Google Shape;462;p16"/>
                <p:cNvSpPr/>
                <p:nvPr/>
              </p:nvSpPr>
              <p:spPr>
                <a:xfrm>
                  <a:off x="10635138" y="3968019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3" name="Google Shape;463;p16"/>
                <p:cNvSpPr/>
                <p:nvPr/>
              </p:nvSpPr>
              <p:spPr>
                <a:xfrm>
                  <a:off x="10635138" y="4021359"/>
                  <a:ext cx="184689" cy="21431"/>
                </a:xfrm>
                <a:custGeom>
                  <a:rect b="b" l="l" r="r" t="t"/>
                  <a:pathLst>
                    <a:path extrusionOk="0" h="21431" w="184689">
                      <a:moveTo>
                        <a:pt x="0" y="0"/>
                      </a:moveTo>
                      <a:lnTo>
                        <a:pt x="184689" y="0"/>
                      </a:lnTo>
                      <a:lnTo>
                        <a:pt x="184689" y="21431"/>
                      </a:lnTo>
                      <a:lnTo>
                        <a:pt x="-1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464" name="Google Shape;464;p16"/>
              <p:cNvGrpSpPr/>
              <p:nvPr/>
            </p:nvGrpSpPr>
            <p:grpSpPr>
              <a:xfrm>
                <a:off x="10635138" y="4128801"/>
                <a:ext cx="313848" cy="181547"/>
                <a:chOff x="10635138" y="4128801"/>
                <a:chExt cx="313848" cy="181547"/>
              </a:xfrm>
            </p:grpSpPr>
            <p:sp>
              <p:nvSpPr>
                <p:cNvPr id="465" name="Google Shape;465;p16"/>
                <p:cNvSpPr/>
                <p:nvPr/>
              </p:nvSpPr>
              <p:spPr>
                <a:xfrm>
                  <a:off x="10635138" y="4128801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6" name="Google Shape;466;p16"/>
                <p:cNvSpPr/>
                <p:nvPr/>
              </p:nvSpPr>
              <p:spPr>
                <a:xfrm>
                  <a:off x="10635138" y="4182141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7" name="Google Shape;467;p16"/>
                <p:cNvSpPr/>
                <p:nvPr/>
              </p:nvSpPr>
              <p:spPr>
                <a:xfrm>
                  <a:off x="10635138" y="4235481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8" name="Google Shape;468;p16"/>
                <p:cNvSpPr/>
                <p:nvPr/>
              </p:nvSpPr>
              <p:spPr>
                <a:xfrm>
                  <a:off x="10635138" y="4288917"/>
                  <a:ext cx="184689" cy="21431"/>
                </a:xfrm>
                <a:custGeom>
                  <a:rect b="b" l="l" r="r" t="t"/>
                  <a:pathLst>
                    <a:path extrusionOk="0" h="21431" w="184689">
                      <a:moveTo>
                        <a:pt x="0" y="0"/>
                      </a:moveTo>
                      <a:lnTo>
                        <a:pt x="184689" y="0"/>
                      </a:lnTo>
                      <a:lnTo>
                        <a:pt x="184689" y="21431"/>
                      </a:lnTo>
                      <a:lnTo>
                        <a:pt x="-1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469" name="Google Shape;469;p16"/>
              <p:cNvSpPr/>
              <p:nvPr/>
            </p:nvSpPr>
            <p:spPr>
              <a:xfrm>
                <a:off x="10898599" y="3657790"/>
                <a:ext cx="112586" cy="112585"/>
              </a:xfrm>
              <a:custGeom>
                <a:rect b="b" l="l" r="r" t="t"/>
                <a:pathLst>
                  <a:path extrusionOk="0" h="112585" w="112586">
                    <a:moveTo>
                      <a:pt x="112586" y="112586"/>
                    </a:moveTo>
                    <a:lnTo>
                      <a:pt x="0" y="112586"/>
                    </a:lnTo>
                    <a:lnTo>
                      <a:pt x="0" y="0"/>
                    </a:lnTo>
                    <a:lnTo>
                      <a:pt x="0" y="0"/>
                    </a:lnTo>
                    <a:cubicBezTo>
                      <a:pt x="43910" y="43910"/>
                      <a:pt x="68581" y="68580"/>
                      <a:pt x="112586" y="112586"/>
                    </a:cubicBezTo>
                    <a:lnTo>
                      <a:pt x="112586" y="112586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470" name="Google Shape;470;p16"/>
          <p:cNvGrpSpPr/>
          <p:nvPr/>
        </p:nvGrpSpPr>
        <p:grpSpPr>
          <a:xfrm>
            <a:off x="309868" y="711612"/>
            <a:ext cx="18197" cy="243247"/>
            <a:chOff x="10809827" y="4402455"/>
            <a:chExt cx="24764" cy="330993"/>
          </a:xfrm>
        </p:grpSpPr>
        <p:sp>
          <p:nvSpPr>
            <p:cNvPr id="471" name="Google Shape;471;p16"/>
            <p:cNvSpPr/>
            <p:nvPr/>
          </p:nvSpPr>
          <p:spPr>
            <a:xfrm>
              <a:off x="10822209" y="4414266"/>
              <a:ext cx="9525" cy="307467"/>
            </a:xfrm>
            <a:custGeom>
              <a:rect b="b" l="l" r="r" t="t"/>
              <a:pathLst>
                <a:path extrusionOk="0" h="307467" w="9525">
                  <a:moveTo>
                    <a:pt x="-1" y="307467"/>
                  </a:moveTo>
                  <a:lnTo>
                    <a:pt x="-1" y="0"/>
                  </a:lnTo>
                </a:path>
              </a:pathLst>
            </a:custGeom>
            <a:solidFill>
              <a:schemeClr val="accent4"/>
            </a:solidFill>
            <a:ln cap="flat" cmpd="sng" w="10950">
              <a:solidFill>
                <a:schemeClr val="accent4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2" name="Google Shape;472;p16"/>
            <p:cNvSpPr/>
            <p:nvPr/>
          </p:nvSpPr>
          <p:spPr>
            <a:xfrm>
              <a:off x="10809827" y="4708683"/>
              <a:ext cx="24764" cy="24765"/>
            </a:xfrm>
            <a:custGeom>
              <a:rect b="b" l="l" r="r" t="t"/>
              <a:pathLst>
                <a:path extrusionOk="0" h="24765" w="24764">
                  <a:moveTo>
                    <a:pt x="24765" y="12382"/>
                  </a:moveTo>
                  <a:cubicBezTo>
                    <a:pt x="24765" y="19240"/>
                    <a:pt x="19241" y="24765"/>
                    <a:pt x="12382" y="24765"/>
                  </a:cubicBezTo>
                  <a:cubicBezTo>
                    <a:pt x="5524" y="24765"/>
                    <a:pt x="0" y="19240"/>
                    <a:pt x="0" y="12382"/>
                  </a:cubicBezTo>
                  <a:cubicBezTo>
                    <a:pt x="0" y="5524"/>
                    <a:pt x="5524" y="0"/>
                    <a:pt x="12382" y="0"/>
                  </a:cubicBezTo>
                  <a:cubicBezTo>
                    <a:pt x="19241" y="0"/>
                    <a:pt x="24765" y="5524"/>
                    <a:pt x="24765" y="12382"/>
                  </a:cubicBezTo>
                  <a:close/>
                </a:path>
              </a:pathLst>
            </a:cu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3" name="Google Shape;473;p16"/>
            <p:cNvSpPr/>
            <p:nvPr/>
          </p:nvSpPr>
          <p:spPr>
            <a:xfrm>
              <a:off x="10809827" y="4402455"/>
              <a:ext cx="24764" cy="24764"/>
            </a:xfrm>
            <a:custGeom>
              <a:rect b="b" l="l" r="r" t="t"/>
              <a:pathLst>
                <a:path extrusionOk="0" h="24764" w="24764">
                  <a:moveTo>
                    <a:pt x="24765" y="12382"/>
                  </a:moveTo>
                  <a:cubicBezTo>
                    <a:pt x="24765" y="5524"/>
                    <a:pt x="19241" y="0"/>
                    <a:pt x="12382" y="0"/>
                  </a:cubicBezTo>
                  <a:cubicBezTo>
                    <a:pt x="5524" y="0"/>
                    <a:pt x="0" y="5524"/>
                    <a:pt x="0" y="12382"/>
                  </a:cubicBezTo>
                  <a:cubicBezTo>
                    <a:pt x="0" y="19240"/>
                    <a:pt x="5524" y="24765"/>
                    <a:pt x="12382" y="24765"/>
                  </a:cubicBezTo>
                  <a:cubicBezTo>
                    <a:pt x="19241" y="24765"/>
                    <a:pt x="24765" y="19240"/>
                    <a:pt x="24765" y="12382"/>
                  </a:cubicBezTo>
                  <a:close/>
                </a:path>
              </a:pathLst>
            </a:cu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74" name="Google Shape;474;p16"/>
          <p:cNvGrpSpPr/>
          <p:nvPr/>
        </p:nvGrpSpPr>
        <p:grpSpPr>
          <a:xfrm>
            <a:off x="8421644" y="1045085"/>
            <a:ext cx="396068" cy="717683"/>
            <a:chOff x="1945386" y="5582316"/>
            <a:chExt cx="470725" cy="852963"/>
          </a:xfrm>
        </p:grpSpPr>
        <p:grpSp>
          <p:nvGrpSpPr>
            <p:cNvPr id="475" name="Google Shape;475;p16"/>
            <p:cNvGrpSpPr/>
            <p:nvPr/>
          </p:nvGrpSpPr>
          <p:grpSpPr>
            <a:xfrm>
              <a:off x="1945386" y="5582316"/>
              <a:ext cx="470725" cy="852963"/>
              <a:chOff x="1945386" y="5582316"/>
              <a:chExt cx="470725" cy="852963"/>
            </a:xfrm>
          </p:grpSpPr>
          <p:sp>
            <p:nvSpPr>
              <p:cNvPr id="476" name="Google Shape;476;p16"/>
              <p:cNvSpPr/>
              <p:nvPr/>
            </p:nvSpPr>
            <p:spPr>
              <a:xfrm>
                <a:off x="1945386" y="5582316"/>
                <a:ext cx="470725" cy="852963"/>
              </a:xfrm>
              <a:custGeom>
                <a:rect b="b" l="l" r="r" t="t"/>
                <a:pathLst>
                  <a:path extrusionOk="0" h="852963" w="470725">
                    <a:moveTo>
                      <a:pt x="435388" y="0"/>
                    </a:moveTo>
                    <a:cubicBezTo>
                      <a:pt x="454904" y="0"/>
                      <a:pt x="470726" y="15821"/>
                      <a:pt x="470726" y="35338"/>
                    </a:cubicBezTo>
                    <a:lnTo>
                      <a:pt x="470726" y="817626"/>
                    </a:lnTo>
                    <a:cubicBezTo>
                      <a:pt x="470726" y="837143"/>
                      <a:pt x="454904" y="852964"/>
                      <a:pt x="435388" y="852964"/>
                    </a:cubicBezTo>
                    <a:lnTo>
                      <a:pt x="35338" y="852964"/>
                    </a:lnTo>
                    <a:cubicBezTo>
                      <a:pt x="15821" y="852964"/>
                      <a:pt x="0" y="837143"/>
                      <a:pt x="0" y="817626"/>
                    </a:cubicBezTo>
                    <a:lnTo>
                      <a:pt x="0" y="35338"/>
                    </a:lnTo>
                    <a:cubicBezTo>
                      <a:pt x="0" y="15822"/>
                      <a:pt x="15821" y="0"/>
                      <a:pt x="35338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7" name="Google Shape;477;p16"/>
              <p:cNvSpPr/>
              <p:nvPr/>
            </p:nvSpPr>
            <p:spPr>
              <a:xfrm>
                <a:off x="1965864" y="5625846"/>
                <a:ext cx="429577" cy="699420"/>
              </a:xfrm>
              <a:custGeom>
                <a:rect b="b" l="l" r="r" t="t"/>
                <a:pathLst>
                  <a:path extrusionOk="0" h="699420" w="429577">
                    <a:moveTo>
                      <a:pt x="0" y="0"/>
                    </a:moveTo>
                    <a:lnTo>
                      <a:pt x="429578" y="0"/>
                    </a:lnTo>
                    <a:lnTo>
                      <a:pt x="429578" y="699421"/>
                    </a:lnTo>
                    <a:lnTo>
                      <a:pt x="0" y="69942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478" name="Google Shape;478;p16"/>
            <p:cNvSpPr/>
            <p:nvPr/>
          </p:nvSpPr>
          <p:spPr>
            <a:xfrm>
              <a:off x="1986438" y="6371462"/>
              <a:ext cx="388334" cy="32194"/>
            </a:xfrm>
            <a:custGeom>
              <a:rect b="b" l="l" r="r" t="t"/>
              <a:pathLst>
                <a:path extrusionOk="0" h="32194" w="388334">
                  <a:moveTo>
                    <a:pt x="88011" y="0"/>
                  </a:moveTo>
                  <a:lnTo>
                    <a:pt x="16097" y="0"/>
                  </a:lnTo>
                  <a:cubicBezTo>
                    <a:pt x="7239" y="0"/>
                    <a:pt x="0" y="7239"/>
                    <a:pt x="0" y="16097"/>
                  </a:cubicBezTo>
                  <a:cubicBezTo>
                    <a:pt x="0" y="24955"/>
                    <a:pt x="7239" y="32195"/>
                    <a:pt x="16097" y="32195"/>
                  </a:cubicBezTo>
                  <a:lnTo>
                    <a:pt x="88011" y="32195"/>
                  </a:lnTo>
                  <a:cubicBezTo>
                    <a:pt x="96869" y="32195"/>
                    <a:pt x="104108" y="24955"/>
                    <a:pt x="104108" y="16097"/>
                  </a:cubicBezTo>
                  <a:cubicBezTo>
                    <a:pt x="104108" y="7239"/>
                    <a:pt x="96869" y="0"/>
                    <a:pt x="88011" y="0"/>
                  </a:cubicBezTo>
                  <a:close/>
                  <a:moveTo>
                    <a:pt x="230124" y="0"/>
                  </a:moveTo>
                  <a:lnTo>
                    <a:pt x="158210" y="0"/>
                  </a:lnTo>
                  <a:cubicBezTo>
                    <a:pt x="149352" y="0"/>
                    <a:pt x="142113" y="7239"/>
                    <a:pt x="142113" y="16097"/>
                  </a:cubicBezTo>
                  <a:cubicBezTo>
                    <a:pt x="142113" y="24955"/>
                    <a:pt x="149352" y="32195"/>
                    <a:pt x="158210" y="32195"/>
                  </a:cubicBezTo>
                  <a:lnTo>
                    <a:pt x="230124" y="32195"/>
                  </a:lnTo>
                  <a:cubicBezTo>
                    <a:pt x="238982" y="32195"/>
                    <a:pt x="246221" y="24955"/>
                    <a:pt x="246221" y="16097"/>
                  </a:cubicBezTo>
                  <a:cubicBezTo>
                    <a:pt x="246221" y="7239"/>
                    <a:pt x="238982" y="0"/>
                    <a:pt x="230124" y="0"/>
                  </a:cubicBezTo>
                  <a:close/>
                  <a:moveTo>
                    <a:pt x="372237" y="0"/>
                  </a:moveTo>
                  <a:lnTo>
                    <a:pt x="300323" y="0"/>
                  </a:lnTo>
                  <a:cubicBezTo>
                    <a:pt x="291465" y="0"/>
                    <a:pt x="284226" y="7239"/>
                    <a:pt x="284226" y="16097"/>
                  </a:cubicBezTo>
                  <a:cubicBezTo>
                    <a:pt x="284226" y="24955"/>
                    <a:pt x="291465" y="32195"/>
                    <a:pt x="300323" y="32195"/>
                  </a:cubicBezTo>
                  <a:lnTo>
                    <a:pt x="372237" y="32195"/>
                  </a:lnTo>
                  <a:cubicBezTo>
                    <a:pt x="381095" y="32195"/>
                    <a:pt x="388334" y="24955"/>
                    <a:pt x="388334" y="16097"/>
                  </a:cubicBezTo>
                  <a:cubicBezTo>
                    <a:pt x="388334" y="7239"/>
                    <a:pt x="381095" y="0"/>
                    <a:pt x="37223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79" name="Google Shape;479;p16"/>
          <p:cNvGrpSpPr/>
          <p:nvPr/>
        </p:nvGrpSpPr>
        <p:grpSpPr>
          <a:xfrm>
            <a:off x="8088695" y="57742"/>
            <a:ext cx="1061979" cy="558999"/>
            <a:chOff x="3859815" y="2867310"/>
            <a:chExt cx="1262157" cy="664368"/>
          </a:xfrm>
        </p:grpSpPr>
        <p:sp>
          <p:nvSpPr>
            <p:cNvPr id="480" name="Google Shape;480;p16"/>
            <p:cNvSpPr/>
            <p:nvPr/>
          </p:nvSpPr>
          <p:spPr>
            <a:xfrm>
              <a:off x="3859815" y="2867310"/>
              <a:ext cx="1262157" cy="664368"/>
            </a:xfrm>
            <a:custGeom>
              <a:rect b="b" l="l" r="r" t="t"/>
              <a:pathLst>
                <a:path extrusionOk="0" h="664368" w="1262157">
                  <a:moveTo>
                    <a:pt x="1102233" y="344424"/>
                  </a:moveTo>
                  <a:cubicBezTo>
                    <a:pt x="1090231" y="344424"/>
                    <a:pt x="1078611" y="345757"/>
                    <a:pt x="1067372" y="348234"/>
                  </a:cubicBezTo>
                  <a:cubicBezTo>
                    <a:pt x="1048131" y="223838"/>
                    <a:pt x="945166" y="127159"/>
                    <a:pt x="817816" y="117348"/>
                  </a:cubicBezTo>
                  <a:cubicBezTo>
                    <a:pt x="756856" y="45625"/>
                    <a:pt x="666083" y="0"/>
                    <a:pt x="564547" y="0"/>
                  </a:cubicBezTo>
                  <a:cubicBezTo>
                    <a:pt x="398526" y="0"/>
                    <a:pt x="260890" y="121825"/>
                    <a:pt x="236220" y="280988"/>
                  </a:cubicBezTo>
                  <a:cubicBezTo>
                    <a:pt x="222599" y="277939"/>
                    <a:pt x="208502" y="276320"/>
                    <a:pt x="194024" y="276320"/>
                  </a:cubicBezTo>
                  <a:cubicBezTo>
                    <a:pt x="86868" y="276320"/>
                    <a:pt x="0" y="363188"/>
                    <a:pt x="0" y="470345"/>
                  </a:cubicBezTo>
                  <a:cubicBezTo>
                    <a:pt x="0" y="577501"/>
                    <a:pt x="86868" y="664369"/>
                    <a:pt x="194024" y="664369"/>
                  </a:cubicBezTo>
                  <a:lnTo>
                    <a:pt x="1102138" y="664369"/>
                  </a:lnTo>
                  <a:cubicBezTo>
                    <a:pt x="1190530" y="664369"/>
                    <a:pt x="1262158" y="592741"/>
                    <a:pt x="1262158" y="504349"/>
                  </a:cubicBezTo>
                  <a:cubicBezTo>
                    <a:pt x="1262158" y="415957"/>
                    <a:pt x="1190530" y="344329"/>
                    <a:pt x="1102138" y="344329"/>
                  </a:cubicBezTo>
                  <a:close/>
                </a:path>
              </a:pathLst>
            </a:custGeom>
            <a:solidFill>
              <a:srgbClr val="42444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81" name="Google Shape;481;p16"/>
            <p:cNvGrpSpPr/>
            <p:nvPr/>
          </p:nvGrpSpPr>
          <p:grpSpPr>
            <a:xfrm>
              <a:off x="4275677" y="3065525"/>
              <a:ext cx="334517" cy="380047"/>
              <a:chOff x="4275677" y="3065525"/>
              <a:chExt cx="334517" cy="380047"/>
            </a:xfrm>
          </p:grpSpPr>
          <p:grpSp>
            <p:nvGrpSpPr>
              <p:cNvPr id="482" name="Google Shape;482;p16"/>
              <p:cNvGrpSpPr/>
              <p:nvPr/>
            </p:nvGrpSpPr>
            <p:grpSpPr>
              <a:xfrm>
                <a:off x="4275677" y="3065525"/>
                <a:ext cx="334517" cy="380047"/>
                <a:chOff x="4275677" y="3065525"/>
                <a:chExt cx="334517" cy="380047"/>
              </a:xfrm>
            </p:grpSpPr>
            <p:grpSp>
              <p:nvGrpSpPr>
                <p:cNvPr id="483" name="Google Shape;483;p16"/>
                <p:cNvGrpSpPr/>
                <p:nvPr/>
              </p:nvGrpSpPr>
              <p:grpSpPr>
                <a:xfrm>
                  <a:off x="4275677" y="3301269"/>
                  <a:ext cx="334422" cy="144303"/>
                  <a:chOff x="4275677" y="3301269"/>
                  <a:chExt cx="334422" cy="144303"/>
                </a:xfrm>
              </p:grpSpPr>
              <p:sp>
                <p:nvSpPr>
                  <p:cNvPr id="484" name="Google Shape;484;p16"/>
                  <p:cNvSpPr/>
                  <p:nvPr/>
                </p:nvSpPr>
                <p:spPr>
                  <a:xfrm>
                    <a:off x="4275677" y="3331654"/>
                    <a:ext cx="334422" cy="113918"/>
                  </a:xfrm>
                  <a:custGeom>
                    <a:rect b="b" l="l" r="r" t="t"/>
                    <a:pathLst>
                      <a:path extrusionOk="0" h="113918" w="334422">
                        <a:moveTo>
                          <a:pt x="95" y="0"/>
                        </a:moveTo>
                        <a:lnTo>
                          <a:pt x="95" y="83534"/>
                        </a:lnTo>
                        <a:cubicBezTo>
                          <a:pt x="95" y="100298"/>
                          <a:pt x="74962" y="113919"/>
                          <a:pt x="167259" y="113919"/>
                        </a:cubicBezTo>
                        <a:cubicBezTo>
                          <a:pt x="259556" y="113919"/>
                          <a:pt x="334423" y="100298"/>
                          <a:pt x="334423" y="83534"/>
                        </a:cubicBezTo>
                        <a:lnTo>
                          <a:pt x="334423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CFD3D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85" name="Google Shape;485;p16"/>
                  <p:cNvSpPr/>
                  <p:nvPr/>
                </p:nvSpPr>
                <p:spPr>
                  <a:xfrm>
                    <a:off x="4275772" y="3301269"/>
                    <a:ext cx="334327" cy="60769"/>
                  </a:xfrm>
                  <a:custGeom>
                    <a:rect b="b" l="l" r="r" t="t"/>
                    <a:pathLst>
                      <a:path extrusionOk="0" h="60769" w="334327">
                        <a:moveTo>
                          <a:pt x="334328" y="30385"/>
                        </a:moveTo>
                        <a:cubicBezTo>
                          <a:pt x="334328" y="47166"/>
                          <a:pt x="259486" y="60770"/>
                          <a:pt x="167164" y="60770"/>
                        </a:cubicBezTo>
                        <a:cubicBezTo>
                          <a:pt x="74842" y="60770"/>
                          <a:pt x="0" y="47166"/>
                          <a:pt x="0" y="30385"/>
                        </a:cubicBezTo>
                        <a:cubicBezTo>
                          <a:pt x="0" y="13604"/>
                          <a:pt x="74842" y="0"/>
                          <a:pt x="167164" y="0"/>
                        </a:cubicBezTo>
                        <a:cubicBezTo>
                          <a:pt x="259486" y="0"/>
                          <a:pt x="334328" y="13604"/>
                          <a:pt x="334328" y="30385"/>
                        </a:cubicBezTo>
                        <a:close/>
                      </a:path>
                    </a:pathLst>
                  </a:custGeom>
                  <a:solidFill>
                    <a:srgbClr val="E6EAF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486" name="Google Shape;486;p16"/>
                <p:cNvGrpSpPr/>
                <p:nvPr/>
              </p:nvGrpSpPr>
              <p:grpSpPr>
                <a:xfrm>
                  <a:off x="4275677" y="3183350"/>
                  <a:ext cx="334422" cy="144302"/>
                  <a:chOff x="4275677" y="3183350"/>
                  <a:chExt cx="334422" cy="144302"/>
                </a:xfrm>
              </p:grpSpPr>
              <p:sp>
                <p:nvSpPr>
                  <p:cNvPr id="487" name="Google Shape;487;p16"/>
                  <p:cNvSpPr/>
                  <p:nvPr/>
                </p:nvSpPr>
                <p:spPr>
                  <a:xfrm>
                    <a:off x="4275677" y="3213734"/>
                    <a:ext cx="334422" cy="113918"/>
                  </a:xfrm>
                  <a:custGeom>
                    <a:rect b="b" l="l" r="r" t="t"/>
                    <a:pathLst>
                      <a:path extrusionOk="0" h="113918" w="334422">
                        <a:moveTo>
                          <a:pt x="95" y="0"/>
                        </a:moveTo>
                        <a:lnTo>
                          <a:pt x="95" y="83534"/>
                        </a:lnTo>
                        <a:cubicBezTo>
                          <a:pt x="95" y="100298"/>
                          <a:pt x="74962" y="113919"/>
                          <a:pt x="167259" y="113919"/>
                        </a:cubicBezTo>
                        <a:cubicBezTo>
                          <a:pt x="259556" y="113919"/>
                          <a:pt x="334423" y="100298"/>
                          <a:pt x="334423" y="83534"/>
                        </a:cubicBezTo>
                        <a:lnTo>
                          <a:pt x="334423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CFD3D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88" name="Google Shape;488;p16"/>
                  <p:cNvSpPr/>
                  <p:nvPr/>
                </p:nvSpPr>
                <p:spPr>
                  <a:xfrm>
                    <a:off x="4275772" y="3183350"/>
                    <a:ext cx="334327" cy="60769"/>
                  </a:xfrm>
                  <a:custGeom>
                    <a:rect b="b" l="l" r="r" t="t"/>
                    <a:pathLst>
                      <a:path extrusionOk="0" h="60769" w="334327">
                        <a:moveTo>
                          <a:pt x="334328" y="30385"/>
                        </a:moveTo>
                        <a:cubicBezTo>
                          <a:pt x="334328" y="47166"/>
                          <a:pt x="259486" y="60769"/>
                          <a:pt x="167164" y="60769"/>
                        </a:cubicBezTo>
                        <a:cubicBezTo>
                          <a:pt x="74842" y="60769"/>
                          <a:pt x="0" y="47166"/>
                          <a:pt x="0" y="30385"/>
                        </a:cubicBezTo>
                        <a:cubicBezTo>
                          <a:pt x="0" y="13604"/>
                          <a:pt x="74842" y="0"/>
                          <a:pt x="167164" y="0"/>
                        </a:cubicBezTo>
                        <a:cubicBezTo>
                          <a:pt x="259486" y="0"/>
                          <a:pt x="334328" y="13604"/>
                          <a:pt x="334328" y="30385"/>
                        </a:cubicBezTo>
                        <a:close/>
                      </a:path>
                    </a:pathLst>
                  </a:custGeom>
                  <a:solidFill>
                    <a:srgbClr val="E6EAF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489" name="Google Shape;489;p16"/>
                <p:cNvGrpSpPr/>
                <p:nvPr/>
              </p:nvGrpSpPr>
              <p:grpSpPr>
                <a:xfrm>
                  <a:off x="4275677" y="3065525"/>
                  <a:ext cx="334517" cy="144303"/>
                  <a:chOff x="4275677" y="3065525"/>
                  <a:chExt cx="334517" cy="144303"/>
                </a:xfrm>
              </p:grpSpPr>
              <p:sp>
                <p:nvSpPr>
                  <p:cNvPr id="490" name="Google Shape;490;p16"/>
                  <p:cNvSpPr/>
                  <p:nvPr/>
                </p:nvSpPr>
                <p:spPr>
                  <a:xfrm>
                    <a:off x="4275677" y="3095910"/>
                    <a:ext cx="334422" cy="113918"/>
                  </a:xfrm>
                  <a:custGeom>
                    <a:rect b="b" l="l" r="r" t="t"/>
                    <a:pathLst>
                      <a:path extrusionOk="0" h="113918" w="334422">
                        <a:moveTo>
                          <a:pt x="95" y="0"/>
                        </a:moveTo>
                        <a:lnTo>
                          <a:pt x="95" y="83534"/>
                        </a:lnTo>
                        <a:cubicBezTo>
                          <a:pt x="95" y="100298"/>
                          <a:pt x="74962" y="113919"/>
                          <a:pt x="167259" y="113919"/>
                        </a:cubicBezTo>
                        <a:cubicBezTo>
                          <a:pt x="259556" y="113919"/>
                          <a:pt x="334423" y="100298"/>
                          <a:pt x="334423" y="83534"/>
                        </a:cubicBezTo>
                        <a:lnTo>
                          <a:pt x="334423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CFD3D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91" name="Google Shape;491;p16"/>
                  <p:cNvSpPr/>
                  <p:nvPr/>
                </p:nvSpPr>
                <p:spPr>
                  <a:xfrm>
                    <a:off x="4275867" y="3065525"/>
                    <a:ext cx="334327" cy="60769"/>
                  </a:xfrm>
                  <a:custGeom>
                    <a:rect b="b" l="l" r="r" t="t"/>
                    <a:pathLst>
                      <a:path extrusionOk="0" h="60769" w="334327">
                        <a:moveTo>
                          <a:pt x="334328" y="30385"/>
                        </a:moveTo>
                        <a:cubicBezTo>
                          <a:pt x="334328" y="47149"/>
                          <a:pt x="259461" y="60770"/>
                          <a:pt x="167164" y="60770"/>
                        </a:cubicBezTo>
                        <a:cubicBezTo>
                          <a:pt x="74866" y="60770"/>
                          <a:pt x="0" y="47149"/>
                          <a:pt x="0" y="30385"/>
                        </a:cubicBezTo>
                        <a:cubicBezTo>
                          <a:pt x="0" y="13621"/>
                          <a:pt x="74866" y="0"/>
                          <a:pt x="167164" y="0"/>
                        </a:cubicBezTo>
                        <a:cubicBezTo>
                          <a:pt x="259461" y="0"/>
                          <a:pt x="334328" y="13621"/>
                          <a:pt x="334328" y="30385"/>
                        </a:cubicBezTo>
                        <a:close/>
                      </a:path>
                    </a:pathLst>
                  </a:custGeom>
                  <a:solidFill>
                    <a:srgbClr val="E6EAF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492" name="Google Shape;492;p16"/>
              <p:cNvSpPr/>
              <p:nvPr/>
            </p:nvSpPr>
            <p:spPr>
              <a:xfrm>
                <a:off x="4529994" y="3140487"/>
                <a:ext cx="38100" cy="38100"/>
              </a:xfrm>
              <a:custGeom>
                <a:rect b="b" l="l" r="r" t="t"/>
                <a:pathLst>
                  <a:path extrusionOk="0" h="38100" w="38100">
                    <a:moveTo>
                      <a:pt x="38100" y="19050"/>
                    </a:moveTo>
                    <a:cubicBezTo>
                      <a:pt x="38100" y="29623"/>
                      <a:pt x="29528" y="38100"/>
                      <a:pt x="19050" y="38100"/>
                    </a:cubicBezTo>
                    <a:cubicBezTo>
                      <a:pt x="8572" y="38100"/>
                      <a:pt x="0" y="29528"/>
                      <a:pt x="0" y="19050"/>
                    </a:cubicBezTo>
                    <a:cubicBezTo>
                      <a:pt x="0" y="8572"/>
                      <a:pt x="8572" y="0"/>
                      <a:pt x="19050" y="0"/>
                    </a:cubicBezTo>
                    <a:cubicBezTo>
                      <a:pt x="29528" y="0"/>
                      <a:pt x="38100" y="8572"/>
                      <a:pt x="38100" y="19050"/>
                    </a:cubicBezTo>
                    <a:close/>
                  </a:path>
                </a:pathLst>
              </a:custGeom>
              <a:solidFill>
                <a:srgbClr val="55C0E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3" name="Google Shape;493;p16"/>
              <p:cNvSpPr/>
              <p:nvPr/>
            </p:nvSpPr>
            <p:spPr>
              <a:xfrm>
                <a:off x="4529994" y="3256216"/>
                <a:ext cx="38100" cy="38100"/>
              </a:xfrm>
              <a:custGeom>
                <a:rect b="b" l="l" r="r" t="t"/>
                <a:pathLst>
                  <a:path extrusionOk="0" h="38100" w="38100">
                    <a:moveTo>
                      <a:pt x="38100" y="19050"/>
                    </a:moveTo>
                    <a:cubicBezTo>
                      <a:pt x="38100" y="29623"/>
                      <a:pt x="29528" y="38100"/>
                      <a:pt x="19050" y="38100"/>
                    </a:cubicBezTo>
                    <a:cubicBezTo>
                      <a:pt x="8572" y="38100"/>
                      <a:pt x="0" y="29528"/>
                      <a:pt x="0" y="19050"/>
                    </a:cubicBezTo>
                    <a:cubicBezTo>
                      <a:pt x="0" y="8573"/>
                      <a:pt x="8572" y="0"/>
                      <a:pt x="19050" y="0"/>
                    </a:cubicBezTo>
                    <a:cubicBezTo>
                      <a:pt x="29528" y="0"/>
                      <a:pt x="38100" y="8573"/>
                      <a:pt x="38100" y="19050"/>
                    </a:cubicBezTo>
                    <a:close/>
                  </a:path>
                </a:pathLst>
              </a:custGeom>
              <a:solidFill>
                <a:srgbClr val="E6EAF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4" name="Google Shape;494;p16"/>
              <p:cNvSpPr/>
              <p:nvPr/>
            </p:nvSpPr>
            <p:spPr>
              <a:xfrm>
                <a:off x="4529994" y="3377088"/>
                <a:ext cx="38100" cy="38100"/>
              </a:xfrm>
              <a:custGeom>
                <a:rect b="b" l="l" r="r" t="t"/>
                <a:pathLst>
                  <a:path extrusionOk="0" h="38100" w="38100">
                    <a:moveTo>
                      <a:pt x="38100" y="19050"/>
                    </a:moveTo>
                    <a:cubicBezTo>
                      <a:pt x="38100" y="29623"/>
                      <a:pt x="29528" y="38100"/>
                      <a:pt x="19050" y="38100"/>
                    </a:cubicBezTo>
                    <a:cubicBezTo>
                      <a:pt x="8572" y="38100"/>
                      <a:pt x="0" y="29528"/>
                      <a:pt x="0" y="19050"/>
                    </a:cubicBezTo>
                    <a:cubicBezTo>
                      <a:pt x="0" y="8573"/>
                      <a:pt x="8572" y="0"/>
                      <a:pt x="19050" y="0"/>
                    </a:cubicBezTo>
                    <a:cubicBezTo>
                      <a:pt x="29528" y="0"/>
                      <a:pt x="38100" y="8573"/>
                      <a:pt x="38100" y="19050"/>
                    </a:cubicBezTo>
                    <a:close/>
                  </a:path>
                </a:pathLst>
              </a:custGeom>
              <a:solidFill>
                <a:srgbClr val="E6EAF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495" name="Google Shape;495;p16"/>
          <p:cNvGrpSpPr/>
          <p:nvPr/>
        </p:nvGrpSpPr>
        <p:grpSpPr>
          <a:xfrm>
            <a:off x="8582238" y="611818"/>
            <a:ext cx="33124" cy="442802"/>
            <a:chOff x="10809827" y="4402455"/>
            <a:chExt cx="24764" cy="330993"/>
          </a:xfrm>
        </p:grpSpPr>
        <p:sp>
          <p:nvSpPr>
            <p:cNvPr id="496" name="Google Shape;496;p16"/>
            <p:cNvSpPr/>
            <p:nvPr/>
          </p:nvSpPr>
          <p:spPr>
            <a:xfrm>
              <a:off x="10822209" y="4414266"/>
              <a:ext cx="9525" cy="307467"/>
            </a:xfrm>
            <a:custGeom>
              <a:rect b="b" l="l" r="r" t="t"/>
              <a:pathLst>
                <a:path extrusionOk="0" h="307467" w="9525">
                  <a:moveTo>
                    <a:pt x="-1" y="307467"/>
                  </a:moveTo>
                  <a:lnTo>
                    <a:pt x="-1" y="0"/>
                  </a:lnTo>
                </a:path>
              </a:pathLst>
            </a:custGeom>
            <a:solidFill>
              <a:schemeClr val="accent4"/>
            </a:solidFill>
            <a:ln cap="flat" cmpd="sng" w="10950">
              <a:solidFill>
                <a:schemeClr val="accent4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7" name="Google Shape;497;p16"/>
            <p:cNvSpPr/>
            <p:nvPr/>
          </p:nvSpPr>
          <p:spPr>
            <a:xfrm>
              <a:off x="10809827" y="4708683"/>
              <a:ext cx="24764" cy="24765"/>
            </a:xfrm>
            <a:custGeom>
              <a:rect b="b" l="l" r="r" t="t"/>
              <a:pathLst>
                <a:path extrusionOk="0" h="24765" w="24764">
                  <a:moveTo>
                    <a:pt x="24765" y="12382"/>
                  </a:moveTo>
                  <a:cubicBezTo>
                    <a:pt x="24765" y="19240"/>
                    <a:pt x="19241" y="24765"/>
                    <a:pt x="12382" y="24765"/>
                  </a:cubicBezTo>
                  <a:cubicBezTo>
                    <a:pt x="5524" y="24765"/>
                    <a:pt x="0" y="19240"/>
                    <a:pt x="0" y="12382"/>
                  </a:cubicBezTo>
                  <a:cubicBezTo>
                    <a:pt x="0" y="5524"/>
                    <a:pt x="5524" y="0"/>
                    <a:pt x="12382" y="0"/>
                  </a:cubicBezTo>
                  <a:cubicBezTo>
                    <a:pt x="19241" y="0"/>
                    <a:pt x="24765" y="5524"/>
                    <a:pt x="24765" y="12382"/>
                  </a:cubicBezTo>
                  <a:close/>
                </a:path>
              </a:pathLst>
            </a:cu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8" name="Google Shape;498;p16"/>
            <p:cNvSpPr/>
            <p:nvPr/>
          </p:nvSpPr>
          <p:spPr>
            <a:xfrm>
              <a:off x="10809827" y="4402455"/>
              <a:ext cx="24764" cy="24764"/>
            </a:xfrm>
            <a:custGeom>
              <a:rect b="b" l="l" r="r" t="t"/>
              <a:pathLst>
                <a:path extrusionOk="0" h="24764" w="24764">
                  <a:moveTo>
                    <a:pt x="24765" y="12382"/>
                  </a:moveTo>
                  <a:cubicBezTo>
                    <a:pt x="24765" y="5524"/>
                    <a:pt x="19241" y="0"/>
                    <a:pt x="12382" y="0"/>
                  </a:cubicBezTo>
                  <a:cubicBezTo>
                    <a:pt x="5524" y="0"/>
                    <a:pt x="0" y="5524"/>
                    <a:pt x="0" y="12382"/>
                  </a:cubicBezTo>
                  <a:cubicBezTo>
                    <a:pt x="0" y="19240"/>
                    <a:pt x="5524" y="24765"/>
                    <a:pt x="12382" y="24765"/>
                  </a:cubicBezTo>
                  <a:cubicBezTo>
                    <a:pt x="19241" y="24765"/>
                    <a:pt x="24765" y="19240"/>
                    <a:pt x="24765" y="12382"/>
                  </a:cubicBezTo>
                  <a:close/>
                </a:path>
              </a:pathLst>
            </a:cu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5"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1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501" name="Google Shape;501;p17"/>
          <p:cNvSpPr txBox="1"/>
          <p:nvPr>
            <p:ph idx="1" type="subTitle"/>
          </p:nvPr>
        </p:nvSpPr>
        <p:spPr>
          <a:xfrm>
            <a:off x="1253225" y="2053700"/>
            <a:ext cx="2811000" cy="103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502" name="Google Shape;502;p17"/>
          <p:cNvSpPr txBox="1"/>
          <p:nvPr>
            <p:ph idx="2" type="subTitle"/>
          </p:nvPr>
        </p:nvSpPr>
        <p:spPr>
          <a:xfrm>
            <a:off x="5079776" y="2053700"/>
            <a:ext cx="2811000" cy="103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503" name="Google Shape;503;p17"/>
          <p:cNvSpPr txBox="1"/>
          <p:nvPr>
            <p:ph idx="3" type="subTitle"/>
          </p:nvPr>
        </p:nvSpPr>
        <p:spPr>
          <a:xfrm>
            <a:off x="1253225" y="3565300"/>
            <a:ext cx="2811000" cy="103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504" name="Google Shape;504;p17"/>
          <p:cNvSpPr txBox="1"/>
          <p:nvPr>
            <p:ph idx="4" type="subTitle"/>
          </p:nvPr>
        </p:nvSpPr>
        <p:spPr>
          <a:xfrm>
            <a:off x="5079776" y="3565300"/>
            <a:ext cx="2811000" cy="103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505" name="Google Shape;505;p17"/>
          <p:cNvSpPr txBox="1"/>
          <p:nvPr>
            <p:ph idx="5" type="subTitle"/>
          </p:nvPr>
        </p:nvSpPr>
        <p:spPr>
          <a:xfrm>
            <a:off x="1253225" y="1363500"/>
            <a:ext cx="2811000" cy="69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8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506" name="Google Shape;506;p17"/>
          <p:cNvSpPr txBox="1"/>
          <p:nvPr>
            <p:ph idx="6" type="subTitle"/>
          </p:nvPr>
        </p:nvSpPr>
        <p:spPr>
          <a:xfrm>
            <a:off x="1253225" y="2875125"/>
            <a:ext cx="2811000" cy="69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8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507" name="Google Shape;507;p17"/>
          <p:cNvSpPr txBox="1"/>
          <p:nvPr>
            <p:ph idx="7" type="subTitle"/>
          </p:nvPr>
        </p:nvSpPr>
        <p:spPr>
          <a:xfrm>
            <a:off x="5079750" y="1363500"/>
            <a:ext cx="2811000" cy="69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8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508" name="Google Shape;508;p17"/>
          <p:cNvSpPr txBox="1"/>
          <p:nvPr>
            <p:ph idx="8" type="subTitle"/>
          </p:nvPr>
        </p:nvSpPr>
        <p:spPr>
          <a:xfrm>
            <a:off x="5079750" y="2875125"/>
            <a:ext cx="2811000" cy="69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8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509" name="Google Shape;509;p17"/>
          <p:cNvSpPr/>
          <p:nvPr/>
        </p:nvSpPr>
        <p:spPr>
          <a:xfrm flipH="1" rot="8819869">
            <a:off x="7035528" y="3933627"/>
            <a:ext cx="3158468" cy="2509642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0" name="Google Shape;510;p17"/>
          <p:cNvSpPr/>
          <p:nvPr/>
        </p:nvSpPr>
        <p:spPr>
          <a:xfrm flipH="1" rot="-3657034">
            <a:off x="-1336268" y="-858934"/>
            <a:ext cx="2746020" cy="1921695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11" name="Google Shape;511;p17"/>
          <p:cNvGrpSpPr/>
          <p:nvPr/>
        </p:nvGrpSpPr>
        <p:grpSpPr>
          <a:xfrm>
            <a:off x="65066" y="4373044"/>
            <a:ext cx="878158" cy="654532"/>
            <a:chOff x="1114425" y="4361211"/>
            <a:chExt cx="573023" cy="427101"/>
          </a:xfrm>
        </p:grpSpPr>
        <p:grpSp>
          <p:nvGrpSpPr>
            <p:cNvPr id="512" name="Google Shape;512;p17"/>
            <p:cNvGrpSpPr/>
            <p:nvPr/>
          </p:nvGrpSpPr>
          <p:grpSpPr>
            <a:xfrm>
              <a:off x="1114425" y="4361211"/>
              <a:ext cx="573023" cy="427101"/>
              <a:chOff x="1114425" y="4361211"/>
              <a:chExt cx="573023" cy="427101"/>
            </a:xfrm>
          </p:grpSpPr>
          <p:sp>
            <p:nvSpPr>
              <p:cNvPr id="513" name="Google Shape;513;p17"/>
              <p:cNvSpPr/>
              <p:nvPr/>
            </p:nvSpPr>
            <p:spPr>
              <a:xfrm>
                <a:off x="1241964" y="4361211"/>
                <a:ext cx="445484" cy="299466"/>
              </a:xfrm>
              <a:custGeom>
                <a:rect b="b" l="l" r="r" t="t"/>
                <a:pathLst>
                  <a:path extrusionOk="0" h="299466" w="445484">
                    <a:moveTo>
                      <a:pt x="139160" y="7715"/>
                    </a:moveTo>
                    <a:lnTo>
                      <a:pt x="173450" y="42005"/>
                    </a:lnTo>
                    <a:cubicBezTo>
                      <a:pt x="178403" y="46958"/>
                      <a:pt x="185166" y="49721"/>
                      <a:pt x="192215" y="49721"/>
                    </a:cubicBezTo>
                    <a:lnTo>
                      <a:pt x="419005" y="49721"/>
                    </a:lnTo>
                    <a:cubicBezTo>
                      <a:pt x="433673" y="49721"/>
                      <a:pt x="445484" y="61627"/>
                      <a:pt x="445484" y="76200"/>
                    </a:cubicBezTo>
                    <a:lnTo>
                      <a:pt x="445484" y="272987"/>
                    </a:lnTo>
                    <a:cubicBezTo>
                      <a:pt x="445484" y="287655"/>
                      <a:pt x="433578" y="299466"/>
                      <a:pt x="419005" y="299466"/>
                    </a:cubicBezTo>
                    <a:lnTo>
                      <a:pt x="26479" y="299466"/>
                    </a:lnTo>
                    <a:cubicBezTo>
                      <a:pt x="11811" y="299466"/>
                      <a:pt x="0" y="287560"/>
                      <a:pt x="0" y="272987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79" y="0"/>
                    </a:cubicBezTo>
                    <a:lnTo>
                      <a:pt x="120396" y="0"/>
                    </a:lnTo>
                    <a:cubicBezTo>
                      <a:pt x="127445" y="0"/>
                      <a:pt x="134207" y="2762"/>
                      <a:pt x="139160" y="7715"/>
                    </a:cubicBezTo>
                    <a:close/>
                  </a:path>
                </a:pathLst>
              </a:custGeom>
              <a:solidFill>
                <a:srgbClr val="35363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4" name="Google Shape;514;p17"/>
              <p:cNvSpPr/>
              <p:nvPr/>
            </p:nvSpPr>
            <p:spPr>
              <a:xfrm>
                <a:off x="1178242" y="4425029"/>
                <a:ext cx="445484" cy="299466"/>
              </a:xfrm>
              <a:custGeom>
                <a:rect b="b" l="l" r="r" t="t"/>
                <a:pathLst>
                  <a:path extrusionOk="0" h="299466" w="445484">
                    <a:moveTo>
                      <a:pt x="139160" y="7620"/>
                    </a:moveTo>
                    <a:lnTo>
                      <a:pt x="173450" y="41910"/>
                    </a:lnTo>
                    <a:cubicBezTo>
                      <a:pt x="178403" y="46863"/>
                      <a:pt x="185166" y="49721"/>
                      <a:pt x="192215" y="49721"/>
                    </a:cubicBezTo>
                    <a:lnTo>
                      <a:pt x="419005" y="49721"/>
                    </a:lnTo>
                    <a:cubicBezTo>
                      <a:pt x="433673" y="49721"/>
                      <a:pt x="445484" y="61627"/>
                      <a:pt x="445484" y="76200"/>
                    </a:cubicBezTo>
                    <a:lnTo>
                      <a:pt x="445484" y="272987"/>
                    </a:lnTo>
                    <a:cubicBezTo>
                      <a:pt x="445484" y="287655"/>
                      <a:pt x="433578" y="299466"/>
                      <a:pt x="419005" y="299466"/>
                    </a:cubicBezTo>
                    <a:lnTo>
                      <a:pt x="26479" y="299466"/>
                    </a:lnTo>
                    <a:cubicBezTo>
                      <a:pt x="11811" y="299466"/>
                      <a:pt x="0" y="287560"/>
                      <a:pt x="0" y="272987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79" y="0"/>
                    </a:cubicBezTo>
                    <a:lnTo>
                      <a:pt x="120396" y="0"/>
                    </a:lnTo>
                    <a:cubicBezTo>
                      <a:pt x="127445" y="0"/>
                      <a:pt x="134207" y="2762"/>
                      <a:pt x="139160" y="7715"/>
                    </a:cubicBezTo>
                    <a:close/>
                  </a:path>
                </a:pathLst>
              </a:custGeom>
              <a:solidFill>
                <a:srgbClr val="42444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5" name="Google Shape;515;p17"/>
              <p:cNvSpPr/>
              <p:nvPr/>
            </p:nvSpPr>
            <p:spPr>
              <a:xfrm>
                <a:off x="1114425" y="4488846"/>
                <a:ext cx="445484" cy="299466"/>
              </a:xfrm>
              <a:custGeom>
                <a:rect b="b" l="l" r="r" t="t"/>
                <a:pathLst>
                  <a:path extrusionOk="0" h="299466" w="445484">
                    <a:moveTo>
                      <a:pt x="139160" y="7620"/>
                    </a:moveTo>
                    <a:lnTo>
                      <a:pt x="173450" y="41910"/>
                    </a:lnTo>
                    <a:cubicBezTo>
                      <a:pt x="178403" y="46863"/>
                      <a:pt x="185166" y="49721"/>
                      <a:pt x="192215" y="49721"/>
                    </a:cubicBezTo>
                    <a:lnTo>
                      <a:pt x="419005" y="49721"/>
                    </a:lnTo>
                    <a:cubicBezTo>
                      <a:pt x="433673" y="49721"/>
                      <a:pt x="445484" y="61627"/>
                      <a:pt x="445484" y="76200"/>
                    </a:cubicBezTo>
                    <a:lnTo>
                      <a:pt x="445484" y="272987"/>
                    </a:lnTo>
                    <a:cubicBezTo>
                      <a:pt x="445484" y="287655"/>
                      <a:pt x="433578" y="299466"/>
                      <a:pt x="419005" y="299466"/>
                    </a:cubicBezTo>
                    <a:lnTo>
                      <a:pt x="26480" y="299466"/>
                    </a:lnTo>
                    <a:cubicBezTo>
                      <a:pt x="11811" y="299466"/>
                      <a:pt x="0" y="287560"/>
                      <a:pt x="0" y="272987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80" y="0"/>
                    </a:cubicBezTo>
                    <a:lnTo>
                      <a:pt x="120396" y="0"/>
                    </a:lnTo>
                    <a:cubicBezTo>
                      <a:pt x="127445" y="0"/>
                      <a:pt x="134207" y="2762"/>
                      <a:pt x="139160" y="7811"/>
                    </a:cubicBezTo>
                    <a:close/>
                  </a:path>
                </a:pathLst>
              </a:custGeom>
              <a:solidFill>
                <a:srgbClr val="6F708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516" name="Google Shape;516;p17"/>
            <p:cNvSpPr/>
            <p:nvPr/>
          </p:nvSpPr>
          <p:spPr>
            <a:xfrm>
              <a:off x="1303210" y="4628965"/>
              <a:ext cx="68735" cy="82063"/>
            </a:xfrm>
            <a:custGeom>
              <a:rect b="b" l="l" r="r" t="t"/>
              <a:pathLst>
                <a:path extrusionOk="0" h="82063" w="68735">
                  <a:moveTo>
                    <a:pt x="0" y="6471"/>
                  </a:moveTo>
                  <a:lnTo>
                    <a:pt x="0" y="75527"/>
                  </a:lnTo>
                  <a:cubicBezTo>
                    <a:pt x="0" y="80575"/>
                    <a:pt x="5524" y="83719"/>
                    <a:pt x="9811" y="81147"/>
                  </a:cubicBezTo>
                  <a:lnTo>
                    <a:pt x="65532" y="48095"/>
                  </a:lnTo>
                  <a:cubicBezTo>
                    <a:pt x="69723" y="45619"/>
                    <a:pt x="69818" y="39618"/>
                    <a:pt x="65723" y="37046"/>
                  </a:cubicBezTo>
                  <a:lnTo>
                    <a:pt x="10001" y="1042"/>
                  </a:lnTo>
                  <a:cubicBezTo>
                    <a:pt x="5715" y="-1721"/>
                    <a:pt x="0" y="1327"/>
                    <a:pt x="0" y="647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17" name="Google Shape;517;p17"/>
          <p:cNvGrpSpPr/>
          <p:nvPr/>
        </p:nvGrpSpPr>
        <p:grpSpPr>
          <a:xfrm>
            <a:off x="8114970" y="266839"/>
            <a:ext cx="829992" cy="750888"/>
            <a:chOff x="8114596" y="445039"/>
            <a:chExt cx="633002" cy="572716"/>
          </a:xfrm>
        </p:grpSpPr>
        <p:grpSp>
          <p:nvGrpSpPr>
            <p:cNvPr id="518" name="Google Shape;518;p17"/>
            <p:cNvGrpSpPr/>
            <p:nvPr/>
          </p:nvGrpSpPr>
          <p:grpSpPr>
            <a:xfrm>
              <a:off x="8114596" y="445039"/>
              <a:ext cx="633002" cy="572716"/>
              <a:chOff x="7189660" y="520827"/>
              <a:chExt cx="598074" cy="541115"/>
            </a:xfrm>
          </p:grpSpPr>
          <p:sp>
            <p:nvSpPr>
              <p:cNvPr id="519" name="Google Shape;519;p17"/>
              <p:cNvSpPr/>
              <p:nvPr/>
            </p:nvSpPr>
            <p:spPr>
              <a:xfrm>
                <a:off x="7189660" y="520827"/>
                <a:ext cx="598074" cy="541115"/>
              </a:xfrm>
              <a:custGeom>
                <a:rect b="b" l="l" r="r" t="t"/>
                <a:pathLst>
                  <a:path extrusionOk="0" h="541115" w="598074">
                    <a:moveTo>
                      <a:pt x="557022" y="0"/>
                    </a:moveTo>
                    <a:cubicBezTo>
                      <a:pt x="579695" y="0"/>
                      <a:pt x="598075" y="18380"/>
                      <a:pt x="598075" y="41053"/>
                    </a:cubicBezTo>
                    <a:lnTo>
                      <a:pt x="598075" y="500063"/>
                    </a:lnTo>
                    <a:cubicBezTo>
                      <a:pt x="598075" y="522735"/>
                      <a:pt x="579695" y="541115"/>
                      <a:pt x="557022" y="541115"/>
                    </a:cubicBezTo>
                    <a:lnTo>
                      <a:pt x="41053" y="541115"/>
                    </a:lnTo>
                    <a:cubicBezTo>
                      <a:pt x="18380" y="541115"/>
                      <a:pt x="0" y="522735"/>
                      <a:pt x="0" y="500063"/>
                    </a:cubicBezTo>
                    <a:lnTo>
                      <a:pt x="0" y="41053"/>
                    </a:lnTo>
                    <a:cubicBezTo>
                      <a:pt x="0" y="18380"/>
                      <a:pt x="18380" y="0"/>
                      <a:pt x="410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520" name="Google Shape;520;p17"/>
              <p:cNvGrpSpPr/>
              <p:nvPr/>
            </p:nvGrpSpPr>
            <p:grpSpPr>
              <a:xfrm>
                <a:off x="7579137" y="551973"/>
                <a:ext cx="164782" cy="41529"/>
                <a:chOff x="7579137" y="551973"/>
                <a:chExt cx="164782" cy="41529"/>
              </a:xfrm>
            </p:grpSpPr>
            <p:sp>
              <p:nvSpPr>
                <p:cNvPr id="521" name="Google Shape;521;p17"/>
                <p:cNvSpPr/>
                <p:nvPr/>
              </p:nvSpPr>
              <p:spPr>
                <a:xfrm>
                  <a:off x="7702391" y="551973"/>
                  <a:ext cx="41528" cy="41529"/>
                </a:xfrm>
                <a:custGeom>
                  <a:rect b="b" l="l" r="r" t="t"/>
                  <a:pathLst>
                    <a:path extrusionOk="0" h="41529" w="41528">
                      <a:moveTo>
                        <a:pt x="41529" y="20765"/>
                      </a:moveTo>
                      <a:cubicBezTo>
                        <a:pt x="41529" y="32290"/>
                        <a:pt x="32195" y="41529"/>
                        <a:pt x="20764" y="41529"/>
                      </a:cubicBezTo>
                      <a:cubicBezTo>
                        <a:pt x="9334" y="41529"/>
                        <a:pt x="0" y="32195"/>
                        <a:pt x="0" y="20765"/>
                      </a:cubicBezTo>
                      <a:cubicBezTo>
                        <a:pt x="0" y="9335"/>
                        <a:pt x="9334" y="0"/>
                        <a:pt x="20764" y="0"/>
                      </a:cubicBezTo>
                      <a:cubicBezTo>
                        <a:pt x="32195" y="0"/>
                        <a:pt x="41529" y="9335"/>
                        <a:pt x="41529" y="20765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22" name="Google Shape;522;p17"/>
                <p:cNvSpPr/>
                <p:nvPr/>
              </p:nvSpPr>
              <p:spPr>
                <a:xfrm>
                  <a:off x="7640764" y="551973"/>
                  <a:ext cx="41528" cy="41529"/>
                </a:xfrm>
                <a:custGeom>
                  <a:rect b="b" l="l" r="r" t="t"/>
                  <a:pathLst>
                    <a:path extrusionOk="0" h="41529" w="41528">
                      <a:moveTo>
                        <a:pt x="41529" y="20765"/>
                      </a:moveTo>
                      <a:cubicBezTo>
                        <a:pt x="41529" y="32290"/>
                        <a:pt x="32195" y="41529"/>
                        <a:pt x="20764" y="41529"/>
                      </a:cubicBezTo>
                      <a:cubicBezTo>
                        <a:pt x="9334" y="41529"/>
                        <a:pt x="0" y="32195"/>
                        <a:pt x="0" y="20765"/>
                      </a:cubicBezTo>
                      <a:cubicBezTo>
                        <a:pt x="0" y="9335"/>
                        <a:pt x="9334" y="0"/>
                        <a:pt x="20764" y="0"/>
                      </a:cubicBezTo>
                      <a:cubicBezTo>
                        <a:pt x="32195" y="0"/>
                        <a:pt x="41529" y="9335"/>
                        <a:pt x="41529" y="20765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23" name="Google Shape;523;p17"/>
                <p:cNvSpPr/>
                <p:nvPr/>
              </p:nvSpPr>
              <p:spPr>
                <a:xfrm>
                  <a:off x="7579137" y="551973"/>
                  <a:ext cx="41528" cy="41529"/>
                </a:xfrm>
                <a:custGeom>
                  <a:rect b="b" l="l" r="r" t="t"/>
                  <a:pathLst>
                    <a:path extrusionOk="0" h="41529" w="41528">
                      <a:moveTo>
                        <a:pt x="41529" y="20765"/>
                      </a:moveTo>
                      <a:cubicBezTo>
                        <a:pt x="41529" y="32290"/>
                        <a:pt x="32195" y="41529"/>
                        <a:pt x="20764" y="41529"/>
                      </a:cubicBezTo>
                      <a:cubicBezTo>
                        <a:pt x="9334" y="41529"/>
                        <a:pt x="0" y="32195"/>
                        <a:pt x="0" y="20765"/>
                      </a:cubicBezTo>
                      <a:cubicBezTo>
                        <a:pt x="0" y="9335"/>
                        <a:pt x="9334" y="0"/>
                        <a:pt x="20764" y="0"/>
                      </a:cubicBezTo>
                      <a:cubicBezTo>
                        <a:pt x="32195" y="0"/>
                        <a:pt x="41529" y="9335"/>
                        <a:pt x="41529" y="20765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524" name="Google Shape;524;p17"/>
            <p:cNvGrpSpPr/>
            <p:nvPr/>
          </p:nvGrpSpPr>
          <p:grpSpPr>
            <a:xfrm>
              <a:off x="8184962" y="619646"/>
              <a:ext cx="498115" cy="257273"/>
              <a:chOff x="7256144" y="685800"/>
              <a:chExt cx="470630" cy="243077"/>
            </a:xfrm>
          </p:grpSpPr>
          <p:sp>
            <p:nvSpPr>
              <p:cNvPr id="525" name="Google Shape;525;p17"/>
              <p:cNvSpPr/>
              <p:nvPr/>
            </p:nvSpPr>
            <p:spPr>
              <a:xfrm>
                <a:off x="7256144" y="694753"/>
                <a:ext cx="218503" cy="218217"/>
              </a:xfrm>
              <a:custGeom>
                <a:rect b="b" l="l" r="r" t="t"/>
                <a:pathLst>
                  <a:path extrusionOk="0" h="218217" w="218503">
                    <a:moveTo>
                      <a:pt x="216598" y="129540"/>
                    </a:moveTo>
                    <a:cubicBezTo>
                      <a:pt x="217837" y="122968"/>
                      <a:pt x="218504" y="116110"/>
                      <a:pt x="218504" y="109156"/>
                    </a:cubicBezTo>
                    <a:cubicBezTo>
                      <a:pt x="218504" y="102203"/>
                      <a:pt x="217837" y="95440"/>
                      <a:pt x="216598" y="88773"/>
                    </a:cubicBezTo>
                    <a:lnTo>
                      <a:pt x="181261" y="88773"/>
                    </a:lnTo>
                    <a:cubicBezTo>
                      <a:pt x="179641" y="83058"/>
                      <a:pt x="177451" y="77724"/>
                      <a:pt x="174593" y="72676"/>
                    </a:cubicBezTo>
                    <a:lnTo>
                      <a:pt x="199549" y="47720"/>
                    </a:lnTo>
                    <a:cubicBezTo>
                      <a:pt x="191834" y="36385"/>
                      <a:pt x="182118" y="26670"/>
                      <a:pt x="170783" y="18955"/>
                    </a:cubicBezTo>
                    <a:lnTo>
                      <a:pt x="145732" y="44005"/>
                    </a:lnTo>
                    <a:cubicBezTo>
                      <a:pt x="140684" y="41148"/>
                      <a:pt x="135255" y="38957"/>
                      <a:pt x="129635" y="37338"/>
                    </a:cubicBezTo>
                    <a:lnTo>
                      <a:pt x="129635" y="1905"/>
                    </a:lnTo>
                    <a:cubicBezTo>
                      <a:pt x="123063" y="667"/>
                      <a:pt x="116205" y="0"/>
                      <a:pt x="109252" y="0"/>
                    </a:cubicBezTo>
                    <a:cubicBezTo>
                      <a:pt x="102298" y="0"/>
                      <a:pt x="95536" y="667"/>
                      <a:pt x="88868" y="1905"/>
                    </a:cubicBezTo>
                    <a:lnTo>
                      <a:pt x="88868" y="37338"/>
                    </a:lnTo>
                    <a:cubicBezTo>
                      <a:pt x="83154" y="38957"/>
                      <a:pt x="77819" y="41148"/>
                      <a:pt x="72771" y="44005"/>
                    </a:cubicBezTo>
                    <a:lnTo>
                      <a:pt x="47720" y="18955"/>
                    </a:lnTo>
                    <a:cubicBezTo>
                      <a:pt x="36386" y="26670"/>
                      <a:pt x="26670" y="36481"/>
                      <a:pt x="18955" y="47720"/>
                    </a:cubicBezTo>
                    <a:lnTo>
                      <a:pt x="43910" y="72676"/>
                    </a:lnTo>
                    <a:cubicBezTo>
                      <a:pt x="41053" y="77724"/>
                      <a:pt x="38862" y="83153"/>
                      <a:pt x="37243" y="88773"/>
                    </a:cubicBezTo>
                    <a:lnTo>
                      <a:pt x="1905" y="88773"/>
                    </a:lnTo>
                    <a:cubicBezTo>
                      <a:pt x="667" y="95345"/>
                      <a:pt x="0" y="102203"/>
                      <a:pt x="0" y="109156"/>
                    </a:cubicBezTo>
                    <a:cubicBezTo>
                      <a:pt x="0" y="116110"/>
                      <a:pt x="667" y="122873"/>
                      <a:pt x="1905" y="129540"/>
                    </a:cubicBezTo>
                    <a:lnTo>
                      <a:pt x="37243" y="129540"/>
                    </a:lnTo>
                    <a:cubicBezTo>
                      <a:pt x="38862" y="135255"/>
                      <a:pt x="41053" y="140589"/>
                      <a:pt x="43910" y="145637"/>
                    </a:cubicBezTo>
                    <a:lnTo>
                      <a:pt x="18955" y="170593"/>
                    </a:lnTo>
                    <a:cubicBezTo>
                      <a:pt x="26670" y="181928"/>
                      <a:pt x="36386" y="191643"/>
                      <a:pt x="47720" y="199358"/>
                    </a:cubicBezTo>
                    <a:lnTo>
                      <a:pt x="72771" y="174308"/>
                    </a:lnTo>
                    <a:cubicBezTo>
                      <a:pt x="77819" y="177165"/>
                      <a:pt x="83248" y="179356"/>
                      <a:pt x="88868" y="180975"/>
                    </a:cubicBezTo>
                    <a:lnTo>
                      <a:pt x="88868" y="216313"/>
                    </a:lnTo>
                    <a:cubicBezTo>
                      <a:pt x="95441" y="217551"/>
                      <a:pt x="102298" y="218218"/>
                      <a:pt x="109252" y="218218"/>
                    </a:cubicBezTo>
                    <a:cubicBezTo>
                      <a:pt x="116205" y="218218"/>
                      <a:pt x="122968" y="217551"/>
                      <a:pt x="129635" y="216313"/>
                    </a:cubicBezTo>
                    <a:lnTo>
                      <a:pt x="129635" y="180975"/>
                    </a:lnTo>
                    <a:cubicBezTo>
                      <a:pt x="135350" y="179356"/>
                      <a:pt x="140684" y="177070"/>
                      <a:pt x="145732" y="174308"/>
                    </a:cubicBezTo>
                    <a:lnTo>
                      <a:pt x="170783" y="199358"/>
                    </a:lnTo>
                    <a:cubicBezTo>
                      <a:pt x="182118" y="191643"/>
                      <a:pt x="191834" y="181928"/>
                      <a:pt x="199549" y="170593"/>
                    </a:cubicBezTo>
                    <a:lnTo>
                      <a:pt x="174593" y="145542"/>
                    </a:lnTo>
                    <a:cubicBezTo>
                      <a:pt x="177451" y="140494"/>
                      <a:pt x="179641" y="135064"/>
                      <a:pt x="181261" y="129445"/>
                    </a:cubicBezTo>
                    <a:lnTo>
                      <a:pt x="216598" y="129445"/>
                    </a:lnTo>
                    <a:close/>
                    <a:moveTo>
                      <a:pt x="109252" y="131255"/>
                    </a:moveTo>
                    <a:cubicBezTo>
                      <a:pt x="97060" y="131255"/>
                      <a:pt x="87249" y="121349"/>
                      <a:pt x="87249" y="109252"/>
                    </a:cubicBezTo>
                    <a:cubicBezTo>
                      <a:pt x="87249" y="97155"/>
                      <a:pt x="97155" y="87249"/>
                      <a:pt x="109252" y="87249"/>
                    </a:cubicBezTo>
                    <a:cubicBezTo>
                      <a:pt x="121348" y="87249"/>
                      <a:pt x="131255" y="97155"/>
                      <a:pt x="131255" y="109252"/>
                    </a:cubicBezTo>
                    <a:cubicBezTo>
                      <a:pt x="131255" y="121349"/>
                      <a:pt x="121348" y="131255"/>
                      <a:pt x="109252" y="131255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526" name="Google Shape;526;p17"/>
              <p:cNvGrpSpPr/>
              <p:nvPr/>
            </p:nvGrpSpPr>
            <p:grpSpPr>
              <a:xfrm>
                <a:off x="7512843" y="685800"/>
                <a:ext cx="213931" cy="243077"/>
                <a:chOff x="7512843" y="685800"/>
                <a:chExt cx="213931" cy="243077"/>
              </a:xfrm>
            </p:grpSpPr>
            <p:grpSp>
              <p:nvGrpSpPr>
                <p:cNvPr id="527" name="Google Shape;527;p17"/>
                <p:cNvGrpSpPr/>
                <p:nvPr/>
              </p:nvGrpSpPr>
              <p:grpSpPr>
                <a:xfrm>
                  <a:off x="7512843" y="836580"/>
                  <a:ext cx="213931" cy="92297"/>
                  <a:chOff x="7512843" y="836580"/>
                  <a:chExt cx="213931" cy="92297"/>
                </a:xfrm>
              </p:grpSpPr>
              <p:sp>
                <p:nvSpPr>
                  <p:cNvPr id="528" name="Google Shape;528;p17"/>
                  <p:cNvSpPr/>
                  <p:nvPr/>
                </p:nvSpPr>
                <p:spPr>
                  <a:xfrm>
                    <a:off x="7512843" y="856011"/>
                    <a:ext cx="213931" cy="72866"/>
                  </a:xfrm>
                  <a:custGeom>
                    <a:rect b="b" l="l" r="r" t="t"/>
                    <a:pathLst>
                      <a:path extrusionOk="0" h="72866" w="213931">
                        <a:moveTo>
                          <a:pt x="0" y="0"/>
                        </a:moveTo>
                        <a:lnTo>
                          <a:pt x="0" y="53435"/>
                        </a:lnTo>
                        <a:cubicBezTo>
                          <a:pt x="0" y="64199"/>
                          <a:pt x="47911" y="72866"/>
                          <a:pt x="106966" y="72866"/>
                        </a:cubicBezTo>
                        <a:cubicBezTo>
                          <a:pt x="166021" y="72866"/>
                          <a:pt x="213932" y="64199"/>
                          <a:pt x="213932" y="53435"/>
                        </a:cubicBezTo>
                        <a:lnTo>
                          <a:pt x="213932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29" name="Google Shape;529;p17"/>
                  <p:cNvSpPr/>
                  <p:nvPr/>
                </p:nvSpPr>
                <p:spPr>
                  <a:xfrm>
                    <a:off x="7512843" y="836580"/>
                    <a:ext cx="213931" cy="38861"/>
                  </a:xfrm>
                  <a:custGeom>
                    <a:rect b="b" l="l" r="r" t="t"/>
                    <a:pathLst>
                      <a:path extrusionOk="0" h="38861" w="213931">
                        <a:moveTo>
                          <a:pt x="213932" y="19431"/>
                        </a:moveTo>
                        <a:cubicBezTo>
                          <a:pt x="213932" y="30162"/>
                          <a:pt x="166042" y="38862"/>
                          <a:pt x="106966" y="38862"/>
                        </a:cubicBezTo>
                        <a:cubicBezTo>
                          <a:pt x="47891" y="38862"/>
                          <a:pt x="1" y="30162"/>
                          <a:pt x="1" y="19431"/>
                        </a:cubicBezTo>
                        <a:cubicBezTo>
                          <a:pt x="1" y="8700"/>
                          <a:pt x="47891" y="0"/>
                          <a:pt x="106966" y="0"/>
                        </a:cubicBezTo>
                        <a:cubicBezTo>
                          <a:pt x="166042" y="0"/>
                          <a:pt x="213932" y="8700"/>
                          <a:pt x="213932" y="19431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530" name="Google Shape;530;p17"/>
                <p:cNvGrpSpPr/>
                <p:nvPr/>
              </p:nvGrpSpPr>
              <p:grpSpPr>
                <a:xfrm>
                  <a:off x="7512843" y="761238"/>
                  <a:ext cx="213931" cy="92296"/>
                  <a:chOff x="7512843" y="761238"/>
                  <a:chExt cx="213931" cy="92296"/>
                </a:xfrm>
              </p:grpSpPr>
              <p:sp>
                <p:nvSpPr>
                  <p:cNvPr id="531" name="Google Shape;531;p17"/>
                  <p:cNvSpPr/>
                  <p:nvPr/>
                </p:nvSpPr>
                <p:spPr>
                  <a:xfrm>
                    <a:off x="7512843" y="780668"/>
                    <a:ext cx="213931" cy="72866"/>
                  </a:xfrm>
                  <a:custGeom>
                    <a:rect b="b" l="l" r="r" t="t"/>
                    <a:pathLst>
                      <a:path extrusionOk="0" h="72866" w="213931">
                        <a:moveTo>
                          <a:pt x="0" y="0"/>
                        </a:moveTo>
                        <a:lnTo>
                          <a:pt x="0" y="53435"/>
                        </a:lnTo>
                        <a:cubicBezTo>
                          <a:pt x="0" y="64199"/>
                          <a:pt x="47911" y="72866"/>
                          <a:pt x="106966" y="72866"/>
                        </a:cubicBezTo>
                        <a:cubicBezTo>
                          <a:pt x="166021" y="72866"/>
                          <a:pt x="213932" y="64199"/>
                          <a:pt x="213932" y="53435"/>
                        </a:cubicBezTo>
                        <a:lnTo>
                          <a:pt x="213932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32" name="Google Shape;532;p17"/>
                  <p:cNvSpPr/>
                  <p:nvPr/>
                </p:nvSpPr>
                <p:spPr>
                  <a:xfrm>
                    <a:off x="7512843" y="761238"/>
                    <a:ext cx="213931" cy="38861"/>
                  </a:xfrm>
                  <a:custGeom>
                    <a:rect b="b" l="l" r="r" t="t"/>
                    <a:pathLst>
                      <a:path extrusionOk="0" h="38861" w="213931">
                        <a:moveTo>
                          <a:pt x="213932" y="19431"/>
                        </a:moveTo>
                        <a:cubicBezTo>
                          <a:pt x="213932" y="30162"/>
                          <a:pt x="166042" y="38862"/>
                          <a:pt x="106966" y="38862"/>
                        </a:cubicBezTo>
                        <a:cubicBezTo>
                          <a:pt x="47891" y="38862"/>
                          <a:pt x="1" y="30162"/>
                          <a:pt x="1" y="19431"/>
                        </a:cubicBezTo>
                        <a:cubicBezTo>
                          <a:pt x="1" y="8700"/>
                          <a:pt x="47891" y="0"/>
                          <a:pt x="106966" y="0"/>
                        </a:cubicBezTo>
                        <a:cubicBezTo>
                          <a:pt x="166042" y="0"/>
                          <a:pt x="213932" y="8700"/>
                          <a:pt x="213932" y="19431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533" name="Google Shape;533;p17"/>
                <p:cNvGrpSpPr/>
                <p:nvPr/>
              </p:nvGrpSpPr>
              <p:grpSpPr>
                <a:xfrm>
                  <a:off x="7512843" y="685800"/>
                  <a:ext cx="213931" cy="92297"/>
                  <a:chOff x="7512843" y="685800"/>
                  <a:chExt cx="213931" cy="92297"/>
                </a:xfrm>
              </p:grpSpPr>
              <p:sp>
                <p:nvSpPr>
                  <p:cNvPr id="534" name="Google Shape;534;p17"/>
                  <p:cNvSpPr/>
                  <p:nvPr/>
                </p:nvSpPr>
                <p:spPr>
                  <a:xfrm>
                    <a:off x="7512843" y="705231"/>
                    <a:ext cx="213931" cy="72866"/>
                  </a:xfrm>
                  <a:custGeom>
                    <a:rect b="b" l="l" r="r" t="t"/>
                    <a:pathLst>
                      <a:path extrusionOk="0" h="72866" w="213931">
                        <a:moveTo>
                          <a:pt x="0" y="0"/>
                        </a:moveTo>
                        <a:lnTo>
                          <a:pt x="0" y="53435"/>
                        </a:lnTo>
                        <a:cubicBezTo>
                          <a:pt x="0" y="64198"/>
                          <a:pt x="47911" y="72866"/>
                          <a:pt x="106966" y="72866"/>
                        </a:cubicBezTo>
                        <a:cubicBezTo>
                          <a:pt x="166021" y="72866"/>
                          <a:pt x="213932" y="64198"/>
                          <a:pt x="213932" y="53435"/>
                        </a:cubicBezTo>
                        <a:lnTo>
                          <a:pt x="213932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35" name="Google Shape;535;p17"/>
                  <p:cNvSpPr/>
                  <p:nvPr/>
                </p:nvSpPr>
                <p:spPr>
                  <a:xfrm>
                    <a:off x="7512843" y="685800"/>
                    <a:ext cx="213931" cy="38861"/>
                  </a:xfrm>
                  <a:custGeom>
                    <a:rect b="b" l="l" r="r" t="t"/>
                    <a:pathLst>
                      <a:path extrusionOk="0" h="38861" w="213931">
                        <a:moveTo>
                          <a:pt x="213932" y="19431"/>
                        </a:moveTo>
                        <a:cubicBezTo>
                          <a:pt x="213932" y="30162"/>
                          <a:pt x="166042" y="38862"/>
                          <a:pt x="106966" y="38862"/>
                        </a:cubicBezTo>
                        <a:cubicBezTo>
                          <a:pt x="47891" y="38862"/>
                          <a:pt x="1" y="30162"/>
                          <a:pt x="1" y="19431"/>
                        </a:cubicBezTo>
                        <a:cubicBezTo>
                          <a:pt x="1" y="8700"/>
                          <a:pt x="47891" y="0"/>
                          <a:pt x="106966" y="0"/>
                        </a:cubicBezTo>
                        <a:cubicBezTo>
                          <a:pt x="166042" y="0"/>
                          <a:pt x="213932" y="8700"/>
                          <a:pt x="213932" y="19431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</p:grp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7">
    <p:spTree>
      <p:nvGrpSpPr>
        <p:cNvPr id="536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p1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538" name="Google Shape;538;p18"/>
          <p:cNvSpPr txBox="1"/>
          <p:nvPr>
            <p:ph idx="1" type="subTitle"/>
          </p:nvPr>
        </p:nvSpPr>
        <p:spPr>
          <a:xfrm>
            <a:off x="723900" y="1710151"/>
            <a:ext cx="1986000" cy="11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539" name="Google Shape;539;p18"/>
          <p:cNvSpPr txBox="1"/>
          <p:nvPr>
            <p:ph idx="2" type="subTitle"/>
          </p:nvPr>
        </p:nvSpPr>
        <p:spPr>
          <a:xfrm>
            <a:off x="3577144" y="1710161"/>
            <a:ext cx="1986000" cy="11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540" name="Google Shape;540;p18"/>
          <p:cNvSpPr txBox="1"/>
          <p:nvPr>
            <p:ph idx="3" type="subTitle"/>
          </p:nvPr>
        </p:nvSpPr>
        <p:spPr>
          <a:xfrm>
            <a:off x="723900" y="3498800"/>
            <a:ext cx="1986000" cy="11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541" name="Google Shape;541;p18"/>
          <p:cNvSpPr txBox="1"/>
          <p:nvPr>
            <p:ph idx="4" type="subTitle"/>
          </p:nvPr>
        </p:nvSpPr>
        <p:spPr>
          <a:xfrm>
            <a:off x="3577144" y="3498800"/>
            <a:ext cx="1986000" cy="11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542" name="Google Shape;542;p18"/>
          <p:cNvSpPr txBox="1"/>
          <p:nvPr>
            <p:ph idx="5" type="subTitle"/>
          </p:nvPr>
        </p:nvSpPr>
        <p:spPr>
          <a:xfrm>
            <a:off x="6430388" y="1710161"/>
            <a:ext cx="1986000" cy="11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543" name="Google Shape;543;p18"/>
          <p:cNvSpPr txBox="1"/>
          <p:nvPr>
            <p:ph idx="6" type="subTitle"/>
          </p:nvPr>
        </p:nvSpPr>
        <p:spPr>
          <a:xfrm>
            <a:off x="6430388" y="3498800"/>
            <a:ext cx="1986000" cy="11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544" name="Google Shape;544;p18"/>
          <p:cNvSpPr txBox="1"/>
          <p:nvPr>
            <p:ph idx="7" type="subTitle"/>
          </p:nvPr>
        </p:nvSpPr>
        <p:spPr>
          <a:xfrm>
            <a:off x="731700" y="1060275"/>
            <a:ext cx="1978200" cy="653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8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545" name="Google Shape;545;p18"/>
          <p:cNvSpPr txBox="1"/>
          <p:nvPr>
            <p:ph idx="8" type="subTitle"/>
          </p:nvPr>
        </p:nvSpPr>
        <p:spPr>
          <a:xfrm>
            <a:off x="3582994" y="1060284"/>
            <a:ext cx="1978200" cy="653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8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546" name="Google Shape;546;p18"/>
          <p:cNvSpPr txBox="1"/>
          <p:nvPr>
            <p:ph idx="9" type="subTitle"/>
          </p:nvPr>
        </p:nvSpPr>
        <p:spPr>
          <a:xfrm>
            <a:off x="6434288" y="1060284"/>
            <a:ext cx="1978200" cy="653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8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547" name="Google Shape;547;p18"/>
          <p:cNvSpPr txBox="1"/>
          <p:nvPr>
            <p:ph idx="13" type="subTitle"/>
          </p:nvPr>
        </p:nvSpPr>
        <p:spPr>
          <a:xfrm>
            <a:off x="723900" y="2845800"/>
            <a:ext cx="1986000" cy="653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8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548" name="Google Shape;548;p18"/>
          <p:cNvSpPr txBox="1"/>
          <p:nvPr>
            <p:ph idx="14" type="subTitle"/>
          </p:nvPr>
        </p:nvSpPr>
        <p:spPr>
          <a:xfrm>
            <a:off x="3582995" y="2845800"/>
            <a:ext cx="1978200" cy="653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8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549" name="Google Shape;549;p18"/>
          <p:cNvSpPr txBox="1"/>
          <p:nvPr>
            <p:ph idx="15" type="subTitle"/>
          </p:nvPr>
        </p:nvSpPr>
        <p:spPr>
          <a:xfrm>
            <a:off x="6434290" y="2845800"/>
            <a:ext cx="1978200" cy="653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8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550" name="Google Shape;550;p18"/>
          <p:cNvSpPr/>
          <p:nvPr/>
        </p:nvSpPr>
        <p:spPr>
          <a:xfrm flipH="1" rot="-3263452">
            <a:off x="7372110" y="4038327"/>
            <a:ext cx="2997856" cy="2576292"/>
          </a:xfrm>
          <a:custGeom>
            <a:rect b="b" l="l" r="r" t="t"/>
            <a:pathLst>
              <a:path extrusionOk="0" h="30330" w="38869">
                <a:moveTo>
                  <a:pt x="24297" y="1"/>
                </a:moveTo>
                <a:cubicBezTo>
                  <a:pt x="23576" y="1"/>
                  <a:pt x="22813" y="81"/>
                  <a:pt x="22018" y="271"/>
                </a:cubicBezTo>
                <a:cubicBezTo>
                  <a:pt x="16904" y="1494"/>
                  <a:pt x="14626" y="5778"/>
                  <a:pt x="11611" y="8671"/>
                </a:cubicBezTo>
                <a:cubicBezTo>
                  <a:pt x="10032" y="10186"/>
                  <a:pt x="7766" y="10684"/>
                  <a:pt x="5916" y="11826"/>
                </a:cubicBezTo>
                <a:cubicBezTo>
                  <a:pt x="0" y="15481"/>
                  <a:pt x="539" y="24197"/>
                  <a:pt x="4874" y="27639"/>
                </a:cubicBezTo>
                <a:cubicBezTo>
                  <a:pt x="7150" y="29445"/>
                  <a:pt x="9815" y="30330"/>
                  <a:pt x="12976" y="30330"/>
                </a:cubicBezTo>
                <a:cubicBezTo>
                  <a:pt x="15025" y="30330"/>
                  <a:pt x="17282" y="29958"/>
                  <a:pt x="19778" y="29225"/>
                </a:cubicBezTo>
                <a:cubicBezTo>
                  <a:pt x="26123" y="27360"/>
                  <a:pt x="30656" y="26268"/>
                  <a:pt x="34763" y="20412"/>
                </a:cubicBezTo>
                <a:cubicBezTo>
                  <a:pt x="38869" y="14558"/>
                  <a:pt x="35544" y="6859"/>
                  <a:pt x="30907" y="2368"/>
                </a:cubicBezTo>
                <a:cubicBezTo>
                  <a:pt x="30907" y="2368"/>
                  <a:pt x="28215" y="1"/>
                  <a:pt x="24297" y="1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1" name="Google Shape;551;p18"/>
          <p:cNvSpPr/>
          <p:nvPr/>
        </p:nvSpPr>
        <p:spPr>
          <a:xfrm flipH="1" rot="531647">
            <a:off x="-1621232" y="4095570"/>
            <a:ext cx="2581069" cy="2087046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2" name="Google Shape;552;p18"/>
          <p:cNvSpPr/>
          <p:nvPr/>
        </p:nvSpPr>
        <p:spPr>
          <a:xfrm flipH="1" rot="460658">
            <a:off x="7344116" y="-1448948"/>
            <a:ext cx="3053845" cy="2469331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53" name="Google Shape;553;p18"/>
          <p:cNvGrpSpPr/>
          <p:nvPr/>
        </p:nvGrpSpPr>
        <p:grpSpPr>
          <a:xfrm>
            <a:off x="7931872" y="177093"/>
            <a:ext cx="997823" cy="737095"/>
            <a:chOff x="7931872" y="177093"/>
            <a:chExt cx="997823" cy="737095"/>
          </a:xfrm>
        </p:grpSpPr>
        <p:grpSp>
          <p:nvGrpSpPr>
            <p:cNvPr id="554" name="Google Shape;554;p18"/>
            <p:cNvGrpSpPr/>
            <p:nvPr/>
          </p:nvGrpSpPr>
          <p:grpSpPr>
            <a:xfrm>
              <a:off x="7931872" y="177093"/>
              <a:ext cx="919725" cy="318025"/>
              <a:chOff x="7230903" y="4635722"/>
              <a:chExt cx="652843" cy="225742"/>
            </a:xfrm>
          </p:grpSpPr>
          <p:sp>
            <p:nvSpPr>
              <p:cNvPr id="555" name="Google Shape;555;p18"/>
              <p:cNvSpPr/>
              <p:nvPr/>
            </p:nvSpPr>
            <p:spPr>
              <a:xfrm>
                <a:off x="7230903" y="4635722"/>
                <a:ext cx="652843" cy="225742"/>
              </a:xfrm>
              <a:custGeom>
                <a:rect b="b" l="l" r="r" t="t"/>
                <a:pathLst>
                  <a:path extrusionOk="0" h="225742" w="652843">
                    <a:moveTo>
                      <a:pt x="619030" y="0"/>
                    </a:moveTo>
                    <a:cubicBezTo>
                      <a:pt x="637705" y="0"/>
                      <a:pt x="652844" y="15139"/>
                      <a:pt x="652844" y="33814"/>
                    </a:cubicBezTo>
                    <a:lnTo>
                      <a:pt x="652844" y="191929"/>
                    </a:lnTo>
                    <a:cubicBezTo>
                      <a:pt x="652844" y="210603"/>
                      <a:pt x="637704" y="225742"/>
                      <a:pt x="619030" y="225742"/>
                    </a:cubicBezTo>
                    <a:lnTo>
                      <a:pt x="33814" y="225742"/>
                    </a:lnTo>
                    <a:cubicBezTo>
                      <a:pt x="15139" y="225742"/>
                      <a:pt x="0" y="210603"/>
                      <a:pt x="0" y="191929"/>
                    </a:cubicBezTo>
                    <a:lnTo>
                      <a:pt x="0" y="33814"/>
                    </a:lnTo>
                    <a:cubicBezTo>
                      <a:pt x="0" y="15139"/>
                      <a:pt x="15139" y="0"/>
                      <a:pt x="33814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6" name="Google Shape;556;p18"/>
              <p:cNvSpPr/>
              <p:nvPr/>
            </p:nvSpPr>
            <p:spPr>
              <a:xfrm>
                <a:off x="7287577" y="4672107"/>
                <a:ext cx="151161" cy="151161"/>
              </a:xfrm>
              <a:custGeom>
                <a:rect b="b" l="l" r="r" t="t"/>
                <a:pathLst>
                  <a:path extrusionOk="0" h="151161" w="151161">
                    <a:moveTo>
                      <a:pt x="0" y="0"/>
                    </a:moveTo>
                    <a:lnTo>
                      <a:pt x="151161" y="0"/>
                    </a:lnTo>
                    <a:lnTo>
                      <a:pt x="151161" y="151162"/>
                    </a:lnTo>
                    <a:lnTo>
                      <a:pt x="0" y="151162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557" name="Google Shape;557;p18"/>
              <p:cNvGrpSpPr/>
              <p:nvPr/>
            </p:nvGrpSpPr>
            <p:grpSpPr>
              <a:xfrm>
                <a:off x="7487126" y="4676394"/>
                <a:ext cx="332041" cy="142684"/>
                <a:chOff x="7487126" y="4676394"/>
                <a:chExt cx="332041" cy="142684"/>
              </a:xfrm>
            </p:grpSpPr>
            <p:sp>
              <p:nvSpPr>
                <p:cNvPr id="558" name="Google Shape;558;p18"/>
                <p:cNvSpPr/>
                <p:nvPr/>
              </p:nvSpPr>
              <p:spPr>
                <a:xfrm>
                  <a:off x="7487126" y="4676394"/>
                  <a:ext cx="332041" cy="20383"/>
                </a:xfrm>
                <a:custGeom>
                  <a:rect b="b" l="l" r="r" t="t"/>
                  <a:pathLst>
                    <a:path extrusionOk="0" h="20383" w="332041">
                      <a:moveTo>
                        <a:pt x="0" y="0"/>
                      </a:moveTo>
                      <a:lnTo>
                        <a:pt x="332041" y="0"/>
                      </a:lnTo>
                      <a:lnTo>
                        <a:pt x="332041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59" name="Google Shape;559;p18"/>
                <p:cNvSpPr/>
                <p:nvPr/>
              </p:nvSpPr>
              <p:spPr>
                <a:xfrm>
                  <a:off x="7487126" y="4717161"/>
                  <a:ext cx="290322" cy="20383"/>
                </a:xfrm>
                <a:custGeom>
                  <a:rect b="b" l="l" r="r" t="t"/>
                  <a:pathLst>
                    <a:path extrusionOk="0" h="20383" w="290322">
                      <a:moveTo>
                        <a:pt x="0" y="0"/>
                      </a:moveTo>
                      <a:lnTo>
                        <a:pt x="290322" y="0"/>
                      </a:lnTo>
                      <a:lnTo>
                        <a:pt x="290322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60" name="Google Shape;560;p18"/>
                <p:cNvSpPr/>
                <p:nvPr/>
              </p:nvSpPr>
              <p:spPr>
                <a:xfrm>
                  <a:off x="7487126" y="4757928"/>
                  <a:ext cx="303942" cy="20383"/>
                </a:xfrm>
                <a:custGeom>
                  <a:rect b="b" l="l" r="r" t="t"/>
                  <a:pathLst>
                    <a:path extrusionOk="0" h="20383" w="303942">
                      <a:moveTo>
                        <a:pt x="0" y="0"/>
                      </a:moveTo>
                      <a:lnTo>
                        <a:pt x="303942" y="0"/>
                      </a:lnTo>
                      <a:lnTo>
                        <a:pt x="303942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61" name="Google Shape;561;p18"/>
                <p:cNvSpPr/>
                <p:nvPr/>
              </p:nvSpPr>
              <p:spPr>
                <a:xfrm>
                  <a:off x="7487126" y="4798695"/>
                  <a:ext cx="171545" cy="20383"/>
                </a:xfrm>
                <a:custGeom>
                  <a:rect b="b" l="l" r="r" t="t"/>
                  <a:pathLst>
                    <a:path extrusionOk="0" h="20383" w="171545">
                      <a:moveTo>
                        <a:pt x="0" y="0"/>
                      </a:moveTo>
                      <a:lnTo>
                        <a:pt x="171545" y="0"/>
                      </a:lnTo>
                      <a:lnTo>
                        <a:pt x="171545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562" name="Google Shape;562;p18"/>
            <p:cNvGrpSpPr/>
            <p:nvPr/>
          </p:nvGrpSpPr>
          <p:grpSpPr>
            <a:xfrm>
              <a:off x="7931872" y="596163"/>
              <a:ext cx="919725" cy="318025"/>
              <a:chOff x="7230903" y="4933188"/>
              <a:chExt cx="652843" cy="225742"/>
            </a:xfrm>
          </p:grpSpPr>
          <p:grpSp>
            <p:nvGrpSpPr>
              <p:cNvPr id="563" name="Google Shape;563;p18"/>
              <p:cNvGrpSpPr/>
              <p:nvPr/>
            </p:nvGrpSpPr>
            <p:grpSpPr>
              <a:xfrm>
                <a:off x="7230903" y="4933188"/>
                <a:ext cx="652843" cy="225742"/>
                <a:chOff x="7230903" y="4933188"/>
                <a:chExt cx="652843" cy="225742"/>
              </a:xfrm>
            </p:grpSpPr>
            <p:sp>
              <p:nvSpPr>
                <p:cNvPr id="564" name="Google Shape;564;p18"/>
                <p:cNvSpPr/>
                <p:nvPr/>
              </p:nvSpPr>
              <p:spPr>
                <a:xfrm>
                  <a:off x="7230903" y="4933188"/>
                  <a:ext cx="652843" cy="225742"/>
                </a:xfrm>
                <a:custGeom>
                  <a:rect b="b" l="l" r="r" t="t"/>
                  <a:pathLst>
                    <a:path extrusionOk="0" h="225742" w="652843">
                      <a:moveTo>
                        <a:pt x="619030" y="0"/>
                      </a:moveTo>
                      <a:cubicBezTo>
                        <a:pt x="637705" y="0"/>
                        <a:pt x="652844" y="15139"/>
                        <a:pt x="652844" y="33814"/>
                      </a:cubicBezTo>
                      <a:lnTo>
                        <a:pt x="652844" y="191929"/>
                      </a:lnTo>
                      <a:cubicBezTo>
                        <a:pt x="652844" y="210604"/>
                        <a:pt x="637704" y="225742"/>
                        <a:pt x="619030" y="225742"/>
                      </a:cubicBezTo>
                      <a:lnTo>
                        <a:pt x="33814" y="225742"/>
                      </a:lnTo>
                      <a:cubicBezTo>
                        <a:pt x="15139" y="225742"/>
                        <a:pt x="0" y="210604"/>
                        <a:pt x="0" y="191929"/>
                      </a:cubicBezTo>
                      <a:lnTo>
                        <a:pt x="0" y="33814"/>
                      </a:lnTo>
                      <a:cubicBezTo>
                        <a:pt x="0" y="15139"/>
                        <a:pt x="15139" y="0"/>
                        <a:pt x="33814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65" name="Google Shape;565;p18"/>
                <p:cNvSpPr/>
                <p:nvPr/>
              </p:nvSpPr>
              <p:spPr>
                <a:xfrm>
                  <a:off x="7287577" y="4969668"/>
                  <a:ext cx="151161" cy="151161"/>
                </a:xfrm>
                <a:custGeom>
                  <a:rect b="b" l="l" r="r" t="t"/>
                  <a:pathLst>
                    <a:path extrusionOk="0" h="151161" w="151161">
                      <a:moveTo>
                        <a:pt x="75534" y="151162"/>
                      </a:moveTo>
                      <a:lnTo>
                        <a:pt x="75534" y="151162"/>
                      </a:lnTo>
                      <a:cubicBezTo>
                        <a:pt x="33814" y="151162"/>
                        <a:pt x="0" y="117348"/>
                        <a:pt x="0" y="75629"/>
                      </a:cubicBezTo>
                      <a:lnTo>
                        <a:pt x="0" y="75629"/>
                      </a:lnTo>
                      <a:cubicBezTo>
                        <a:pt x="0" y="33909"/>
                        <a:pt x="33814" y="0"/>
                        <a:pt x="75534" y="0"/>
                      </a:cubicBezTo>
                      <a:lnTo>
                        <a:pt x="75534" y="0"/>
                      </a:lnTo>
                      <a:cubicBezTo>
                        <a:pt x="117253" y="0"/>
                        <a:pt x="151162" y="33814"/>
                        <a:pt x="151162" y="75533"/>
                      </a:cubicBezTo>
                      <a:lnTo>
                        <a:pt x="151162" y="75533"/>
                      </a:lnTo>
                      <a:cubicBezTo>
                        <a:pt x="151162" y="117253"/>
                        <a:pt x="117348" y="151162"/>
                        <a:pt x="75534" y="151162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566" name="Google Shape;566;p18"/>
                <p:cNvGrpSpPr/>
                <p:nvPr/>
              </p:nvGrpSpPr>
              <p:grpSpPr>
                <a:xfrm>
                  <a:off x="7487126" y="4973859"/>
                  <a:ext cx="332041" cy="142684"/>
                  <a:chOff x="7487126" y="4973859"/>
                  <a:chExt cx="332041" cy="142684"/>
                </a:xfrm>
              </p:grpSpPr>
              <p:sp>
                <p:nvSpPr>
                  <p:cNvPr id="567" name="Google Shape;567;p18"/>
                  <p:cNvSpPr/>
                  <p:nvPr/>
                </p:nvSpPr>
                <p:spPr>
                  <a:xfrm>
                    <a:off x="7506747" y="4973859"/>
                    <a:ext cx="280034" cy="20383"/>
                  </a:xfrm>
                  <a:custGeom>
                    <a:rect b="b" l="l" r="r" t="t"/>
                    <a:pathLst>
                      <a:path extrusionOk="0" h="20383" w="280034">
                        <a:moveTo>
                          <a:pt x="0" y="0"/>
                        </a:moveTo>
                        <a:lnTo>
                          <a:pt x="280035" y="0"/>
                        </a:lnTo>
                        <a:lnTo>
                          <a:pt x="280035" y="20384"/>
                        </a:lnTo>
                        <a:lnTo>
                          <a:pt x="0" y="2038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68" name="Google Shape;568;p18"/>
                  <p:cNvSpPr/>
                  <p:nvPr/>
                </p:nvSpPr>
                <p:spPr>
                  <a:xfrm>
                    <a:off x="7487126" y="5014626"/>
                    <a:ext cx="205073" cy="20383"/>
                  </a:xfrm>
                  <a:custGeom>
                    <a:rect b="b" l="l" r="r" t="t"/>
                    <a:pathLst>
                      <a:path extrusionOk="0" h="20383" w="205073">
                        <a:moveTo>
                          <a:pt x="0" y="0"/>
                        </a:moveTo>
                        <a:lnTo>
                          <a:pt x="205073" y="0"/>
                        </a:lnTo>
                        <a:lnTo>
                          <a:pt x="205073" y="20384"/>
                        </a:lnTo>
                        <a:lnTo>
                          <a:pt x="0" y="2038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69" name="Google Shape;569;p18"/>
                  <p:cNvSpPr/>
                  <p:nvPr/>
                </p:nvSpPr>
                <p:spPr>
                  <a:xfrm>
                    <a:off x="7487126" y="5055393"/>
                    <a:ext cx="332041" cy="20383"/>
                  </a:xfrm>
                  <a:custGeom>
                    <a:rect b="b" l="l" r="r" t="t"/>
                    <a:pathLst>
                      <a:path extrusionOk="0" h="20383" w="332041">
                        <a:moveTo>
                          <a:pt x="0" y="0"/>
                        </a:moveTo>
                        <a:lnTo>
                          <a:pt x="332041" y="0"/>
                        </a:lnTo>
                        <a:lnTo>
                          <a:pt x="332041" y="20384"/>
                        </a:lnTo>
                        <a:lnTo>
                          <a:pt x="0" y="2038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70" name="Google Shape;570;p18"/>
                  <p:cNvSpPr/>
                  <p:nvPr/>
                </p:nvSpPr>
                <p:spPr>
                  <a:xfrm>
                    <a:off x="7487126" y="5096160"/>
                    <a:ext cx="171545" cy="20383"/>
                  </a:xfrm>
                  <a:custGeom>
                    <a:rect b="b" l="l" r="r" t="t"/>
                    <a:pathLst>
                      <a:path extrusionOk="0" h="20383" w="171545">
                        <a:moveTo>
                          <a:pt x="0" y="0"/>
                        </a:moveTo>
                        <a:lnTo>
                          <a:pt x="171545" y="0"/>
                        </a:lnTo>
                        <a:lnTo>
                          <a:pt x="171545" y="20384"/>
                        </a:lnTo>
                        <a:lnTo>
                          <a:pt x="0" y="2038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571" name="Google Shape;571;p18"/>
              <p:cNvSpPr/>
              <p:nvPr/>
            </p:nvSpPr>
            <p:spPr>
              <a:xfrm>
                <a:off x="7338250" y="5011639"/>
                <a:ext cx="50734" cy="60632"/>
              </a:xfrm>
              <a:custGeom>
                <a:rect b="b" l="l" r="r" t="t"/>
                <a:pathLst>
                  <a:path extrusionOk="0" h="60632" w="50734">
                    <a:moveTo>
                      <a:pt x="0" y="4892"/>
                    </a:moveTo>
                    <a:lnTo>
                      <a:pt x="0" y="55851"/>
                    </a:lnTo>
                    <a:cubicBezTo>
                      <a:pt x="0" y="59566"/>
                      <a:pt x="4001" y="61851"/>
                      <a:pt x="7239" y="59947"/>
                    </a:cubicBezTo>
                    <a:lnTo>
                      <a:pt x="48387" y="35563"/>
                    </a:lnTo>
                    <a:cubicBezTo>
                      <a:pt x="51435" y="33753"/>
                      <a:pt x="51531" y="29371"/>
                      <a:pt x="48578" y="27371"/>
                    </a:cubicBezTo>
                    <a:lnTo>
                      <a:pt x="7430" y="796"/>
                    </a:lnTo>
                    <a:cubicBezTo>
                      <a:pt x="4191" y="-1299"/>
                      <a:pt x="0" y="987"/>
                      <a:pt x="0" y="4797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72" name="Google Shape;572;p18"/>
            <p:cNvGrpSpPr/>
            <p:nvPr/>
          </p:nvGrpSpPr>
          <p:grpSpPr>
            <a:xfrm>
              <a:off x="8756326" y="539537"/>
              <a:ext cx="173370" cy="112691"/>
              <a:chOff x="7816120" y="4892994"/>
              <a:chExt cx="123062" cy="79991"/>
            </a:xfrm>
          </p:grpSpPr>
          <p:grpSp>
            <p:nvGrpSpPr>
              <p:cNvPr id="573" name="Google Shape;573;p18"/>
              <p:cNvGrpSpPr/>
              <p:nvPr/>
            </p:nvGrpSpPr>
            <p:grpSpPr>
              <a:xfrm>
                <a:off x="7816120" y="4902803"/>
                <a:ext cx="123062" cy="63817"/>
                <a:chOff x="7816120" y="4902803"/>
                <a:chExt cx="123062" cy="63817"/>
              </a:xfrm>
            </p:grpSpPr>
            <p:sp>
              <p:nvSpPr>
                <p:cNvPr id="574" name="Google Shape;574;p18"/>
                <p:cNvSpPr/>
                <p:nvPr/>
              </p:nvSpPr>
              <p:spPr>
                <a:xfrm>
                  <a:off x="7816120" y="4902803"/>
                  <a:ext cx="123062" cy="63817"/>
                </a:xfrm>
                <a:custGeom>
                  <a:rect b="b" l="l" r="r" t="t"/>
                  <a:pathLst>
                    <a:path extrusionOk="0" h="63817" w="123062">
                      <a:moveTo>
                        <a:pt x="61531" y="63817"/>
                      </a:moveTo>
                      <a:cubicBezTo>
                        <a:pt x="86963" y="63817"/>
                        <a:pt x="109442" y="51244"/>
                        <a:pt x="123063" y="31909"/>
                      </a:cubicBezTo>
                      <a:cubicBezTo>
                        <a:pt x="109442" y="12573"/>
                        <a:pt x="86963" y="0"/>
                        <a:pt x="61531" y="0"/>
                      </a:cubicBezTo>
                      <a:cubicBezTo>
                        <a:pt x="36100" y="0"/>
                        <a:pt x="13621" y="12573"/>
                        <a:pt x="0" y="31909"/>
                      </a:cubicBezTo>
                      <a:cubicBezTo>
                        <a:pt x="13621" y="51244"/>
                        <a:pt x="36100" y="63817"/>
                        <a:pt x="61531" y="63817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75" name="Google Shape;575;p18"/>
                <p:cNvSpPr/>
                <p:nvPr/>
              </p:nvSpPr>
              <p:spPr>
                <a:xfrm>
                  <a:off x="7858029" y="4915090"/>
                  <a:ext cx="39242" cy="39243"/>
                </a:xfrm>
                <a:custGeom>
                  <a:rect b="b" l="l" r="r" t="t"/>
                  <a:pathLst>
                    <a:path extrusionOk="0" h="39243" w="39242">
                      <a:moveTo>
                        <a:pt x="39243" y="19621"/>
                      </a:moveTo>
                      <a:cubicBezTo>
                        <a:pt x="39243" y="30458"/>
                        <a:pt x="30458" y="39243"/>
                        <a:pt x="19621" y="39243"/>
                      </a:cubicBezTo>
                      <a:cubicBezTo>
                        <a:pt x="8785" y="39243"/>
                        <a:pt x="0" y="30458"/>
                        <a:pt x="0" y="19621"/>
                      </a:cubicBezTo>
                      <a:cubicBezTo>
                        <a:pt x="0" y="8785"/>
                        <a:pt x="8785" y="0"/>
                        <a:pt x="19621" y="0"/>
                      </a:cubicBezTo>
                      <a:cubicBezTo>
                        <a:pt x="30458" y="0"/>
                        <a:pt x="39243" y="8785"/>
                        <a:pt x="39243" y="1962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576" name="Google Shape;576;p18"/>
              <p:cNvSpPr/>
              <p:nvPr/>
            </p:nvSpPr>
            <p:spPr>
              <a:xfrm rot="-2700000">
                <a:off x="7825456" y="4928129"/>
                <a:ext cx="103403" cy="9720"/>
              </a:xfrm>
              <a:custGeom>
                <a:rect b="b" l="l" r="r" t="t"/>
                <a:pathLst>
                  <a:path extrusionOk="0" h="9715" w="103346">
                    <a:moveTo>
                      <a:pt x="0" y="0"/>
                    </a:moveTo>
                    <a:lnTo>
                      <a:pt x="103346" y="0"/>
                    </a:lnTo>
                    <a:lnTo>
                      <a:pt x="103346" y="9716"/>
                    </a:lnTo>
                    <a:lnTo>
                      <a:pt x="0" y="9716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CUSTOM_8">
    <p:spTree>
      <p:nvGrpSpPr>
        <p:cNvPr id="577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p19"/>
          <p:cNvSpPr txBox="1"/>
          <p:nvPr>
            <p:ph hasCustomPrompt="1" type="title"/>
          </p:nvPr>
        </p:nvSpPr>
        <p:spPr>
          <a:xfrm>
            <a:off x="798388" y="2997571"/>
            <a:ext cx="3492600" cy="7689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0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79" name="Google Shape;579;p19"/>
          <p:cNvSpPr txBox="1"/>
          <p:nvPr>
            <p:ph idx="1" type="subTitle"/>
          </p:nvPr>
        </p:nvSpPr>
        <p:spPr>
          <a:xfrm>
            <a:off x="798388" y="3772215"/>
            <a:ext cx="3492600" cy="59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580" name="Google Shape;580;p19"/>
          <p:cNvSpPr txBox="1"/>
          <p:nvPr>
            <p:ph hasCustomPrompt="1" idx="2" type="title"/>
          </p:nvPr>
        </p:nvSpPr>
        <p:spPr>
          <a:xfrm>
            <a:off x="2825700" y="1029535"/>
            <a:ext cx="3492600" cy="7689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0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81" name="Google Shape;581;p19"/>
          <p:cNvSpPr txBox="1"/>
          <p:nvPr>
            <p:ph idx="3" type="subTitle"/>
          </p:nvPr>
        </p:nvSpPr>
        <p:spPr>
          <a:xfrm>
            <a:off x="2825700" y="1804473"/>
            <a:ext cx="3492600" cy="59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582" name="Google Shape;582;p19"/>
          <p:cNvSpPr txBox="1"/>
          <p:nvPr>
            <p:ph hasCustomPrompt="1" idx="4" type="title"/>
          </p:nvPr>
        </p:nvSpPr>
        <p:spPr>
          <a:xfrm>
            <a:off x="4853013" y="2997571"/>
            <a:ext cx="3492600" cy="7689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0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83" name="Google Shape;583;p19"/>
          <p:cNvSpPr txBox="1"/>
          <p:nvPr>
            <p:ph idx="5" type="subTitle"/>
          </p:nvPr>
        </p:nvSpPr>
        <p:spPr>
          <a:xfrm>
            <a:off x="4853013" y="3772215"/>
            <a:ext cx="3492600" cy="59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584" name="Google Shape;584;p19"/>
          <p:cNvSpPr/>
          <p:nvPr/>
        </p:nvSpPr>
        <p:spPr>
          <a:xfrm rot="-5710536">
            <a:off x="-1869285" y="3438573"/>
            <a:ext cx="3168438" cy="2307909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5" name="Google Shape;585;p19"/>
          <p:cNvSpPr/>
          <p:nvPr/>
        </p:nvSpPr>
        <p:spPr>
          <a:xfrm rot="-294905">
            <a:off x="7350387" y="3903245"/>
            <a:ext cx="3168449" cy="2561999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TITLE_ONLY_1"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p20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588" name="Google Shape;588;p20"/>
          <p:cNvSpPr/>
          <p:nvPr/>
        </p:nvSpPr>
        <p:spPr>
          <a:xfrm flipH="1" rot="337739">
            <a:off x="8212271" y="3187242"/>
            <a:ext cx="3158465" cy="3518480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89" name="Google Shape;589;p20"/>
          <p:cNvGrpSpPr/>
          <p:nvPr/>
        </p:nvGrpSpPr>
        <p:grpSpPr>
          <a:xfrm>
            <a:off x="90200" y="4214393"/>
            <a:ext cx="516117" cy="779220"/>
            <a:chOff x="10572463" y="3528536"/>
            <a:chExt cx="580168" cy="875823"/>
          </a:xfrm>
        </p:grpSpPr>
        <p:grpSp>
          <p:nvGrpSpPr>
            <p:cNvPr id="590" name="Google Shape;590;p20"/>
            <p:cNvGrpSpPr/>
            <p:nvPr/>
          </p:nvGrpSpPr>
          <p:grpSpPr>
            <a:xfrm>
              <a:off x="10713815" y="3528536"/>
              <a:ext cx="438816" cy="746664"/>
              <a:chOff x="10713815" y="3528536"/>
              <a:chExt cx="438816" cy="746664"/>
            </a:xfrm>
          </p:grpSpPr>
          <p:sp>
            <p:nvSpPr>
              <p:cNvPr id="591" name="Google Shape;591;p20"/>
              <p:cNvSpPr/>
              <p:nvPr/>
            </p:nvSpPr>
            <p:spPr>
              <a:xfrm>
                <a:off x="10713815" y="3528536"/>
                <a:ext cx="438816" cy="746664"/>
              </a:xfrm>
              <a:custGeom>
                <a:rect b="b" l="l" r="r" t="t"/>
                <a:pathLst>
                  <a:path extrusionOk="0" h="746664" w="438816">
                    <a:moveTo>
                      <a:pt x="438721" y="746569"/>
                    </a:moveTo>
                    <a:lnTo>
                      <a:pt x="0" y="746569"/>
                    </a:lnTo>
                    <a:lnTo>
                      <a:pt x="0" y="0"/>
                    </a:lnTo>
                    <a:lnTo>
                      <a:pt x="326231" y="0"/>
                    </a:lnTo>
                    <a:cubicBezTo>
                      <a:pt x="370141" y="43910"/>
                      <a:pt x="394811" y="68580"/>
                      <a:pt x="438816" y="112585"/>
                    </a:cubicBezTo>
                    <a:lnTo>
                      <a:pt x="438816" y="746665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592" name="Google Shape;592;p20"/>
              <p:cNvGrpSpPr/>
              <p:nvPr/>
            </p:nvGrpSpPr>
            <p:grpSpPr>
              <a:xfrm>
                <a:off x="10776489" y="3625310"/>
                <a:ext cx="313848" cy="288226"/>
                <a:chOff x="10776489" y="3625310"/>
                <a:chExt cx="313848" cy="288226"/>
              </a:xfrm>
            </p:grpSpPr>
            <p:sp>
              <p:nvSpPr>
                <p:cNvPr id="593" name="Google Shape;593;p20"/>
                <p:cNvSpPr/>
                <p:nvPr/>
              </p:nvSpPr>
              <p:spPr>
                <a:xfrm>
                  <a:off x="10776489" y="3625310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94" name="Google Shape;594;p20"/>
                <p:cNvSpPr/>
                <p:nvPr/>
              </p:nvSpPr>
              <p:spPr>
                <a:xfrm>
                  <a:off x="10776489" y="3678650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95" name="Google Shape;595;p20"/>
                <p:cNvSpPr/>
                <p:nvPr/>
              </p:nvSpPr>
              <p:spPr>
                <a:xfrm>
                  <a:off x="10776489" y="3731990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96" name="Google Shape;596;p20"/>
                <p:cNvSpPr/>
                <p:nvPr/>
              </p:nvSpPr>
              <p:spPr>
                <a:xfrm>
                  <a:off x="10776489" y="3785425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97" name="Google Shape;597;p20"/>
                <p:cNvSpPr/>
                <p:nvPr/>
              </p:nvSpPr>
              <p:spPr>
                <a:xfrm>
                  <a:off x="10776489" y="3838765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98" name="Google Shape;598;p20"/>
                <p:cNvSpPr/>
                <p:nvPr/>
              </p:nvSpPr>
              <p:spPr>
                <a:xfrm>
                  <a:off x="10776489" y="3892105"/>
                  <a:ext cx="184689" cy="21431"/>
                </a:xfrm>
                <a:custGeom>
                  <a:rect b="b" l="l" r="r" t="t"/>
                  <a:pathLst>
                    <a:path extrusionOk="0" h="21431" w="184689">
                      <a:moveTo>
                        <a:pt x="0" y="0"/>
                      </a:moveTo>
                      <a:lnTo>
                        <a:pt x="184690" y="0"/>
                      </a:lnTo>
                      <a:lnTo>
                        <a:pt x="184690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rgbClr val="42444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599" name="Google Shape;599;p20"/>
              <p:cNvGrpSpPr/>
              <p:nvPr/>
            </p:nvGrpSpPr>
            <p:grpSpPr>
              <a:xfrm>
                <a:off x="10776489" y="3999547"/>
                <a:ext cx="313848" cy="181546"/>
                <a:chOff x="10776489" y="3999547"/>
                <a:chExt cx="313848" cy="181546"/>
              </a:xfrm>
            </p:grpSpPr>
            <p:sp>
              <p:nvSpPr>
                <p:cNvPr id="600" name="Google Shape;600;p20"/>
                <p:cNvSpPr/>
                <p:nvPr/>
              </p:nvSpPr>
              <p:spPr>
                <a:xfrm>
                  <a:off x="10776489" y="3999547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01" name="Google Shape;601;p20"/>
                <p:cNvSpPr/>
                <p:nvPr/>
              </p:nvSpPr>
              <p:spPr>
                <a:xfrm>
                  <a:off x="10776489" y="4052887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02" name="Google Shape;602;p20"/>
                <p:cNvSpPr/>
                <p:nvPr/>
              </p:nvSpPr>
              <p:spPr>
                <a:xfrm>
                  <a:off x="10776489" y="4106322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03" name="Google Shape;603;p20"/>
                <p:cNvSpPr/>
                <p:nvPr/>
              </p:nvSpPr>
              <p:spPr>
                <a:xfrm>
                  <a:off x="10776489" y="4159662"/>
                  <a:ext cx="184689" cy="21431"/>
                </a:xfrm>
                <a:custGeom>
                  <a:rect b="b" l="l" r="r" t="t"/>
                  <a:pathLst>
                    <a:path extrusionOk="0" h="21431" w="184689">
                      <a:moveTo>
                        <a:pt x="0" y="0"/>
                      </a:moveTo>
                      <a:lnTo>
                        <a:pt x="184690" y="0"/>
                      </a:lnTo>
                      <a:lnTo>
                        <a:pt x="184690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rgbClr val="42444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604" name="Google Shape;604;p20"/>
              <p:cNvSpPr/>
              <p:nvPr/>
            </p:nvSpPr>
            <p:spPr>
              <a:xfrm>
                <a:off x="11039951" y="3528536"/>
                <a:ext cx="112584" cy="112585"/>
              </a:xfrm>
              <a:custGeom>
                <a:rect b="b" l="l" r="r" t="t"/>
                <a:pathLst>
                  <a:path extrusionOk="0" h="112585" w="112584">
                    <a:moveTo>
                      <a:pt x="112585" y="112585"/>
                    </a:moveTo>
                    <a:lnTo>
                      <a:pt x="0" y="112585"/>
                    </a:lnTo>
                    <a:lnTo>
                      <a:pt x="0" y="0"/>
                    </a:lnTo>
                    <a:lnTo>
                      <a:pt x="0" y="0"/>
                    </a:lnTo>
                    <a:cubicBezTo>
                      <a:pt x="43910" y="43910"/>
                      <a:pt x="68580" y="68580"/>
                      <a:pt x="112585" y="112585"/>
                    </a:cubicBezTo>
                    <a:lnTo>
                      <a:pt x="112585" y="112585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05" name="Google Shape;605;p20"/>
            <p:cNvGrpSpPr/>
            <p:nvPr/>
          </p:nvGrpSpPr>
          <p:grpSpPr>
            <a:xfrm>
              <a:off x="10572463" y="3657790"/>
              <a:ext cx="438817" cy="746569"/>
              <a:chOff x="10572463" y="3657790"/>
              <a:chExt cx="438817" cy="746569"/>
            </a:xfrm>
          </p:grpSpPr>
          <p:sp>
            <p:nvSpPr>
              <p:cNvPr id="606" name="Google Shape;606;p20"/>
              <p:cNvSpPr/>
              <p:nvPr/>
            </p:nvSpPr>
            <p:spPr>
              <a:xfrm>
                <a:off x="10572463" y="3657790"/>
                <a:ext cx="438817" cy="746569"/>
              </a:xfrm>
              <a:custGeom>
                <a:rect b="b" l="l" r="r" t="t"/>
                <a:pathLst>
                  <a:path extrusionOk="0" h="746569" w="438817">
                    <a:moveTo>
                      <a:pt x="438722" y="746570"/>
                    </a:moveTo>
                    <a:lnTo>
                      <a:pt x="0" y="746570"/>
                    </a:lnTo>
                    <a:lnTo>
                      <a:pt x="0" y="0"/>
                    </a:lnTo>
                    <a:lnTo>
                      <a:pt x="326231" y="0"/>
                    </a:lnTo>
                    <a:cubicBezTo>
                      <a:pt x="370141" y="43910"/>
                      <a:pt x="394812" y="68580"/>
                      <a:pt x="438817" y="112586"/>
                    </a:cubicBezTo>
                    <a:lnTo>
                      <a:pt x="438817" y="74657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607" name="Google Shape;607;p20"/>
              <p:cNvGrpSpPr/>
              <p:nvPr/>
            </p:nvGrpSpPr>
            <p:grpSpPr>
              <a:xfrm>
                <a:off x="10635138" y="3754469"/>
                <a:ext cx="313848" cy="288321"/>
                <a:chOff x="10635138" y="3754469"/>
                <a:chExt cx="313848" cy="288321"/>
              </a:xfrm>
            </p:grpSpPr>
            <p:sp>
              <p:nvSpPr>
                <p:cNvPr id="608" name="Google Shape;608;p20"/>
                <p:cNvSpPr/>
                <p:nvPr/>
              </p:nvSpPr>
              <p:spPr>
                <a:xfrm>
                  <a:off x="10635138" y="3754469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09" name="Google Shape;609;p20"/>
                <p:cNvSpPr/>
                <p:nvPr/>
              </p:nvSpPr>
              <p:spPr>
                <a:xfrm>
                  <a:off x="10635138" y="3807904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10" name="Google Shape;610;p20"/>
                <p:cNvSpPr/>
                <p:nvPr/>
              </p:nvSpPr>
              <p:spPr>
                <a:xfrm>
                  <a:off x="10635138" y="3861244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11" name="Google Shape;611;p20"/>
                <p:cNvSpPr/>
                <p:nvPr/>
              </p:nvSpPr>
              <p:spPr>
                <a:xfrm>
                  <a:off x="10635138" y="3914584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12" name="Google Shape;612;p20"/>
                <p:cNvSpPr/>
                <p:nvPr/>
              </p:nvSpPr>
              <p:spPr>
                <a:xfrm>
                  <a:off x="10635138" y="3968019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13" name="Google Shape;613;p20"/>
                <p:cNvSpPr/>
                <p:nvPr/>
              </p:nvSpPr>
              <p:spPr>
                <a:xfrm>
                  <a:off x="10635138" y="4021359"/>
                  <a:ext cx="184689" cy="21431"/>
                </a:xfrm>
                <a:custGeom>
                  <a:rect b="b" l="l" r="r" t="t"/>
                  <a:pathLst>
                    <a:path extrusionOk="0" h="21431" w="184689">
                      <a:moveTo>
                        <a:pt x="0" y="0"/>
                      </a:moveTo>
                      <a:lnTo>
                        <a:pt x="184689" y="0"/>
                      </a:lnTo>
                      <a:lnTo>
                        <a:pt x="184689" y="21431"/>
                      </a:lnTo>
                      <a:lnTo>
                        <a:pt x="-1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614" name="Google Shape;614;p20"/>
              <p:cNvGrpSpPr/>
              <p:nvPr/>
            </p:nvGrpSpPr>
            <p:grpSpPr>
              <a:xfrm>
                <a:off x="10635138" y="4128801"/>
                <a:ext cx="313848" cy="181547"/>
                <a:chOff x="10635138" y="4128801"/>
                <a:chExt cx="313848" cy="181547"/>
              </a:xfrm>
            </p:grpSpPr>
            <p:sp>
              <p:nvSpPr>
                <p:cNvPr id="615" name="Google Shape;615;p20"/>
                <p:cNvSpPr/>
                <p:nvPr/>
              </p:nvSpPr>
              <p:spPr>
                <a:xfrm>
                  <a:off x="10635138" y="4128801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16" name="Google Shape;616;p20"/>
                <p:cNvSpPr/>
                <p:nvPr/>
              </p:nvSpPr>
              <p:spPr>
                <a:xfrm>
                  <a:off x="10635138" y="4182141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17" name="Google Shape;617;p20"/>
                <p:cNvSpPr/>
                <p:nvPr/>
              </p:nvSpPr>
              <p:spPr>
                <a:xfrm>
                  <a:off x="10635138" y="4235481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18" name="Google Shape;618;p20"/>
                <p:cNvSpPr/>
                <p:nvPr/>
              </p:nvSpPr>
              <p:spPr>
                <a:xfrm>
                  <a:off x="10635138" y="4288917"/>
                  <a:ext cx="184689" cy="21431"/>
                </a:xfrm>
                <a:custGeom>
                  <a:rect b="b" l="l" r="r" t="t"/>
                  <a:pathLst>
                    <a:path extrusionOk="0" h="21431" w="184689">
                      <a:moveTo>
                        <a:pt x="0" y="0"/>
                      </a:moveTo>
                      <a:lnTo>
                        <a:pt x="184689" y="0"/>
                      </a:lnTo>
                      <a:lnTo>
                        <a:pt x="184689" y="21431"/>
                      </a:lnTo>
                      <a:lnTo>
                        <a:pt x="-1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619" name="Google Shape;619;p20"/>
              <p:cNvSpPr/>
              <p:nvPr/>
            </p:nvSpPr>
            <p:spPr>
              <a:xfrm>
                <a:off x="10898599" y="3657790"/>
                <a:ext cx="112586" cy="112585"/>
              </a:xfrm>
              <a:custGeom>
                <a:rect b="b" l="l" r="r" t="t"/>
                <a:pathLst>
                  <a:path extrusionOk="0" h="112585" w="112586">
                    <a:moveTo>
                      <a:pt x="112586" y="112586"/>
                    </a:moveTo>
                    <a:lnTo>
                      <a:pt x="0" y="112586"/>
                    </a:lnTo>
                    <a:lnTo>
                      <a:pt x="0" y="0"/>
                    </a:lnTo>
                    <a:lnTo>
                      <a:pt x="0" y="0"/>
                    </a:lnTo>
                    <a:cubicBezTo>
                      <a:pt x="43910" y="43910"/>
                      <a:pt x="68581" y="68580"/>
                      <a:pt x="112586" y="112586"/>
                    </a:cubicBezTo>
                    <a:lnTo>
                      <a:pt x="112586" y="112586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620" name="Google Shape;620;p20"/>
          <p:cNvSpPr/>
          <p:nvPr/>
        </p:nvSpPr>
        <p:spPr>
          <a:xfrm flipH="1" rot="-3657034">
            <a:off x="-1404232" y="-737971"/>
            <a:ext cx="2746020" cy="1627876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21" name="Google Shape;621;p20"/>
          <p:cNvGrpSpPr/>
          <p:nvPr/>
        </p:nvGrpSpPr>
        <p:grpSpPr>
          <a:xfrm>
            <a:off x="8114970" y="266839"/>
            <a:ext cx="829992" cy="750888"/>
            <a:chOff x="8114596" y="445039"/>
            <a:chExt cx="633002" cy="572716"/>
          </a:xfrm>
        </p:grpSpPr>
        <p:grpSp>
          <p:nvGrpSpPr>
            <p:cNvPr id="622" name="Google Shape;622;p20"/>
            <p:cNvGrpSpPr/>
            <p:nvPr/>
          </p:nvGrpSpPr>
          <p:grpSpPr>
            <a:xfrm>
              <a:off x="8114596" y="445039"/>
              <a:ext cx="633002" cy="572716"/>
              <a:chOff x="7189660" y="520827"/>
              <a:chExt cx="598074" cy="541115"/>
            </a:xfrm>
          </p:grpSpPr>
          <p:sp>
            <p:nvSpPr>
              <p:cNvPr id="623" name="Google Shape;623;p20"/>
              <p:cNvSpPr/>
              <p:nvPr/>
            </p:nvSpPr>
            <p:spPr>
              <a:xfrm>
                <a:off x="7189660" y="520827"/>
                <a:ext cx="598074" cy="541115"/>
              </a:xfrm>
              <a:custGeom>
                <a:rect b="b" l="l" r="r" t="t"/>
                <a:pathLst>
                  <a:path extrusionOk="0" h="541115" w="598074">
                    <a:moveTo>
                      <a:pt x="557022" y="0"/>
                    </a:moveTo>
                    <a:cubicBezTo>
                      <a:pt x="579695" y="0"/>
                      <a:pt x="598075" y="18380"/>
                      <a:pt x="598075" y="41053"/>
                    </a:cubicBezTo>
                    <a:lnTo>
                      <a:pt x="598075" y="500063"/>
                    </a:lnTo>
                    <a:cubicBezTo>
                      <a:pt x="598075" y="522735"/>
                      <a:pt x="579695" y="541115"/>
                      <a:pt x="557022" y="541115"/>
                    </a:cubicBezTo>
                    <a:lnTo>
                      <a:pt x="41053" y="541115"/>
                    </a:lnTo>
                    <a:cubicBezTo>
                      <a:pt x="18380" y="541115"/>
                      <a:pt x="0" y="522735"/>
                      <a:pt x="0" y="500063"/>
                    </a:cubicBezTo>
                    <a:lnTo>
                      <a:pt x="0" y="41053"/>
                    </a:lnTo>
                    <a:cubicBezTo>
                      <a:pt x="0" y="18380"/>
                      <a:pt x="18380" y="0"/>
                      <a:pt x="410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624" name="Google Shape;624;p20"/>
              <p:cNvGrpSpPr/>
              <p:nvPr/>
            </p:nvGrpSpPr>
            <p:grpSpPr>
              <a:xfrm>
                <a:off x="7579137" y="551973"/>
                <a:ext cx="164782" cy="41529"/>
                <a:chOff x="7579137" y="551973"/>
                <a:chExt cx="164782" cy="41529"/>
              </a:xfrm>
            </p:grpSpPr>
            <p:sp>
              <p:nvSpPr>
                <p:cNvPr id="625" name="Google Shape;625;p20"/>
                <p:cNvSpPr/>
                <p:nvPr/>
              </p:nvSpPr>
              <p:spPr>
                <a:xfrm>
                  <a:off x="7702391" y="551973"/>
                  <a:ext cx="41528" cy="41529"/>
                </a:xfrm>
                <a:custGeom>
                  <a:rect b="b" l="l" r="r" t="t"/>
                  <a:pathLst>
                    <a:path extrusionOk="0" h="41529" w="41528">
                      <a:moveTo>
                        <a:pt x="41529" y="20765"/>
                      </a:moveTo>
                      <a:cubicBezTo>
                        <a:pt x="41529" y="32290"/>
                        <a:pt x="32195" y="41529"/>
                        <a:pt x="20764" y="41529"/>
                      </a:cubicBezTo>
                      <a:cubicBezTo>
                        <a:pt x="9334" y="41529"/>
                        <a:pt x="0" y="32195"/>
                        <a:pt x="0" y="20765"/>
                      </a:cubicBezTo>
                      <a:cubicBezTo>
                        <a:pt x="0" y="9335"/>
                        <a:pt x="9334" y="0"/>
                        <a:pt x="20764" y="0"/>
                      </a:cubicBezTo>
                      <a:cubicBezTo>
                        <a:pt x="32195" y="0"/>
                        <a:pt x="41529" y="9335"/>
                        <a:pt x="41529" y="20765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26" name="Google Shape;626;p20"/>
                <p:cNvSpPr/>
                <p:nvPr/>
              </p:nvSpPr>
              <p:spPr>
                <a:xfrm>
                  <a:off x="7640764" y="551973"/>
                  <a:ext cx="41528" cy="41529"/>
                </a:xfrm>
                <a:custGeom>
                  <a:rect b="b" l="l" r="r" t="t"/>
                  <a:pathLst>
                    <a:path extrusionOk="0" h="41529" w="41528">
                      <a:moveTo>
                        <a:pt x="41529" y="20765"/>
                      </a:moveTo>
                      <a:cubicBezTo>
                        <a:pt x="41529" y="32290"/>
                        <a:pt x="32195" y="41529"/>
                        <a:pt x="20764" y="41529"/>
                      </a:cubicBezTo>
                      <a:cubicBezTo>
                        <a:pt x="9334" y="41529"/>
                        <a:pt x="0" y="32195"/>
                        <a:pt x="0" y="20765"/>
                      </a:cubicBezTo>
                      <a:cubicBezTo>
                        <a:pt x="0" y="9335"/>
                        <a:pt x="9334" y="0"/>
                        <a:pt x="20764" y="0"/>
                      </a:cubicBezTo>
                      <a:cubicBezTo>
                        <a:pt x="32195" y="0"/>
                        <a:pt x="41529" y="9335"/>
                        <a:pt x="41529" y="20765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27" name="Google Shape;627;p20"/>
                <p:cNvSpPr/>
                <p:nvPr/>
              </p:nvSpPr>
              <p:spPr>
                <a:xfrm>
                  <a:off x="7579137" y="551973"/>
                  <a:ext cx="41528" cy="41529"/>
                </a:xfrm>
                <a:custGeom>
                  <a:rect b="b" l="l" r="r" t="t"/>
                  <a:pathLst>
                    <a:path extrusionOk="0" h="41529" w="41528">
                      <a:moveTo>
                        <a:pt x="41529" y="20765"/>
                      </a:moveTo>
                      <a:cubicBezTo>
                        <a:pt x="41529" y="32290"/>
                        <a:pt x="32195" y="41529"/>
                        <a:pt x="20764" y="41529"/>
                      </a:cubicBezTo>
                      <a:cubicBezTo>
                        <a:pt x="9334" y="41529"/>
                        <a:pt x="0" y="32195"/>
                        <a:pt x="0" y="20765"/>
                      </a:cubicBezTo>
                      <a:cubicBezTo>
                        <a:pt x="0" y="9335"/>
                        <a:pt x="9334" y="0"/>
                        <a:pt x="20764" y="0"/>
                      </a:cubicBezTo>
                      <a:cubicBezTo>
                        <a:pt x="32195" y="0"/>
                        <a:pt x="41529" y="9335"/>
                        <a:pt x="41529" y="20765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628" name="Google Shape;628;p20"/>
            <p:cNvGrpSpPr/>
            <p:nvPr/>
          </p:nvGrpSpPr>
          <p:grpSpPr>
            <a:xfrm>
              <a:off x="8184962" y="619646"/>
              <a:ext cx="498115" cy="257273"/>
              <a:chOff x="7256144" y="685800"/>
              <a:chExt cx="470630" cy="243077"/>
            </a:xfrm>
          </p:grpSpPr>
          <p:sp>
            <p:nvSpPr>
              <p:cNvPr id="629" name="Google Shape;629;p20"/>
              <p:cNvSpPr/>
              <p:nvPr/>
            </p:nvSpPr>
            <p:spPr>
              <a:xfrm>
                <a:off x="7256144" y="694753"/>
                <a:ext cx="218503" cy="218217"/>
              </a:xfrm>
              <a:custGeom>
                <a:rect b="b" l="l" r="r" t="t"/>
                <a:pathLst>
                  <a:path extrusionOk="0" h="218217" w="218503">
                    <a:moveTo>
                      <a:pt x="216598" y="129540"/>
                    </a:moveTo>
                    <a:cubicBezTo>
                      <a:pt x="217837" y="122968"/>
                      <a:pt x="218504" y="116110"/>
                      <a:pt x="218504" y="109156"/>
                    </a:cubicBezTo>
                    <a:cubicBezTo>
                      <a:pt x="218504" y="102203"/>
                      <a:pt x="217837" y="95440"/>
                      <a:pt x="216598" y="88773"/>
                    </a:cubicBezTo>
                    <a:lnTo>
                      <a:pt x="181261" y="88773"/>
                    </a:lnTo>
                    <a:cubicBezTo>
                      <a:pt x="179641" y="83058"/>
                      <a:pt x="177451" y="77724"/>
                      <a:pt x="174593" y="72676"/>
                    </a:cubicBezTo>
                    <a:lnTo>
                      <a:pt x="199549" y="47720"/>
                    </a:lnTo>
                    <a:cubicBezTo>
                      <a:pt x="191834" y="36385"/>
                      <a:pt x="182118" y="26670"/>
                      <a:pt x="170783" y="18955"/>
                    </a:cubicBezTo>
                    <a:lnTo>
                      <a:pt x="145732" y="44005"/>
                    </a:lnTo>
                    <a:cubicBezTo>
                      <a:pt x="140684" y="41148"/>
                      <a:pt x="135255" y="38957"/>
                      <a:pt x="129635" y="37338"/>
                    </a:cubicBezTo>
                    <a:lnTo>
                      <a:pt x="129635" y="1905"/>
                    </a:lnTo>
                    <a:cubicBezTo>
                      <a:pt x="123063" y="667"/>
                      <a:pt x="116205" y="0"/>
                      <a:pt x="109252" y="0"/>
                    </a:cubicBezTo>
                    <a:cubicBezTo>
                      <a:pt x="102298" y="0"/>
                      <a:pt x="95536" y="667"/>
                      <a:pt x="88868" y="1905"/>
                    </a:cubicBezTo>
                    <a:lnTo>
                      <a:pt x="88868" y="37338"/>
                    </a:lnTo>
                    <a:cubicBezTo>
                      <a:pt x="83154" y="38957"/>
                      <a:pt x="77819" y="41148"/>
                      <a:pt x="72771" y="44005"/>
                    </a:cubicBezTo>
                    <a:lnTo>
                      <a:pt x="47720" y="18955"/>
                    </a:lnTo>
                    <a:cubicBezTo>
                      <a:pt x="36386" y="26670"/>
                      <a:pt x="26670" y="36481"/>
                      <a:pt x="18955" y="47720"/>
                    </a:cubicBezTo>
                    <a:lnTo>
                      <a:pt x="43910" y="72676"/>
                    </a:lnTo>
                    <a:cubicBezTo>
                      <a:pt x="41053" y="77724"/>
                      <a:pt x="38862" y="83153"/>
                      <a:pt x="37243" y="88773"/>
                    </a:cubicBezTo>
                    <a:lnTo>
                      <a:pt x="1905" y="88773"/>
                    </a:lnTo>
                    <a:cubicBezTo>
                      <a:pt x="667" y="95345"/>
                      <a:pt x="0" y="102203"/>
                      <a:pt x="0" y="109156"/>
                    </a:cubicBezTo>
                    <a:cubicBezTo>
                      <a:pt x="0" y="116110"/>
                      <a:pt x="667" y="122873"/>
                      <a:pt x="1905" y="129540"/>
                    </a:cubicBezTo>
                    <a:lnTo>
                      <a:pt x="37243" y="129540"/>
                    </a:lnTo>
                    <a:cubicBezTo>
                      <a:pt x="38862" y="135255"/>
                      <a:pt x="41053" y="140589"/>
                      <a:pt x="43910" y="145637"/>
                    </a:cubicBezTo>
                    <a:lnTo>
                      <a:pt x="18955" y="170593"/>
                    </a:lnTo>
                    <a:cubicBezTo>
                      <a:pt x="26670" y="181928"/>
                      <a:pt x="36386" y="191643"/>
                      <a:pt x="47720" y="199358"/>
                    </a:cubicBezTo>
                    <a:lnTo>
                      <a:pt x="72771" y="174308"/>
                    </a:lnTo>
                    <a:cubicBezTo>
                      <a:pt x="77819" y="177165"/>
                      <a:pt x="83248" y="179356"/>
                      <a:pt x="88868" y="180975"/>
                    </a:cubicBezTo>
                    <a:lnTo>
                      <a:pt x="88868" y="216313"/>
                    </a:lnTo>
                    <a:cubicBezTo>
                      <a:pt x="95441" y="217551"/>
                      <a:pt x="102298" y="218218"/>
                      <a:pt x="109252" y="218218"/>
                    </a:cubicBezTo>
                    <a:cubicBezTo>
                      <a:pt x="116205" y="218218"/>
                      <a:pt x="122968" y="217551"/>
                      <a:pt x="129635" y="216313"/>
                    </a:cubicBezTo>
                    <a:lnTo>
                      <a:pt x="129635" y="180975"/>
                    </a:lnTo>
                    <a:cubicBezTo>
                      <a:pt x="135350" y="179356"/>
                      <a:pt x="140684" y="177070"/>
                      <a:pt x="145732" y="174308"/>
                    </a:cubicBezTo>
                    <a:lnTo>
                      <a:pt x="170783" y="199358"/>
                    </a:lnTo>
                    <a:cubicBezTo>
                      <a:pt x="182118" y="191643"/>
                      <a:pt x="191834" y="181928"/>
                      <a:pt x="199549" y="170593"/>
                    </a:cubicBezTo>
                    <a:lnTo>
                      <a:pt x="174593" y="145542"/>
                    </a:lnTo>
                    <a:cubicBezTo>
                      <a:pt x="177451" y="140494"/>
                      <a:pt x="179641" y="135064"/>
                      <a:pt x="181261" y="129445"/>
                    </a:cubicBezTo>
                    <a:lnTo>
                      <a:pt x="216598" y="129445"/>
                    </a:lnTo>
                    <a:close/>
                    <a:moveTo>
                      <a:pt x="109252" y="131255"/>
                    </a:moveTo>
                    <a:cubicBezTo>
                      <a:pt x="97060" y="131255"/>
                      <a:pt x="87249" y="121349"/>
                      <a:pt x="87249" y="109252"/>
                    </a:cubicBezTo>
                    <a:cubicBezTo>
                      <a:pt x="87249" y="97155"/>
                      <a:pt x="97155" y="87249"/>
                      <a:pt x="109252" y="87249"/>
                    </a:cubicBezTo>
                    <a:cubicBezTo>
                      <a:pt x="121348" y="87249"/>
                      <a:pt x="131255" y="97155"/>
                      <a:pt x="131255" y="109252"/>
                    </a:cubicBezTo>
                    <a:cubicBezTo>
                      <a:pt x="131255" y="121349"/>
                      <a:pt x="121348" y="131255"/>
                      <a:pt x="109252" y="131255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630" name="Google Shape;630;p20"/>
              <p:cNvGrpSpPr/>
              <p:nvPr/>
            </p:nvGrpSpPr>
            <p:grpSpPr>
              <a:xfrm>
                <a:off x="7512843" y="685800"/>
                <a:ext cx="213931" cy="243077"/>
                <a:chOff x="7512843" y="685800"/>
                <a:chExt cx="213931" cy="243077"/>
              </a:xfrm>
            </p:grpSpPr>
            <p:grpSp>
              <p:nvGrpSpPr>
                <p:cNvPr id="631" name="Google Shape;631;p20"/>
                <p:cNvGrpSpPr/>
                <p:nvPr/>
              </p:nvGrpSpPr>
              <p:grpSpPr>
                <a:xfrm>
                  <a:off x="7512843" y="836580"/>
                  <a:ext cx="213931" cy="92297"/>
                  <a:chOff x="7512843" y="836580"/>
                  <a:chExt cx="213931" cy="92297"/>
                </a:xfrm>
              </p:grpSpPr>
              <p:sp>
                <p:nvSpPr>
                  <p:cNvPr id="632" name="Google Shape;632;p20"/>
                  <p:cNvSpPr/>
                  <p:nvPr/>
                </p:nvSpPr>
                <p:spPr>
                  <a:xfrm>
                    <a:off x="7512843" y="856011"/>
                    <a:ext cx="213931" cy="72866"/>
                  </a:xfrm>
                  <a:custGeom>
                    <a:rect b="b" l="l" r="r" t="t"/>
                    <a:pathLst>
                      <a:path extrusionOk="0" h="72866" w="213931">
                        <a:moveTo>
                          <a:pt x="0" y="0"/>
                        </a:moveTo>
                        <a:lnTo>
                          <a:pt x="0" y="53435"/>
                        </a:lnTo>
                        <a:cubicBezTo>
                          <a:pt x="0" y="64199"/>
                          <a:pt x="47911" y="72866"/>
                          <a:pt x="106966" y="72866"/>
                        </a:cubicBezTo>
                        <a:cubicBezTo>
                          <a:pt x="166021" y="72866"/>
                          <a:pt x="213932" y="64199"/>
                          <a:pt x="213932" y="53435"/>
                        </a:cubicBezTo>
                        <a:lnTo>
                          <a:pt x="213932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33" name="Google Shape;633;p20"/>
                  <p:cNvSpPr/>
                  <p:nvPr/>
                </p:nvSpPr>
                <p:spPr>
                  <a:xfrm>
                    <a:off x="7512843" y="836580"/>
                    <a:ext cx="213931" cy="38861"/>
                  </a:xfrm>
                  <a:custGeom>
                    <a:rect b="b" l="l" r="r" t="t"/>
                    <a:pathLst>
                      <a:path extrusionOk="0" h="38861" w="213931">
                        <a:moveTo>
                          <a:pt x="213932" y="19431"/>
                        </a:moveTo>
                        <a:cubicBezTo>
                          <a:pt x="213932" y="30162"/>
                          <a:pt x="166042" y="38862"/>
                          <a:pt x="106966" y="38862"/>
                        </a:cubicBezTo>
                        <a:cubicBezTo>
                          <a:pt x="47891" y="38862"/>
                          <a:pt x="1" y="30162"/>
                          <a:pt x="1" y="19431"/>
                        </a:cubicBezTo>
                        <a:cubicBezTo>
                          <a:pt x="1" y="8700"/>
                          <a:pt x="47891" y="0"/>
                          <a:pt x="106966" y="0"/>
                        </a:cubicBezTo>
                        <a:cubicBezTo>
                          <a:pt x="166042" y="0"/>
                          <a:pt x="213932" y="8700"/>
                          <a:pt x="213932" y="19431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634" name="Google Shape;634;p20"/>
                <p:cNvGrpSpPr/>
                <p:nvPr/>
              </p:nvGrpSpPr>
              <p:grpSpPr>
                <a:xfrm>
                  <a:off x="7512843" y="761238"/>
                  <a:ext cx="213931" cy="92296"/>
                  <a:chOff x="7512843" y="761238"/>
                  <a:chExt cx="213931" cy="92296"/>
                </a:xfrm>
              </p:grpSpPr>
              <p:sp>
                <p:nvSpPr>
                  <p:cNvPr id="635" name="Google Shape;635;p20"/>
                  <p:cNvSpPr/>
                  <p:nvPr/>
                </p:nvSpPr>
                <p:spPr>
                  <a:xfrm>
                    <a:off x="7512843" y="780668"/>
                    <a:ext cx="213931" cy="72866"/>
                  </a:xfrm>
                  <a:custGeom>
                    <a:rect b="b" l="l" r="r" t="t"/>
                    <a:pathLst>
                      <a:path extrusionOk="0" h="72866" w="213931">
                        <a:moveTo>
                          <a:pt x="0" y="0"/>
                        </a:moveTo>
                        <a:lnTo>
                          <a:pt x="0" y="53435"/>
                        </a:lnTo>
                        <a:cubicBezTo>
                          <a:pt x="0" y="64199"/>
                          <a:pt x="47911" y="72866"/>
                          <a:pt x="106966" y="72866"/>
                        </a:cubicBezTo>
                        <a:cubicBezTo>
                          <a:pt x="166021" y="72866"/>
                          <a:pt x="213932" y="64199"/>
                          <a:pt x="213932" y="53435"/>
                        </a:cubicBezTo>
                        <a:lnTo>
                          <a:pt x="213932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36" name="Google Shape;636;p20"/>
                  <p:cNvSpPr/>
                  <p:nvPr/>
                </p:nvSpPr>
                <p:spPr>
                  <a:xfrm>
                    <a:off x="7512843" y="761238"/>
                    <a:ext cx="213931" cy="38861"/>
                  </a:xfrm>
                  <a:custGeom>
                    <a:rect b="b" l="l" r="r" t="t"/>
                    <a:pathLst>
                      <a:path extrusionOk="0" h="38861" w="213931">
                        <a:moveTo>
                          <a:pt x="213932" y="19431"/>
                        </a:moveTo>
                        <a:cubicBezTo>
                          <a:pt x="213932" y="30162"/>
                          <a:pt x="166042" y="38862"/>
                          <a:pt x="106966" y="38862"/>
                        </a:cubicBezTo>
                        <a:cubicBezTo>
                          <a:pt x="47891" y="38862"/>
                          <a:pt x="1" y="30162"/>
                          <a:pt x="1" y="19431"/>
                        </a:cubicBezTo>
                        <a:cubicBezTo>
                          <a:pt x="1" y="8700"/>
                          <a:pt x="47891" y="0"/>
                          <a:pt x="106966" y="0"/>
                        </a:cubicBezTo>
                        <a:cubicBezTo>
                          <a:pt x="166042" y="0"/>
                          <a:pt x="213932" y="8700"/>
                          <a:pt x="213932" y="19431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637" name="Google Shape;637;p20"/>
                <p:cNvGrpSpPr/>
                <p:nvPr/>
              </p:nvGrpSpPr>
              <p:grpSpPr>
                <a:xfrm>
                  <a:off x="7512843" y="685800"/>
                  <a:ext cx="213931" cy="92297"/>
                  <a:chOff x="7512843" y="685800"/>
                  <a:chExt cx="213931" cy="92297"/>
                </a:xfrm>
              </p:grpSpPr>
              <p:sp>
                <p:nvSpPr>
                  <p:cNvPr id="638" name="Google Shape;638;p20"/>
                  <p:cNvSpPr/>
                  <p:nvPr/>
                </p:nvSpPr>
                <p:spPr>
                  <a:xfrm>
                    <a:off x="7512843" y="705231"/>
                    <a:ext cx="213931" cy="72866"/>
                  </a:xfrm>
                  <a:custGeom>
                    <a:rect b="b" l="l" r="r" t="t"/>
                    <a:pathLst>
                      <a:path extrusionOk="0" h="72866" w="213931">
                        <a:moveTo>
                          <a:pt x="0" y="0"/>
                        </a:moveTo>
                        <a:lnTo>
                          <a:pt x="0" y="53435"/>
                        </a:lnTo>
                        <a:cubicBezTo>
                          <a:pt x="0" y="64198"/>
                          <a:pt x="47911" y="72866"/>
                          <a:pt x="106966" y="72866"/>
                        </a:cubicBezTo>
                        <a:cubicBezTo>
                          <a:pt x="166021" y="72866"/>
                          <a:pt x="213932" y="64198"/>
                          <a:pt x="213932" y="53435"/>
                        </a:cubicBezTo>
                        <a:lnTo>
                          <a:pt x="213932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39" name="Google Shape;639;p20"/>
                  <p:cNvSpPr/>
                  <p:nvPr/>
                </p:nvSpPr>
                <p:spPr>
                  <a:xfrm>
                    <a:off x="7512843" y="685800"/>
                    <a:ext cx="213931" cy="38861"/>
                  </a:xfrm>
                  <a:custGeom>
                    <a:rect b="b" l="l" r="r" t="t"/>
                    <a:pathLst>
                      <a:path extrusionOk="0" h="38861" w="213931">
                        <a:moveTo>
                          <a:pt x="213932" y="19431"/>
                        </a:moveTo>
                        <a:cubicBezTo>
                          <a:pt x="213932" y="30162"/>
                          <a:pt x="166042" y="38862"/>
                          <a:pt x="106966" y="38862"/>
                        </a:cubicBezTo>
                        <a:cubicBezTo>
                          <a:pt x="47891" y="38862"/>
                          <a:pt x="1" y="30162"/>
                          <a:pt x="1" y="19431"/>
                        </a:cubicBezTo>
                        <a:cubicBezTo>
                          <a:pt x="1" y="8700"/>
                          <a:pt x="47891" y="0"/>
                          <a:pt x="106966" y="0"/>
                        </a:cubicBezTo>
                        <a:cubicBezTo>
                          <a:pt x="166042" y="0"/>
                          <a:pt x="213932" y="8700"/>
                          <a:pt x="213932" y="19431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</p:grpSp>
      </p:grp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TITLE_ONLY_2">
    <p:spTree>
      <p:nvGrpSpPr>
        <p:cNvPr id="640" name="Shape 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Google Shape;641;p21"/>
          <p:cNvSpPr/>
          <p:nvPr/>
        </p:nvSpPr>
        <p:spPr>
          <a:xfrm flipH="1" rot="9076707">
            <a:off x="7972821" y="-586852"/>
            <a:ext cx="1683799" cy="1672812"/>
          </a:xfrm>
          <a:custGeom>
            <a:rect b="b" l="l" r="r" t="t"/>
            <a:pathLst>
              <a:path extrusionOk="0" h="30330" w="38869">
                <a:moveTo>
                  <a:pt x="24297" y="1"/>
                </a:moveTo>
                <a:cubicBezTo>
                  <a:pt x="23576" y="1"/>
                  <a:pt x="22813" y="81"/>
                  <a:pt x="22018" y="271"/>
                </a:cubicBezTo>
                <a:cubicBezTo>
                  <a:pt x="16904" y="1494"/>
                  <a:pt x="14626" y="5778"/>
                  <a:pt x="11611" y="8671"/>
                </a:cubicBezTo>
                <a:cubicBezTo>
                  <a:pt x="10032" y="10186"/>
                  <a:pt x="7766" y="10684"/>
                  <a:pt x="5916" y="11826"/>
                </a:cubicBezTo>
                <a:cubicBezTo>
                  <a:pt x="0" y="15481"/>
                  <a:pt x="539" y="24197"/>
                  <a:pt x="4874" y="27639"/>
                </a:cubicBezTo>
                <a:cubicBezTo>
                  <a:pt x="7150" y="29445"/>
                  <a:pt x="9815" y="30330"/>
                  <a:pt x="12976" y="30330"/>
                </a:cubicBezTo>
                <a:cubicBezTo>
                  <a:pt x="15025" y="30330"/>
                  <a:pt x="17282" y="29958"/>
                  <a:pt x="19778" y="29225"/>
                </a:cubicBezTo>
                <a:cubicBezTo>
                  <a:pt x="26123" y="27360"/>
                  <a:pt x="30656" y="26268"/>
                  <a:pt x="34763" y="20412"/>
                </a:cubicBezTo>
                <a:cubicBezTo>
                  <a:pt x="38869" y="14558"/>
                  <a:pt x="35544" y="6859"/>
                  <a:pt x="30907" y="2368"/>
                </a:cubicBezTo>
                <a:cubicBezTo>
                  <a:pt x="30907" y="2368"/>
                  <a:pt x="28215" y="1"/>
                  <a:pt x="24297" y="1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2" name="Google Shape;642;p21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643" name="Google Shape;643;p21"/>
          <p:cNvGrpSpPr/>
          <p:nvPr/>
        </p:nvGrpSpPr>
        <p:grpSpPr>
          <a:xfrm flipH="1">
            <a:off x="683048" y="4696520"/>
            <a:ext cx="325927" cy="404808"/>
            <a:chOff x="7385113" y="1535430"/>
            <a:chExt cx="435673" cy="541115"/>
          </a:xfrm>
        </p:grpSpPr>
        <p:sp>
          <p:nvSpPr>
            <p:cNvPr id="644" name="Google Shape;644;p21"/>
            <p:cNvSpPr/>
            <p:nvPr/>
          </p:nvSpPr>
          <p:spPr>
            <a:xfrm>
              <a:off x="7385113" y="1535430"/>
              <a:ext cx="435673" cy="541115"/>
            </a:xfrm>
            <a:custGeom>
              <a:rect b="b" l="l" r="r" t="t"/>
              <a:pathLst>
                <a:path extrusionOk="0" h="541115" w="435673">
                  <a:moveTo>
                    <a:pt x="394621" y="0"/>
                  </a:moveTo>
                  <a:cubicBezTo>
                    <a:pt x="417294" y="0"/>
                    <a:pt x="435674" y="18380"/>
                    <a:pt x="435674" y="41053"/>
                  </a:cubicBezTo>
                  <a:lnTo>
                    <a:pt x="435674" y="500062"/>
                  </a:lnTo>
                  <a:cubicBezTo>
                    <a:pt x="435674" y="522735"/>
                    <a:pt x="417294" y="541115"/>
                    <a:pt x="394621" y="541115"/>
                  </a:cubicBezTo>
                  <a:lnTo>
                    <a:pt x="41053" y="541115"/>
                  </a:lnTo>
                  <a:cubicBezTo>
                    <a:pt x="18380" y="541115"/>
                    <a:pt x="0" y="522735"/>
                    <a:pt x="0" y="500062"/>
                  </a:cubicBezTo>
                  <a:lnTo>
                    <a:pt x="0" y="41053"/>
                  </a:lnTo>
                  <a:cubicBezTo>
                    <a:pt x="0" y="18380"/>
                    <a:pt x="18380" y="0"/>
                    <a:pt x="4105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645" name="Google Shape;645;p21"/>
            <p:cNvGrpSpPr/>
            <p:nvPr/>
          </p:nvGrpSpPr>
          <p:grpSpPr>
            <a:xfrm>
              <a:off x="7612094" y="1566576"/>
              <a:ext cx="164781" cy="41529"/>
              <a:chOff x="7612094" y="1566576"/>
              <a:chExt cx="164781" cy="41529"/>
            </a:xfrm>
          </p:grpSpPr>
          <p:sp>
            <p:nvSpPr>
              <p:cNvPr id="646" name="Google Shape;646;p21"/>
              <p:cNvSpPr/>
              <p:nvPr/>
            </p:nvSpPr>
            <p:spPr>
              <a:xfrm>
                <a:off x="7735347" y="1566576"/>
                <a:ext cx="41528" cy="41529"/>
              </a:xfrm>
              <a:custGeom>
                <a:rect b="b" l="l" r="r" t="t"/>
                <a:pathLst>
                  <a:path extrusionOk="0" h="41529" w="41528">
                    <a:moveTo>
                      <a:pt x="41529" y="20765"/>
                    </a:moveTo>
                    <a:cubicBezTo>
                      <a:pt x="41529" y="32290"/>
                      <a:pt x="32195" y="41529"/>
                      <a:pt x="20764" y="41529"/>
                    </a:cubicBezTo>
                    <a:cubicBezTo>
                      <a:pt x="9335" y="41529"/>
                      <a:pt x="0" y="32194"/>
                      <a:pt x="0" y="20765"/>
                    </a:cubicBezTo>
                    <a:cubicBezTo>
                      <a:pt x="0" y="9334"/>
                      <a:pt x="9335" y="0"/>
                      <a:pt x="20764" y="0"/>
                    </a:cubicBezTo>
                    <a:cubicBezTo>
                      <a:pt x="32195" y="0"/>
                      <a:pt x="41529" y="9334"/>
                      <a:pt x="41529" y="20765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7" name="Google Shape;647;p21"/>
              <p:cNvSpPr/>
              <p:nvPr/>
            </p:nvSpPr>
            <p:spPr>
              <a:xfrm>
                <a:off x="7673721" y="1566576"/>
                <a:ext cx="41528" cy="41529"/>
              </a:xfrm>
              <a:custGeom>
                <a:rect b="b" l="l" r="r" t="t"/>
                <a:pathLst>
                  <a:path extrusionOk="0" h="41529" w="41528">
                    <a:moveTo>
                      <a:pt x="41529" y="20765"/>
                    </a:moveTo>
                    <a:cubicBezTo>
                      <a:pt x="41529" y="32290"/>
                      <a:pt x="32195" y="41529"/>
                      <a:pt x="20764" y="41529"/>
                    </a:cubicBezTo>
                    <a:cubicBezTo>
                      <a:pt x="9334" y="41529"/>
                      <a:pt x="0" y="32194"/>
                      <a:pt x="0" y="20765"/>
                    </a:cubicBezTo>
                    <a:cubicBezTo>
                      <a:pt x="0" y="9334"/>
                      <a:pt x="9334" y="0"/>
                      <a:pt x="20764" y="0"/>
                    </a:cubicBezTo>
                    <a:cubicBezTo>
                      <a:pt x="32195" y="0"/>
                      <a:pt x="41529" y="9334"/>
                      <a:pt x="41529" y="2076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8" name="Google Shape;648;p21"/>
              <p:cNvSpPr/>
              <p:nvPr/>
            </p:nvSpPr>
            <p:spPr>
              <a:xfrm>
                <a:off x="7612094" y="1566576"/>
                <a:ext cx="41529" cy="41529"/>
              </a:xfrm>
              <a:custGeom>
                <a:rect b="b" l="l" r="r" t="t"/>
                <a:pathLst>
                  <a:path extrusionOk="0" h="41529" w="41529">
                    <a:moveTo>
                      <a:pt x="41529" y="20765"/>
                    </a:moveTo>
                    <a:cubicBezTo>
                      <a:pt x="41529" y="32290"/>
                      <a:pt x="32195" y="41529"/>
                      <a:pt x="20764" y="41529"/>
                    </a:cubicBezTo>
                    <a:cubicBezTo>
                      <a:pt x="9335" y="41529"/>
                      <a:pt x="0" y="32194"/>
                      <a:pt x="0" y="20765"/>
                    </a:cubicBezTo>
                    <a:cubicBezTo>
                      <a:pt x="0" y="9334"/>
                      <a:pt x="9335" y="0"/>
                      <a:pt x="20764" y="0"/>
                    </a:cubicBezTo>
                    <a:cubicBezTo>
                      <a:pt x="32195" y="0"/>
                      <a:pt x="41529" y="9334"/>
                      <a:pt x="41529" y="20765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649" name="Google Shape;649;p21"/>
          <p:cNvGrpSpPr/>
          <p:nvPr/>
        </p:nvGrpSpPr>
        <p:grpSpPr>
          <a:xfrm flipH="1">
            <a:off x="713902" y="4774546"/>
            <a:ext cx="268636" cy="280965"/>
            <a:chOff x="7420451" y="1639728"/>
            <a:chExt cx="359091" cy="375571"/>
          </a:xfrm>
        </p:grpSpPr>
        <p:sp>
          <p:nvSpPr>
            <p:cNvPr id="650" name="Google Shape;650;p21"/>
            <p:cNvSpPr/>
            <p:nvPr/>
          </p:nvSpPr>
          <p:spPr>
            <a:xfrm>
              <a:off x="7420451" y="1852041"/>
              <a:ext cx="357473" cy="163258"/>
            </a:xfrm>
            <a:custGeom>
              <a:rect b="b" l="l" r="r" t="t"/>
              <a:pathLst>
                <a:path extrusionOk="0" h="163258" w="357473">
                  <a:moveTo>
                    <a:pt x="40196" y="72962"/>
                  </a:moveTo>
                  <a:lnTo>
                    <a:pt x="0" y="72962"/>
                  </a:lnTo>
                  <a:lnTo>
                    <a:pt x="0" y="90297"/>
                  </a:lnTo>
                  <a:lnTo>
                    <a:pt x="40196" y="90297"/>
                  </a:lnTo>
                  <a:lnTo>
                    <a:pt x="40196" y="72962"/>
                  </a:lnTo>
                  <a:close/>
                  <a:moveTo>
                    <a:pt x="185166" y="126778"/>
                  </a:moveTo>
                  <a:lnTo>
                    <a:pt x="294894" y="126778"/>
                  </a:lnTo>
                  <a:lnTo>
                    <a:pt x="294894" y="109347"/>
                  </a:lnTo>
                  <a:lnTo>
                    <a:pt x="185166" y="109347"/>
                  </a:lnTo>
                  <a:lnTo>
                    <a:pt x="185166" y="126778"/>
                  </a:lnTo>
                  <a:close/>
                  <a:moveTo>
                    <a:pt x="294894" y="0"/>
                  </a:moveTo>
                  <a:lnTo>
                    <a:pt x="38291" y="0"/>
                  </a:lnTo>
                  <a:lnTo>
                    <a:pt x="38291" y="17335"/>
                  </a:lnTo>
                  <a:lnTo>
                    <a:pt x="294894" y="17335"/>
                  </a:lnTo>
                  <a:lnTo>
                    <a:pt x="294894" y="0"/>
                  </a:lnTo>
                  <a:close/>
                  <a:moveTo>
                    <a:pt x="0" y="163259"/>
                  </a:moveTo>
                  <a:lnTo>
                    <a:pt x="99632" y="163259"/>
                  </a:lnTo>
                  <a:lnTo>
                    <a:pt x="99632" y="145828"/>
                  </a:lnTo>
                  <a:lnTo>
                    <a:pt x="0" y="145828"/>
                  </a:lnTo>
                  <a:lnTo>
                    <a:pt x="0" y="163259"/>
                  </a:lnTo>
                  <a:close/>
                  <a:moveTo>
                    <a:pt x="76581" y="36481"/>
                  </a:moveTo>
                  <a:lnTo>
                    <a:pt x="0" y="36481"/>
                  </a:lnTo>
                  <a:lnTo>
                    <a:pt x="0" y="53816"/>
                  </a:lnTo>
                  <a:lnTo>
                    <a:pt x="76581" y="53816"/>
                  </a:lnTo>
                  <a:lnTo>
                    <a:pt x="76581" y="36481"/>
                  </a:lnTo>
                  <a:close/>
                  <a:moveTo>
                    <a:pt x="52483" y="90297"/>
                  </a:moveTo>
                  <a:lnTo>
                    <a:pt x="207836" y="90297"/>
                  </a:lnTo>
                  <a:lnTo>
                    <a:pt x="207836" y="72962"/>
                  </a:lnTo>
                  <a:lnTo>
                    <a:pt x="52483" y="72962"/>
                  </a:lnTo>
                  <a:lnTo>
                    <a:pt x="52483" y="90297"/>
                  </a:lnTo>
                  <a:close/>
                  <a:moveTo>
                    <a:pt x="164402" y="109347"/>
                  </a:moveTo>
                  <a:lnTo>
                    <a:pt x="0" y="109347"/>
                  </a:lnTo>
                  <a:lnTo>
                    <a:pt x="0" y="126778"/>
                  </a:lnTo>
                  <a:lnTo>
                    <a:pt x="164402" y="126778"/>
                  </a:lnTo>
                  <a:lnTo>
                    <a:pt x="164402" y="109347"/>
                  </a:lnTo>
                  <a:close/>
                  <a:moveTo>
                    <a:pt x="220218" y="90297"/>
                  </a:moveTo>
                  <a:lnTo>
                    <a:pt x="357378" y="90297"/>
                  </a:lnTo>
                  <a:lnTo>
                    <a:pt x="357378" y="72962"/>
                  </a:lnTo>
                  <a:lnTo>
                    <a:pt x="220218" y="72962"/>
                  </a:lnTo>
                  <a:lnTo>
                    <a:pt x="220218" y="90297"/>
                  </a:lnTo>
                  <a:close/>
                  <a:moveTo>
                    <a:pt x="97441" y="53816"/>
                  </a:moveTo>
                  <a:lnTo>
                    <a:pt x="357474" y="53816"/>
                  </a:lnTo>
                  <a:lnTo>
                    <a:pt x="357474" y="36481"/>
                  </a:lnTo>
                  <a:lnTo>
                    <a:pt x="97441" y="36481"/>
                  </a:lnTo>
                  <a:lnTo>
                    <a:pt x="97441" y="53816"/>
                  </a:lnTo>
                  <a:close/>
                  <a:moveTo>
                    <a:pt x="305371" y="0"/>
                  </a:moveTo>
                  <a:lnTo>
                    <a:pt x="305371" y="17335"/>
                  </a:lnTo>
                  <a:lnTo>
                    <a:pt x="357378" y="17335"/>
                  </a:lnTo>
                  <a:lnTo>
                    <a:pt x="357378" y="0"/>
                  </a:lnTo>
                  <a:lnTo>
                    <a:pt x="305371" y="0"/>
                  </a:lnTo>
                  <a:close/>
                  <a:moveTo>
                    <a:pt x="315659" y="126778"/>
                  </a:moveTo>
                  <a:lnTo>
                    <a:pt x="357378" y="126778"/>
                  </a:lnTo>
                  <a:lnTo>
                    <a:pt x="357378" y="109347"/>
                  </a:lnTo>
                  <a:lnTo>
                    <a:pt x="315659" y="109347"/>
                  </a:lnTo>
                  <a:lnTo>
                    <a:pt x="315659" y="126778"/>
                  </a:lnTo>
                  <a:close/>
                  <a:moveTo>
                    <a:pt x="120396" y="163259"/>
                  </a:moveTo>
                  <a:lnTo>
                    <a:pt x="222981" y="163259"/>
                  </a:lnTo>
                  <a:lnTo>
                    <a:pt x="222981" y="145828"/>
                  </a:lnTo>
                  <a:lnTo>
                    <a:pt x="120396" y="145828"/>
                  </a:lnTo>
                  <a:lnTo>
                    <a:pt x="120396" y="163259"/>
                  </a:lnTo>
                  <a:close/>
                  <a:moveTo>
                    <a:pt x="235363" y="163259"/>
                  </a:moveTo>
                  <a:lnTo>
                    <a:pt x="313563" y="163259"/>
                  </a:lnTo>
                  <a:lnTo>
                    <a:pt x="313563" y="145828"/>
                  </a:lnTo>
                  <a:lnTo>
                    <a:pt x="235363" y="145828"/>
                  </a:lnTo>
                  <a:lnTo>
                    <a:pt x="235363" y="163259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1" name="Google Shape;651;p21"/>
            <p:cNvSpPr/>
            <p:nvPr/>
          </p:nvSpPr>
          <p:spPr>
            <a:xfrm>
              <a:off x="7425594" y="1639728"/>
              <a:ext cx="353948" cy="180117"/>
            </a:xfrm>
            <a:custGeom>
              <a:rect b="b" l="l" r="r" t="t"/>
              <a:pathLst>
                <a:path extrusionOk="0" h="180117" w="353948">
                  <a:moveTo>
                    <a:pt x="0" y="0"/>
                  </a:moveTo>
                  <a:lnTo>
                    <a:pt x="353949" y="0"/>
                  </a:lnTo>
                  <a:lnTo>
                    <a:pt x="353949" y="180118"/>
                  </a:lnTo>
                  <a:lnTo>
                    <a:pt x="0" y="180118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52" name="Google Shape;652;p21"/>
          <p:cNvGrpSpPr/>
          <p:nvPr/>
        </p:nvGrpSpPr>
        <p:grpSpPr>
          <a:xfrm flipH="1">
            <a:off x="96200" y="4469347"/>
            <a:ext cx="355444" cy="644072"/>
            <a:chOff x="1945386" y="5582316"/>
            <a:chExt cx="470725" cy="852963"/>
          </a:xfrm>
        </p:grpSpPr>
        <p:grpSp>
          <p:nvGrpSpPr>
            <p:cNvPr id="653" name="Google Shape;653;p21"/>
            <p:cNvGrpSpPr/>
            <p:nvPr/>
          </p:nvGrpSpPr>
          <p:grpSpPr>
            <a:xfrm>
              <a:off x="1945386" y="5582316"/>
              <a:ext cx="470725" cy="852963"/>
              <a:chOff x="1945386" y="5582316"/>
              <a:chExt cx="470725" cy="852963"/>
            </a:xfrm>
          </p:grpSpPr>
          <p:sp>
            <p:nvSpPr>
              <p:cNvPr id="654" name="Google Shape;654;p21"/>
              <p:cNvSpPr/>
              <p:nvPr/>
            </p:nvSpPr>
            <p:spPr>
              <a:xfrm>
                <a:off x="1945386" y="5582316"/>
                <a:ext cx="470725" cy="852963"/>
              </a:xfrm>
              <a:custGeom>
                <a:rect b="b" l="l" r="r" t="t"/>
                <a:pathLst>
                  <a:path extrusionOk="0" h="852963" w="470725">
                    <a:moveTo>
                      <a:pt x="435388" y="0"/>
                    </a:moveTo>
                    <a:cubicBezTo>
                      <a:pt x="454904" y="0"/>
                      <a:pt x="470726" y="15821"/>
                      <a:pt x="470726" y="35338"/>
                    </a:cubicBezTo>
                    <a:lnTo>
                      <a:pt x="470726" y="817626"/>
                    </a:lnTo>
                    <a:cubicBezTo>
                      <a:pt x="470726" y="837143"/>
                      <a:pt x="454904" y="852964"/>
                      <a:pt x="435388" y="852964"/>
                    </a:cubicBezTo>
                    <a:lnTo>
                      <a:pt x="35338" y="852964"/>
                    </a:lnTo>
                    <a:cubicBezTo>
                      <a:pt x="15821" y="852964"/>
                      <a:pt x="0" y="837143"/>
                      <a:pt x="0" y="817626"/>
                    </a:cubicBezTo>
                    <a:lnTo>
                      <a:pt x="0" y="35338"/>
                    </a:lnTo>
                    <a:cubicBezTo>
                      <a:pt x="0" y="15822"/>
                      <a:pt x="15821" y="0"/>
                      <a:pt x="35338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5" name="Google Shape;655;p21"/>
              <p:cNvSpPr/>
              <p:nvPr/>
            </p:nvSpPr>
            <p:spPr>
              <a:xfrm>
                <a:off x="1965864" y="5625846"/>
                <a:ext cx="429577" cy="699420"/>
              </a:xfrm>
              <a:custGeom>
                <a:rect b="b" l="l" r="r" t="t"/>
                <a:pathLst>
                  <a:path extrusionOk="0" h="699420" w="429577">
                    <a:moveTo>
                      <a:pt x="0" y="0"/>
                    </a:moveTo>
                    <a:lnTo>
                      <a:pt x="429578" y="0"/>
                    </a:lnTo>
                    <a:lnTo>
                      <a:pt x="429578" y="699421"/>
                    </a:lnTo>
                    <a:lnTo>
                      <a:pt x="0" y="69942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656" name="Google Shape;656;p21"/>
            <p:cNvSpPr/>
            <p:nvPr/>
          </p:nvSpPr>
          <p:spPr>
            <a:xfrm>
              <a:off x="1986438" y="6371462"/>
              <a:ext cx="388334" cy="32194"/>
            </a:xfrm>
            <a:custGeom>
              <a:rect b="b" l="l" r="r" t="t"/>
              <a:pathLst>
                <a:path extrusionOk="0" h="32194" w="388334">
                  <a:moveTo>
                    <a:pt x="88011" y="0"/>
                  </a:moveTo>
                  <a:lnTo>
                    <a:pt x="16097" y="0"/>
                  </a:lnTo>
                  <a:cubicBezTo>
                    <a:pt x="7239" y="0"/>
                    <a:pt x="0" y="7239"/>
                    <a:pt x="0" y="16097"/>
                  </a:cubicBezTo>
                  <a:cubicBezTo>
                    <a:pt x="0" y="24955"/>
                    <a:pt x="7239" y="32195"/>
                    <a:pt x="16097" y="32195"/>
                  </a:cubicBezTo>
                  <a:lnTo>
                    <a:pt x="88011" y="32195"/>
                  </a:lnTo>
                  <a:cubicBezTo>
                    <a:pt x="96869" y="32195"/>
                    <a:pt x="104108" y="24955"/>
                    <a:pt x="104108" y="16097"/>
                  </a:cubicBezTo>
                  <a:cubicBezTo>
                    <a:pt x="104108" y="7239"/>
                    <a:pt x="96869" y="0"/>
                    <a:pt x="88011" y="0"/>
                  </a:cubicBezTo>
                  <a:close/>
                  <a:moveTo>
                    <a:pt x="230124" y="0"/>
                  </a:moveTo>
                  <a:lnTo>
                    <a:pt x="158210" y="0"/>
                  </a:lnTo>
                  <a:cubicBezTo>
                    <a:pt x="149352" y="0"/>
                    <a:pt x="142113" y="7239"/>
                    <a:pt x="142113" y="16097"/>
                  </a:cubicBezTo>
                  <a:cubicBezTo>
                    <a:pt x="142113" y="24955"/>
                    <a:pt x="149352" y="32195"/>
                    <a:pt x="158210" y="32195"/>
                  </a:cubicBezTo>
                  <a:lnTo>
                    <a:pt x="230124" y="32195"/>
                  </a:lnTo>
                  <a:cubicBezTo>
                    <a:pt x="238982" y="32195"/>
                    <a:pt x="246221" y="24955"/>
                    <a:pt x="246221" y="16097"/>
                  </a:cubicBezTo>
                  <a:cubicBezTo>
                    <a:pt x="246221" y="7239"/>
                    <a:pt x="238982" y="0"/>
                    <a:pt x="230124" y="0"/>
                  </a:cubicBezTo>
                  <a:close/>
                  <a:moveTo>
                    <a:pt x="372237" y="0"/>
                  </a:moveTo>
                  <a:lnTo>
                    <a:pt x="300323" y="0"/>
                  </a:lnTo>
                  <a:cubicBezTo>
                    <a:pt x="291465" y="0"/>
                    <a:pt x="284226" y="7239"/>
                    <a:pt x="284226" y="16097"/>
                  </a:cubicBezTo>
                  <a:cubicBezTo>
                    <a:pt x="284226" y="24955"/>
                    <a:pt x="291465" y="32195"/>
                    <a:pt x="300323" y="32195"/>
                  </a:cubicBezTo>
                  <a:lnTo>
                    <a:pt x="372237" y="32195"/>
                  </a:lnTo>
                  <a:cubicBezTo>
                    <a:pt x="381095" y="32195"/>
                    <a:pt x="388334" y="24955"/>
                    <a:pt x="388334" y="16097"/>
                  </a:cubicBezTo>
                  <a:cubicBezTo>
                    <a:pt x="388334" y="7239"/>
                    <a:pt x="381095" y="0"/>
                    <a:pt x="37223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57" name="Google Shape;657;p21"/>
          <p:cNvGrpSpPr/>
          <p:nvPr/>
        </p:nvGrpSpPr>
        <p:grpSpPr>
          <a:xfrm>
            <a:off x="7975988" y="116167"/>
            <a:ext cx="1061979" cy="558999"/>
            <a:chOff x="3859815" y="2867310"/>
            <a:chExt cx="1262157" cy="664368"/>
          </a:xfrm>
        </p:grpSpPr>
        <p:sp>
          <p:nvSpPr>
            <p:cNvPr id="658" name="Google Shape;658;p21"/>
            <p:cNvSpPr/>
            <p:nvPr/>
          </p:nvSpPr>
          <p:spPr>
            <a:xfrm>
              <a:off x="3859815" y="2867310"/>
              <a:ext cx="1262157" cy="664368"/>
            </a:xfrm>
            <a:custGeom>
              <a:rect b="b" l="l" r="r" t="t"/>
              <a:pathLst>
                <a:path extrusionOk="0" h="664368" w="1262157">
                  <a:moveTo>
                    <a:pt x="1102233" y="344424"/>
                  </a:moveTo>
                  <a:cubicBezTo>
                    <a:pt x="1090231" y="344424"/>
                    <a:pt x="1078611" y="345757"/>
                    <a:pt x="1067372" y="348234"/>
                  </a:cubicBezTo>
                  <a:cubicBezTo>
                    <a:pt x="1048131" y="223838"/>
                    <a:pt x="945166" y="127159"/>
                    <a:pt x="817816" y="117348"/>
                  </a:cubicBezTo>
                  <a:cubicBezTo>
                    <a:pt x="756856" y="45625"/>
                    <a:pt x="666083" y="0"/>
                    <a:pt x="564547" y="0"/>
                  </a:cubicBezTo>
                  <a:cubicBezTo>
                    <a:pt x="398526" y="0"/>
                    <a:pt x="260890" y="121825"/>
                    <a:pt x="236220" y="280988"/>
                  </a:cubicBezTo>
                  <a:cubicBezTo>
                    <a:pt x="222599" y="277939"/>
                    <a:pt x="208502" y="276320"/>
                    <a:pt x="194024" y="276320"/>
                  </a:cubicBezTo>
                  <a:cubicBezTo>
                    <a:pt x="86868" y="276320"/>
                    <a:pt x="0" y="363188"/>
                    <a:pt x="0" y="470345"/>
                  </a:cubicBezTo>
                  <a:cubicBezTo>
                    <a:pt x="0" y="577501"/>
                    <a:pt x="86868" y="664369"/>
                    <a:pt x="194024" y="664369"/>
                  </a:cubicBezTo>
                  <a:lnTo>
                    <a:pt x="1102138" y="664369"/>
                  </a:lnTo>
                  <a:cubicBezTo>
                    <a:pt x="1190530" y="664369"/>
                    <a:pt x="1262158" y="592741"/>
                    <a:pt x="1262158" y="504349"/>
                  </a:cubicBezTo>
                  <a:cubicBezTo>
                    <a:pt x="1262158" y="415957"/>
                    <a:pt x="1190530" y="344329"/>
                    <a:pt x="1102138" y="344329"/>
                  </a:cubicBezTo>
                  <a:close/>
                </a:path>
              </a:pathLst>
            </a:custGeom>
            <a:solidFill>
              <a:srgbClr val="42444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659" name="Google Shape;659;p21"/>
            <p:cNvGrpSpPr/>
            <p:nvPr/>
          </p:nvGrpSpPr>
          <p:grpSpPr>
            <a:xfrm>
              <a:off x="4275677" y="3065525"/>
              <a:ext cx="334517" cy="380047"/>
              <a:chOff x="4275677" y="3065525"/>
              <a:chExt cx="334517" cy="380047"/>
            </a:xfrm>
          </p:grpSpPr>
          <p:grpSp>
            <p:nvGrpSpPr>
              <p:cNvPr id="660" name="Google Shape;660;p21"/>
              <p:cNvGrpSpPr/>
              <p:nvPr/>
            </p:nvGrpSpPr>
            <p:grpSpPr>
              <a:xfrm>
                <a:off x="4275677" y="3065525"/>
                <a:ext cx="334517" cy="380047"/>
                <a:chOff x="4275677" y="3065525"/>
                <a:chExt cx="334517" cy="380047"/>
              </a:xfrm>
            </p:grpSpPr>
            <p:grpSp>
              <p:nvGrpSpPr>
                <p:cNvPr id="661" name="Google Shape;661;p21"/>
                <p:cNvGrpSpPr/>
                <p:nvPr/>
              </p:nvGrpSpPr>
              <p:grpSpPr>
                <a:xfrm>
                  <a:off x="4275677" y="3301269"/>
                  <a:ext cx="334422" cy="144303"/>
                  <a:chOff x="4275677" y="3301269"/>
                  <a:chExt cx="334422" cy="144303"/>
                </a:xfrm>
              </p:grpSpPr>
              <p:sp>
                <p:nvSpPr>
                  <p:cNvPr id="662" name="Google Shape;662;p21"/>
                  <p:cNvSpPr/>
                  <p:nvPr/>
                </p:nvSpPr>
                <p:spPr>
                  <a:xfrm>
                    <a:off x="4275677" y="3331654"/>
                    <a:ext cx="334422" cy="113918"/>
                  </a:xfrm>
                  <a:custGeom>
                    <a:rect b="b" l="l" r="r" t="t"/>
                    <a:pathLst>
                      <a:path extrusionOk="0" h="113918" w="334422">
                        <a:moveTo>
                          <a:pt x="95" y="0"/>
                        </a:moveTo>
                        <a:lnTo>
                          <a:pt x="95" y="83534"/>
                        </a:lnTo>
                        <a:cubicBezTo>
                          <a:pt x="95" y="100298"/>
                          <a:pt x="74962" y="113919"/>
                          <a:pt x="167259" y="113919"/>
                        </a:cubicBezTo>
                        <a:cubicBezTo>
                          <a:pt x="259556" y="113919"/>
                          <a:pt x="334423" y="100298"/>
                          <a:pt x="334423" y="83534"/>
                        </a:cubicBezTo>
                        <a:lnTo>
                          <a:pt x="334423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CFD3D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63" name="Google Shape;663;p21"/>
                  <p:cNvSpPr/>
                  <p:nvPr/>
                </p:nvSpPr>
                <p:spPr>
                  <a:xfrm>
                    <a:off x="4275772" y="3301269"/>
                    <a:ext cx="334327" cy="60769"/>
                  </a:xfrm>
                  <a:custGeom>
                    <a:rect b="b" l="l" r="r" t="t"/>
                    <a:pathLst>
                      <a:path extrusionOk="0" h="60769" w="334327">
                        <a:moveTo>
                          <a:pt x="334328" y="30385"/>
                        </a:moveTo>
                        <a:cubicBezTo>
                          <a:pt x="334328" y="47166"/>
                          <a:pt x="259486" y="60770"/>
                          <a:pt x="167164" y="60770"/>
                        </a:cubicBezTo>
                        <a:cubicBezTo>
                          <a:pt x="74842" y="60770"/>
                          <a:pt x="0" y="47166"/>
                          <a:pt x="0" y="30385"/>
                        </a:cubicBezTo>
                        <a:cubicBezTo>
                          <a:pt x="0" y="13604"/>
                          <a:pt x="74842" y="0"/>
                          <a:pt x="167164" y="0"/>
                        </a:cubicBezTo>
                        <a:cubicBezTo>
                          <a:pt x="259486" y="0"/>
                          <a:pt x="334328" y="13604"/>
                          <a:pt x="334328" y="30385"/>
                        </a:cubicBezTo>
                        <a:close/>
                      </a:path>
                    </a:pathLst>
                  </a:custGeom>
                  <a:solidFill>
                    <a:srgbClr val="E6EAF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664" name="Google Shape;664;p21"/>
                <p:cNvGrpSpPr/>
                <p:nvPr/>
              </p:nvGrpSpPr>
              <p:grpSpPr>
                <a:xfrm>
                  <a:off x="4275677" y="3183350"/>
                  <a:ext cx="334422" cy="144302"/>
                  <a:chOff x="4275677" y="3183350"/>
                  <a:chExt cx="334422" cy="144302"/>
                </a:xfrm>
              </p:grpSpPr>
              <p:sp>
                <p:nvSpPr>
                  <p:cNvPr id="665" name="Google Shape;665;p21"/>
                  <p:cNvSpPr/>
                  <p:nvPr/>
                </p:nvSpPr>
                <p:spPr>
                  <a:xfrm>
                    <a:off x="4275677" y="3213734"/>
                    <a:ext cx="334422" cy="113918"/>
                  </a:xfrm>
                  <a:custGeom>
                    <a:rect b="b" l="l" r="r" t="t"/>
                    <a:pathLst>
                      <a:path extrusionOk="0" h="113918" w="334422">
                        <a:moveTo>
                          <a:pt x="95" y="0"/>
                        </a:moveTo>
                        <a:lnTo>
                          <a:pt x="95" y="83534"/>
                        </a:lnTo>
                        <a:cubicBezTo>
                          <a:pt x="95" y="100298"/>
                          <a:pt x="74962" y="113919"/>
                          <a:pt x="167259" y="113919"/>
                        </a:cubicBezTo>
                        <a:cubicBezTo>
                          <a:pt x="259556" y="113919"/>
                          <a:pt x="334423" y="100298"/>
                          <a:pt x="334423" y="83534"/>
                        </a:cubicBezTo>
                        <a:lnTo>
                          <a:pt x="334423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CFD3D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66" name="Google Shape;666;p21"/>
                  <p:cNvSpPr/>
                  <p:nvPr/>
                </p:nvSpPr>
                <p:spPr>
                  <a:xfrm>
                    <a:off x="4275772" y="3183350"/>
                    <a:ext cx="334327" cy="60769"/>
                  </a:xfrm>
                  <a:custGeom>
                    <a:rect b="b" l="l" r="r" t="t"/>
                    <a:pathLst>
                      <a:path extrusionOk="0" h="60769" w="334327">
                        <a:moveTo>
                          <a:pt x="334328" y="30385"/>
                        </a:moveTo>
                        <a:cubicBezTo>
                          <a:pt x="334328" y="47166"/>
                          <a:pt x="259486" y="60769"/>
                          <a:pt x="167164" y="60769"/>
                        </a:cubicBezTo>
                        <a:cubicBezTo>
                          <a:pt x="74842" y="60769"/>
                          <a:pt x="0" y="47166"/>
                          <a:pt x="0" y="30385"/>
                        </a:cubicBezTo>
                        <a:cubicBezTo>
                          <a:pt x="0" y="13604"/>
                          <a:pt x="74842" y="0"/>
                          <a:pt x="167164" y="0"/>
                        </a:cubicBezTo>
                        <a:cubicBezTo>
                          <a:pt x="259486" y="0"/>
                          <a:pt x="334328" y="13604"/>
                          <a:pt x="334328" y="30385"/>
                        </a:cubicBezTo>
                        <a:close/>
                      </a:path>
                    </a:pathLst>
                  </a:custGeom>
                  <a:solidFill>
                    <a:srgbClr val="E6EAF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667" name="Google Shape;667;p21"/>
                <p:cNvGrpSpPr/>
                <p:nvPr/>
              </p:nvGrpSpPr>
              <p:grpSpPr>
                <a:xfrm>
                  <a:off x="4275677" y="3065525"/>
                  <a:ext cx="334517" cy="144303"/>
                  <a:chOff x="4275677" y="3065525"/>
                  <a:chExt cx="334517" cy="144303"/>
                </a:xfrm>
              </p:grpSpPr>
              <p:sp>
                <p:nvSpPr>
                  <p:cNvPr id="668" name="Google Shape;668;p21"/>
                  <p:cNvSpPr/>
                  <p:nvPr/>
                </p:nvSpPr>
                <p:spPr>
                  <a:xfrm>
                    <a:off x="4275677" y="3095910"/>
                    <a:ext cx="334422" cy="113918"/>
                  </a:xfrm>
                  <a:custGeom>
                    <a:rect b="b" l="l" r="r" t="t"/>
                    <a:pathLst>
                      <a:path extrusionOk="0" h="113918" w="334422">
                        <a:moveTo>
                          <a:pt x="95" y="0"/>
                        </a:moveTo>
                        <a:lnTo>
                          <a:pt x="95" y="83534"/>
                        </a:lnTo>
                        <a:cubicBezTo>
                          <a:pt x="95" y="100298"/>
                          <a:pt x="74962" y="113919"/>
                          <a:pt x="167259" y="113919"/>
                        </a:cubicBezTo>
                        <a:cubicBezTo>
                          <a:pt x="259556" y="113919"/>
                          <a:pt x="334423" y="100298"/>
                          <a:pt x="334423" y="83534"/>
                        </a:cubicBezTo>
                        <a:lnTo>
                          <a:pt x="334423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CFD3D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69" name="Google Shape;669;p21"/>
                  <p:cNvSpPr/>
                  <p:nvPr/>
                </p:nvSpPr>
                <p:spPr>
                  <a:xfrm>
                    <a:off x="4275867" y="3065525"/>
                    <a:ext cx="334327" cy="60769"/>
                  </a:xfrm>
                  <a:custGeom>
                    <a:rect b="b" l="l" r="r" t="t"/>
                    <a:pathLst>
                      <a:path extrusionOk="0" h="60769" w="334327">
                        <a:moveTo>
                          <a:pt x="334328" y="30385"/>
                        </a:moveTo>
                        <a:cubicBezTo>
                          <a:pt x="334328" y="47149"/>
                          <a:pt x="259461" y="60770"/>
                          <a:pt x="167164" y="60770"/>
                        </a:cubicBezTo>
                        <a:cubicBezTo>
                          <a:pt x="74866" y="60770"/>
                          <a:pt x="0" y="47149"/>
                          <a:pt x="0" y="30385"/>
                        </a:cubicBezTo>
                        <a:cubicBezTo>
                          <a:pt x="0" y="13621"/>
                          <a:pt x="74866" y="0"/>
                          <a:pt x="167164" y="0"/>
                        </a:cubicBezTo>
                        <a:cubicBezTo>
                          <a:pt x="259461" y="0"/>
                          <a:pt x="334328" y="13621"/>
                          <a:pt x="334328" y="30385"/>
                        </a:cubicBezTo>
                        <a:close/>
                      </a:path>
                    </a:pathLst>
                  </a:custGeom>
                  <a:solidFill>
                    <a:srgbClr val="E6EAF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670" name="Google Shape;670;p21"/>
              <p:cNvSpPr/>
              <p:nvPr/>
            </p:nvSpPr>
            <p:spPr>
              <a:xfrm>
                <a:off x="4529994" y="3140487"/>
                <a:ext cx="38100" cy="38100"/>
              </a:xfrm>
              <a:custGeom>
                <a:rect b="b" l="l" r="r" t="t"/>
                <a:pathLst>
                  <a:path extrusionOk="0" h="38100" w="38100">
                    <a:moveTo>
                      <a:pt x="38100" y="19050"/>
                    </a:moveTo>
                    <a:cubicBezTo>
                      <a:pt x="38100" y="29623"/>
                      <a:pt x="29528" y="38100"/>
                      <a:pt x="19050" y="38100"/>
                    </a:cubicBezTo>
                    <a:cubicBezTo>
                      <a:pt x="8572" y="38100"/>
                      <a:pt x="0" y="29528"/>
                      <a:pt x="0" y="19050"/>
                    </a:cubicBezTo>
                    <a:cubicBezTo>
                      <a:pt x="0" y="8572"/>
                      <a:pt x="8572" y="0"/>
                      <a:pt x="19050" y="0"/>
                    </a:cubicBezTo>
                    <a:cubicBezTo>
                      <a:pt x="29528" y="0"/>
                      <a:pt x="38100" y="8572"/>
                      <a:pt x="38100" y="19050"/>
                    </a:cubicBezTo>
                    <a:close/>
                  </a:path>
                </a:pathLst>
              </a:custGeom>
              <a:solidFill>
                <a:srgbClr val="55C0E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1" name="Google Shape;671;p21"/>
              <p:cNvSpPr/>
              <p:nvPr/>
            </p:nvSpPr>
            <p:spPr>
              <a:xfrm>
                <a:off x="4529994" y="3256216"/>
                <a:ext cx="38100" cy="38100"/>
              </a:xfrm>
              <a:custGeom>
                <a:rect b="b" l="l" r="r" t="t"/>
                <a:pathLst>
                  <a:path extrusionOk="0" h="38100" w="38100">
                    <a:moveTo>
                      <a:pt x="38100" y="19050"/>
                    </a:moveTo>
                    <a:cubicBezTo>
                      <a:pt x="38100" y="29623"/>
                      <a:pt x="29528" y="38100"/>
                      <a:pt x="19050" y="38100"/>
                    </a:cubicBezTo>
                    <a:cubicBezTo>
                      <a:pt x="8572" y="38100"/>
                      <a:pt x="0" y="29528"/>
                      <a:pt x="0" y="19050"/>
                    </a:cubicBezTo>
                    <a:cubicBezTo>
                      <a:pt x="0" y="8573"/>
                      <a:pt x="8572" y="0"/>
                      <a:pt x="19050" y="0"/>
                    </a:cubicBezTo>
                    <a:cubicBezTo>
                      <a:pt x="29528" y="0"/>
                      <a:pt x="38100" y="8573"/>
                      <a:pt x="38100" y="19050"/>
                    </a:cubicBezTo>
                    <a:close/>
                  </a:path>
                </a:pathLst>
              </a:custGeom>
              <a:solidFill>
                <a:srgbClr val="E6EAF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2" name="Google Shape;672;p21"/>
              <p:cNvSpPr/>
              <p:nvPr/>
            </p:nvSpPr>
            <p:spPr>
              <a:xfrm>
                <a:off x="4529994" y="3377088"/>
                <a:ext cx="38100" cy="38100"/>
              </a:xfrm>
              <a:custGeom>
                <a:rect b="b" l="l" r="r" t="t"/>
                <a:pathLst>
                  <a:path extrusionOk="0" h="38100" w="38100">
                    <a:moveTo>
                      <a:pt x="38100" y="19050"/>
                    </a:moveTo>
                    <a:cubicBezTo>
                      <a:pt x="38100" y="29623"/>
                      <a:pt x="29528" y="38100"/>
                      <a:pt x="19050" y="38100"/>
                    </a:cubicBezTo>
                    <a:cubicBezTo>
                      <a:pt x="8572" y="38100"/>
                      <a:pt x="0" y="29528"/>
                      <a:pt x="0" y="19050"/>
                    </a:cubicBezTo>
                    <a:cubicBezTo>
                      <a:pt x="0" y="8573"/>
                      <a:pt x="8572" y="0"/>
                      <a:pt x="19050" y="0"/>
                    </a:cubicBezTo>
                    <a:cubicBezTo>
                      <a:pt x="29528" y="0"/>
                      <a:pt x="38100" y="8573"/>
                      <a:pt x="38100" y="19050"/>
                    </a:cubicBezTo>
                    <a:close/>
                  </a:path>
                </a:pathLst>
              </a:custGeom>
              <a:solidFill>
                <a:srgbClr val="E6EAF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673" name="Google Shape;673;p21"/>
          <p:cNvGrpSpPr/>
          <p:nvPr/>
        </p:nvGrpSpPr>
        <p:grpSpPr>
          <a:xfrm flipH="1" rot="5400000">
            <a:off x="557972" y="4696603"/>
            <a:ext cx="16329" cy="218290"/>
            <a:chOff x="10809827" y="4402455"/>
            <a:chExt cx="24764" cy="330993"/>
          </a:xfrm>
        </p:grpSpPr>
        <p:sp>
          <p:nvSpPr>
            <p:cNvPr id="674" name="Google Shape;674;p21"/>
            <p:cNvSpPr/>
            <p:nvPr/>
          </p:nvSpPr>
          <p:spPr>
            <a:xfrm>
              <a:off x="10822209" y="4414266"/>
              <a:ext cx="9525" cy="307467"/>
            </a:xfrm>
            <a:custGeom>
              <a:rect b="b" l="l" r="r" t="t"/>
              <a:pathLst>
                <a:path extrusionOk="0" h="307467" w="9525">
                  <a:moveTo>
                    <a:pt x="-1" y="307467"/>
                  </a:moveTo>
                  <a:lnTo>
                    <a:pt x="-1" y="0"/>
                  </a:lnTo>
                </a:path>
              </a:pathLst>
            </a:custGeom>
            <a:solidFill>
              <a:schemeClr val="accent4"/>
            </a:solidFill>
            <a:ln cap="flat" cmpd="sng" w="10950">
              <a:solidFill>
                <a:schemeClr val="accent4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5" name="Google Shape;675;p21"/>
            <p:cNvSpPr/>
            <p:nvPr/>
          </p:nvSpPr>
          <p:spPr>
            <a:xfrm>
              <a:off x="10809827" y="4708683"/>
              <a:ext cx="24764" cy="24765"/>
            </a:xfrm>
            <a:custGeom>
              <a:rect b="b" l="l" r="r" t="t"/>
              <a:pathLst>
                <a:path extrusionOk="0" h="24765" w="24764">
                  <a:moveTo>
                    <a:pt x="24765" y="12382"/>
                  </a:moveTo>
                  <a:cubicBezTo>
                    <a:pt x="24765" y="19240"/>
                    <a:pt x="19241" y="24765"/>
                    <a:pt x="12382" y="24765"/>
                  </a:cubicBezTo>
                  <a:cubicBezTo>
                    <a:pt x="5524" y="24765"/>
                    <a:pt x="0" y="19240"/>
                    <a:pt x="0" y="12382"/>
                  </a:cubicBezTo>
                  <a:cubicBezTo>
                    <a:pt x="0" y="5524"/>
                    <a:pt x="5524" y="0"/>
                    <a:pt x="12382" y="0"/>
                  </a:cubicBezTo>
                  <a:cubicBezTo>
                    <a:pt x="19241" y="0"/>
                    <a:pt x="24765" y="5524"/>
                    <a:pt x="24765" y="12382"/>
                  </a:cubicBezTo>
                  <a:close/>
                </a:path>
              </a:pathLst>
            </a:cu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6" name="Google Shape;676;p21"/>
            <p:cNvSpPr/>
            <p:nvPr/>
          </p:nvSpPr>
          <p:spPr>
            <a:xfrm>
              <a:off x="10809827" y="4402455"/>
              <a:ext cx="24764" cy="24764"/>
            </a:xfrm>
            <a:custGeom>
              <a:rect b="b" l="l" r="r" t="t"/>
              <a:pathLst>
                <a:path extrusionOk="0" h="24764" w="24764">
                  <a:moveTo>
                    <a:pt x="24765" y="12382"/>
                  </a:moveTo>
                  <a:cubicBezTo>
                    <a:pt x="24765" y="5524"/>
                    <a:pt x="19241" y="0"/>
                    <a:pt x="12382" y="0"/>
                  </a:cubicBezTo>
                  <a:cubicBezTo>
                    <a:pt x="5524" y="0"/>
                    <a:pt x="0" y="5524"/>
                    <a:pt x="0" y="12382"/>
                  </a:cubicBezTo>
                  <a:cubicBezTo>
                    <a:pt x="0" y="19240"/>
                    <a:pt x="5524" y="24765"/>
                    <a:pt x="12382" y="24765"/>
                  </a:cubicBezTo>
                  <a:cubicBezTo>
                    <a:pt x="19241" y="24765"/>
                    <a:pt x="24765" y="19240"/>
                    <a:pt x="24765" y="12382"/>
                  </a:cubicBezTo>
                  <a:close/>
                </a:path>
              </a:pathLst>
            </a:cu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77" name="Google Shape;677;p21"/>
          <p:cNvSpPr/>
          <p:nvPr/>
        </p:nvSpPr>
        <p:spPr>
          <a:xfrm rot="-532595">
            <a:off x="7984139" y="4422751"/>
            <a:ext cx="1661199" cy="1343241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8" name="Google Shape;678;p21"/>
          <p:cNvSpPr/>
          <p:nvPr/>
        </p:nvSpPr>
        <p:spPr>
          <a:xfrm flipH="1" rot="-5145822">
            <a:off x="-1235221" y="72085"/>
            <a:ext cx="2404292" cy="1318592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3_1">
    <p:spTree>
      <p:nvGrpSpPr>
        <p:cNvPr id="679" name="Shape 6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0" name="Google Shape;680;p22"/>
          <p:cNvSpPr txBox="1"/>
          <p:nvPr>
            <p:ph type="title"/>
          </p:nvPr>
        </p:nvSpPr>
        <p:spPr>
          <a:xfrm>
            <a:off x="2347938" y="997200"/>
            <a:ext cx="4448100" cy="105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85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681" name="Google Shape;681;p22"/>
          <p:cNvSpPr txBox="1"/>
          <p:nvPr>
            <p:ph idx="1" type="subTitle"/>
          </p:nvPr>
        </p:nvSpPr>
        <p:spPr>
          <a:xfrm>
            <a:off x="2347900" y="1841450"/>
            <a:ext cx="4448100" cy="105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682" name="Google Shape;682;p22"/>
          <p:cNvSpPr txBox="1"/>
          <p:nvPr/>
        </p:nvSpPr>
        <p:spPr>
          <a:xfrm>
            <a:off x="2099100" y="3611950"/>
            <a:ext cx="4945800" cy="5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3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CREDITS:</a:t>
            </a:r>
            <a:r>
              <a:rPr lang="en"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This presentation template was created by </a:t>
            </a:r>
            <a:r>
              <a:rPr b="1" lang="en" sz="1200" u="sng">
                <a:solidFill>
                  <a:schemeClr val="hlink"/>
                </a:solidFill>
                <a:latin typeface="Open Sans"/>
                <a:ea typeface="Open Sans"/>
                <a:cs typeface="Open Sans"/>
                <a:sym typeface="Open Sans"/>
                <a:hlinkClick r:id="rId2"/>
              </a:rPr>
              <a:t>Slidesgo</a:t>
            </a:r>
            <a:r>
              <a:rPr lang="en"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, and includes icons, infographics &amp; images by </a:t>
            </a:r>
            <a:r>
              <a:rPr b="1" lang="en" sz="1200" u="sng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lang="en" sz="1200" u="sng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endParaRPr b="1" sz="1200" u="sng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83" name="Google Shape;683;p22"/>
          <p:cNvSpPr/>
          <p:nvPr/>
        </p:nvSpPr>
        <p:spPr>
          <a:xfrm flipH="1" rot="-2493044">
            <a:off x="-1086706" y="-570280"/>
            <a:ext cx="2902912" cy="2347287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4" name="Google Shape;684;p22"/>
          <p:cNvSpPr/>
          <p:nvPr/>
        </p:nvSpPr>
        <p:spPr>
          <a:xfrm flipH="1" rot="-5051288">
            <a:off x="7227752" y="3451481"/>
            <a:ext cx="2997828" cy="2576307"/>
          </a:xfrm>
          <a:custGeom>
            <a:rect b="b" l="l" r="r" t="t"/>
            <a:pathLst>
              <a:path extrusionOk="0" h="30330" w="38869">
                <a:moveTo>
                  <a:pt x="24297" y="1"/>
                </a:moveTo>
                <a:cubicBezTo>
                  <a:pt x="23576" y="1"/>
                  <a:pt x="22813" y="81"/>
                  <a:pt x="22018" y="271"/>
                </a:cubicBezTo>
                <a:cubicBezTo>
                  <a:pt x="16904" y="1494"/>
                  <a:pt x="14626" y="5778"/>
                  <a:pt x="11611" y="8671"/>
                </a:cubicBezTo>
                <a:cubicBezTo>
                  <a:pt x="10032" y="10186"/>
                  <a:pt x="7766" y="10684"/>
                  <a:pt x="5916" y="11826"/>
                </a:cubicBezTo>
                <a:cubicBezTo>
                  <a:pt x="0" y="15481"/>
                  <a:pt x="539" y="24197"/>
                  <a:pt x="4874" y="27639"/>
                </a:cubicBezTo>
                <a:cubicBezTo>
                  <a:pt x="7150" y="29445"/>
                  <a:pt x="9815" y="30330"/>
                  <a:pt x="12976" y="30330"/>
                </a:cubicBezTo>
                <a:cubicBezTo>
                  <a:pt x="15025" y="30330"/>
                  <a:pt x="17282" y="29958"/>
                  <a:pt x="19778" y="29225"/>
                </a:cubicBezTo>
                <a:cubicBezTo>
                  <a:pt x="26123" y="27360"/>
                  <a:pt x="30656" y="26268"/>
                  <a:pt x="34763" y="20412"/>
                </a:cubicBezTo>
                <a:cubicBezTo>
                  <a:pt x="38869" y="14558"/>
                  <a:pt x="35544" y="6859"/>
                  <a:pt x="30907" y="2368"/>
                </a:cubicBezTo>
                <a:cubicBezTo>
                  <a:pt x="30907" y="2368"/>
                  <a:pt x="28215" y="1"/>
                  <a:pt x="24297" y="1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5" name="Google Shape;685;p22"/>
          <p:cNvSpPr/>
          <p:nvPr/>
        </p:nvSpPr>
        <p:spPr>
          <a:xfrm flipH="1" rot="460638">
            <a:off x="178423" y="3742788"/>
            <a:ext cx="1359611" cy="1222555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6" name="Google Shape;686;p22"/>
          <p:cNvSpPr/>
          <p:nvPr/>
        </p:nvSpPr>
        <p:spPr>
          <a:xfrm flipH="1" rot="460623">
            <a:off x="6683138" y="-2074210"/>
            <a:ext cx="4087061" cy="3304707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9">
    <p:spTree>
      <p:nvGrpSpPr>
        <p:cNvPr id="687" name="Shape 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" name="Google Shape;688;p23"/>
          <p:cNvSpPr/>
          <p:nvPr/>
        </p:nvSpPr>
        <p:spPr>
          <a:xfrm flipH="1" rot="-1900174">
            <a:off x="-500059" y="-436065"/>
            <a:ext cx="1729608" cy="1398556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9" name="Google Shape;689;p23"/>
          <p:cNvSpPr/>
          <p:nvPr/>
        </p:nvSpPr>
        <p:spPr>
          <a:xfrm flipH="1" rot="-3263452">
            <a:off x="5847147" y="3927927"/>
            <a:ext cx="2997856" cy="2576292"/>
          </a:xfrm>
          <a:custGeom>
            <a:rect b="b" l="l" r="r" t="t"/>
            <a:pathLst>
              <a:path extrusionOk="0" h="30330" w="38869">
                <a:moveTo>
                  <a:pt x="24297" y="1"/>
                </a:moveTo>
                <a:cubicBezTo>
                  <a:pt x="23576" y="1"/>
                  <a:pt x="22813" y="81"/>
                  <a:pt x="22018" y="271"/>
                </a:cubicBezTo>
                <a:cubicBezTo>
                  <a:pt x="16904" y="1494"/>
                  <a:pt x="14626" y="5778"/>
                  <a:pt x="11611" y="8671"/>
                </a:cubicBezTo>
                <a:cubicBezTo>
                  <a:pt x="10032" y="10186"/>
                  <a:pt x="7766" y="10684"/>
                  <a:pt x="5916" y="11826"/>
                </a:cubicBezTo>
                <a:cubicBezTo>
                  <a:pt x="0" y="15481"/>
                  <a:pt x="539" y="24197"/>
                  <a:pt x="4874" y="27639"/>
                </a:cubicBezTo>
                <a:cubicBezTo>
                  <a:pt x="7150" y="29445"/>
                  <a:pt x="9815" y="30330"/>
                  <a:pt x="12976" y="30330"/>
                </a:cubicBezTo>
                <a:cubicBezTo>
                  <a:pt x="15025" y="30330"/>
                  <a:pt x="17282" y="29958"/>
                  <a:pt x="19778" y="29225"/>
                </a:cubicBezTo>
                <a:cubicBezTo>
                  <a:pt x="26123" y="27360"/>
                  <a:pt x="30656" y="26268"/>
                  <a:pt x="34763" y="20412"/>
                </a:cubicBezTo>
                <a:cubicBezTo>
                  <a:pt x="38869" y="14558"/>
                  <a:pt x="35544" y="6859"/>
                  <a:pt x="30907" y="2368"/>
                </a:cubicBezTo>
                <a:cubicBezTo>
                  <a:pt x="30907" y="2368"/>
                  <a:pt x="28215" y="1"/>
                  <a:pt x="24297" y="1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0" name="Google Shape;690;p23"/>
          <p:cNvSpPr/>
          <p:nvPr/>
        </p:nvSpPr>
        <p:spPr>
          <a:xfrm flipH="1" rot="460623">
            <a:off x="6387251" y="-1517085"/>
            <a:ext cx="4087061" cy="3304707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1" name="Google Shape;691;p23"/>
          <p:cNvSpPr/>
          <p:nvPr/>
        </p:nvSpPr>
        <p:spPr>
          <a:xfrm flipH="1" rot="531593">
            <a:off x="-1222788" y="3829381"/>
            <a:ext cx="2902962" cy="2347327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92" name="Google Shape;692;p23"/>
          <p:cNvGrpSpPr/>
          <p:nvPr/>
        </p:nvGrpSpPr>
        <p:grpSpPr>
          <a:xfrm>
            <a:off x="7931872" y="177093"/>
            <a:ext cx="997823" cy="737095"/>
            <a:chOff x="7931872" y="177093"/>
            <a:chExt cx="997823" cy="737095"/>
          </a:xfrm>
        </p:grpSpPr>
        <p:grpSp>
          <p:nvGrpSpPr>
            <p:cNvPr id="693" name="Google Shape;693;p23"/>
            <p:cNvGrpSpPr/>
            <p:nvPr/>
          </p:nvGrpSpPr>
          <p:grpSpPr>
            <a:xfrm>
              <a:off x="7931872" y="177093"/>
              <a:ext cx="919725" cy="318025"/>
              <a:chOff x="7230903" y="4635722"/>
              <a:chExt cx="652843" cy="225742"/>
            </a:xfrm>
          </p:grpSpPr>
          <p:sp>
            <p:nvSpPr>
              <p:cNvPr id="694" name="Google Shape;694;p23"/>
              <p:cNvSpPr/>
              <p:nvPr/>
            </p:nvSpPr>
            <p:spPr>
              <a:xfrm>
                <a:off x="7230903" y="4635722"/>
                <a:ext cx="652843" cy="225742"/>
              </a:xfrm>
              <a:custGeom>
                <a:rect b="b" l="l" r="r" t="t"/>
                <a:pathLst>
                  <a:path extrusionOk="0" h="225742" w="652843">
                    <a:moveTo>
                      <a:pt x="619030" y="0"/>
                    </a:moveTo>
                    <a:cubicBezTo>
                      <a:pt x="637705" y="0"/>
                      <a:pt x="652844" y="15139"/>
                      <a:pt x="652844" y="33814"/>
                    </a:cubicBezTo>
                    <a:lnTo>
                      <a:pt x="652844" y="191929"/>
                    </a:lnTo>
                    <a:cubicBezTo>
                      <a:pt x="652844" y="210603"/>
                      <a:pt x="637704" y="225742"/>
                      <a:pt x="619030" y="225742"/>
                    </a:cubicBezTo>
                    <a:lnTo>
                      <a:pt x="33814" y="225742"/>
                    </a:lnTo>
                    <a:cubicBezTo>
                      <a:pt x="15139" y="225742"/>
                      <a:pt x="0" y="210603"/>
                      <a:pt x="0" y="191929"/>
                    </a:cubicBezTo>
                    <a:lnTo>
                      <a:pt x="0" y="33814"/>
                    </a:lnTo>
                    <a:cubicBezTo>
                      <a:pt x="0" y="15139"/>
                      <a:pt x="15139" y="0"/>
                      <a:pt x="33814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5" name="Google Shape;695;p23"/>
              <p:cNvSpPr/>
              <p:nvPr/>
            </p:nvSpPr>
            <p:spPr>
              <a:xfrm>
                <a:off x="7287577" y="4672107"/>
                <a:ext cx="151161" cy="151161"/>
              </a:xfrm>
              <a:custGeom>
                <a:rect b="b" l="l" r="r" t="t"/>
                <a:pathLst>
                  <a:path extrusionOk="0" h="151161" w="151161">
                    <a:moveTo>
                      <a:pt x="0" y="0"/>
                    </a:moveTo>
                    <a:lnTo>
                      <a:pt x="151161" y="0"/>
                    </a:lnTo>
                    <a:lnTo>
                      <a:pt x="151161" y="151162"/>
                    </a:lnTo>
                    <a:lnTo>
                      <a:pt x="0" y="151162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696" name="Google Shape;696;p23"/>
              <p:cNvGrpSpPr/>
              <p:nvPr/>
            </p:nvGrpSpPr>
            <p:grpSpPr>
              <a:xfrm>
                <a:off x="7487126" y="4676394"/>
                <a:ext cx="332041" cy="142684"/>
                <a:chOff x="7487126" y="4676394"/>
                <a:chExt cx="332041" cy="142684"/>
              </a:xfrm>
            </p:grpSpPr>
            <p:sp>
              <p:nvSpPr>
                <p:cNvPr id="697" name="Google Shape;697;p23"/>
                <p:cNvSpPr/>
                <p:nvPr/>
              </p:nvSpPr>
              <p:spPr>
                <a:xfrm>
                  <a:off x="7487126" y="4676394"/>
                  <a:ext cx="332041" cy="20383"/>
                </a:xfrm>
                <a:custGeom>
                  <a:rect b="b" l="l" r="r" t="t"/>
                  <a:pathLst>
                    <a:path extrusionOk="0" h="20383" w="332041">
                      <a:moveTo>
                        <a:pt x="0" y="0"/>
                      </a:moveTo>
                      <a:lnTo>
                        <a:pt x="332041" y="0"/>
                      </a:lnTo>
                      <a:lnTo>
                        <a:pt x="332041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98" name="Google Shape;698;p23"/>
                <p:cNvSpPr/>
                <p:nvPr/>
              </p:nvSpPr>
              <p:spPr>
                <a:xfrm>
                  <a:off x="7487126" y="4717161"/>
                  <a:ext cx="290322" cy="20383"/>
                </a:xfrm>
                <a:custGeom>
                  <a:rect b="b" l="l" r="r" t="t"/>
                  <a:pathLst>
                    <a:path extrusionOk="0" h="20383" w="290322">
                      <a:moveTo>
                        <a:pt x="0" y="0"/>
                      </a:moveTo>
                      <a:lnTo>
                        <a:pt x="290322" y="0"/>
                      </a:lnTo>
                      <a:lnTo>
                        <a:pt x="290322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99" name="Google Shape;699;p23"/>
                <p:cNvSpPr/>
                <p:nvPr/>
              </p:nvSpPr>
              <p:spPr>
                <a:xfrm>
                  <a:off x="7487126" y="4757928"/>
                  <a:ext cx="303942" cy="20383"/>
                </a:xfrm>
                <a:custGeom>
                  <a:rect b="b" l="l" r="r" t="t"/>
                  <a:pathLst>
                    <a:path extrusionOk="0" h="20383" w="303942">
                      <a:moveTo>
                        <a:pt x="0" y="0"/>
                      </a:moveTo>
                      <a:lnTo>
                        <a:pt x="303942" y="0"/>
                      </a:lnTo>
                      <a:lnTo>
                        <a:pt x="303942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00" name="Google Shape;700;p23"/>
                <p:cNvSpPr/>
                <p:nvPr/>
              </p:nvSpPr>
              <p:spPr>
                <a:xfrm>
                  <a:off x="7487126" y="4798695"/>
                  <a:ext cx="171545" cy="20383"/>
                </a:xfrm>
                <a:custGeom>
                  <a:rect b="b" l="l" r="r" t="t"/>
                  <a:pathLst>
                    <a:path extrusionOk="0" h="20383" w="171545">
                      <a:moveTo>
                        <a:pt x="0" y="0"/>
                      </a:moveTo>
                      <a:lnTo>
                        <a:pt x="171545" y="0"/>
                      </a:lnTo>
                      <a:lnTo>
                        <a:pt x="171545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701" name="Google Shape;701;p23"/>
            <p:cNvGrpSpPr/>
            <p:nvPr/>
          </p:nvGrpSpPr>
          <p:grpSpPr>
            <a:xfrm>
              <a:off x="7931872" y="596163"/>
              <a:ext cx="919725" cy="318025"/>
              <a:chOff x="7230903" y="4933188"/>
              <a:chExt cx="652843" cy="225742"/>
            </a:xfrm>
          </p:grpSpPr>
          <p:grpSp>
            <p:nvGrpSpPr>
              <p:cNvPr id="702" name="Google Shape;702;p23"/>
              <p:cNvGrpSpPr/>
              <p:nvPr/>
            </p:nvGrpSpPr>
            <p:grpSpPr>
              <a:xfrm>
                <a:off x="7230903" y="4933188"/>
                <a:ext cx="652843" cy="225742"/>
                <a:chOff x="7230903" y="4933188"/>
                <a:chExt cx="652843" cy="225742"/>
              </a:xfrm>
            </p:grpSpPr>
            <p:sp>
              <p:nvSpPr>
                <p:cNvPr id="703" name="Google Shape;703;p23"/>
                <p:cNvSpPr/>
                <p:nvPr/>
              </p:nvSpPr>
              <p:spPr>
                <a:xfrm>
                  <a:off x="7230903" y="4933188"/>
                  <a:ext cx="652843" cy="225742"/>
                </a:xfrm>
                <a:custGeom>
                  <a:rect b="b" l="l" r="r" t="t"/>
                  <a:pathLst>
                    <a:path extrusionOk="0" h="225742" w="652843">
                      <a:moveTo>
                        <a:pt x="619030" y="0"/>
                      </a:moveTo>
                      <a:cubicBezTo>
                        <a:pt x="637705" y="0"/>
                        <a:pt x="652844" y="15139"/>
                        <a:pt x="652844" y="33814"/>
                      </a:cubicBezTo>
                      <a:lnTo>
                        <a:pt x="652844" y="191929"/>
                      </a:lnTo>
                      <a:cubicBezTo>
                        <a:pt x="652844" y="210604"/>
                        <a:pt x="637704" y="225742"/>
                        <a:pt x="619030" y="225742"/>
                      </a:cubicBezTo>
                      <a:lnTo>
                        <a:pt x="33814" y="225742"/>
                      </a:lnTo>
                      <a:cubicBezTo>
                        <a:pt x="15139" y="225742"/>
                        <a:pt x="0" y="210604"/>
                        <a:pt x="0" y="191929"/>
                      </a:cubicBezTo>
                      <a:lnTo>
                        <a:pt x="0" y="33814"/>
                      </a:lnTo>
                      <a:cubicBezTo>
                        <a:pt x="0" y="15139"/>
                        <a:pt x="15139" y="0"/>
                        <a:pt x="33814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04" name="Google Shape;704;p23"/>
                <p:cNvSpPr/>
                <p:nvPr/>
              </p:nvSpPr>
              <p:spPr>
                <a:xfrm>
                  <a:off x="7287577" y="4969668"/>
                  <a:ext cx="151161" cy="151161"/>
                </a:xfrm>
                <a:custGeom>
                  <a:rect b="b" l="l" r="r" t="t"/>
                  <a:pathLst>
                    <a:path extrusionOk="0" h="151161" w="151161">
                      <a:moveTo>
                        <a:pt x="75534" y="151162"/>
                      </a:moveTo>
                      <a:lnTo>
                        <a:pt x="75534" y="151162"/>
                      </a:lnTo>
                      <a:cubicBezTo>
                        <a:pt x="33814" y="151162"/>
                        <a:pt x="0" y="117348"/>
                        <a:pt x="0" y="75629"/>
                      </a:cubicBezTo>
                      <a:lnTo>
                        <a:pt x="0" y="75629"/>
                      </a:lnTo>
                      <a:cubicBezTo>
                        <a:pt x="0" y="33909"/>
                        <a:pt x="33814" y="0"/>
                        <a:pt x="75534" y="0"/>
                      </a:cubicBezTo>
                      <a:lnTo>
                        <a:pt x="75534" y="0"/>
                      </a:lnTo>
                      <a:cubicBezTo>
                        <a:pt x="117253" y="0"/>
                        <a:pt x="151162" y="33814"/>
                        <a:pt x="151162" y="75533"/>
                      </a:cubicBezTo>
                      <a:lnTo>
                        <a:pt x="151162" y="75533"/>
                      </a:lnTo>
                      <a:cubicBezTo>
                        <a:pt x="151162" y="117253"/>
                        <a:pt x="117348" y="151162"/>
                        <a:pt x="75534" y="151162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705" name="Google Shape;705;p23"/>
                <p:cNvGrpSpPr/>
                <p:nvPr/>
              </p:nvGrpSpPr>
              <p:grpSpPr>
                <a:xfrm>
                  <a:off x="7487126" y="4973859"/>
                  <a:ext cx="332041" cy="142684"/>
                  <a:chOff x="7487126" y="4973859"/>
                  <a:chExt cx="332041" cy="142684"/>
                </a:xfrm>
              </p:grpSpPr>
              <p:sp>
                <p:nvSpPr>
                  <p:cNvPr id="706" name="Google Shape;706;p23"/>
                  <p:cNvSpPr/>
                  <p:nvPr/>
                </p:nvSpPr>
                <p:spPr>
                  <a:xfrm>
                    <a:off x="7506747" y="4973859"/>
                    <a:ext cx="280034" cy="20383"/>
                  </a:xfrm>
                  <a:custGeom>
                    <a:rect b="b" l="l" r="r" t="t"/>
                    <a:pathLst>
                      <a:path extrusionOk="0" h="20383" w="280034">
                        <a:moveTo>
                          <a:pt x="0" y="0"/>
                        </a:moveTo>
                        <a:lnTo>
                          <a:pt x="280035" y="0"/>
                        </a:lnTo>
                        <a:lnTo>
                          <a:pt x="280035" y="20384"/>
                        </a:lnTo>
                        <a:lnTo>
                          <a:pt x="0" y="2038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07" name="Google Shape;707;p23"/>
                  <p:cNvSpPr/>
                  <p:nvPr/>
                </p:nvSpPr>
                <p:spPr>
                  <a:xfrm>
                    <a:off x="7487126" y="5014626"/>
                    <a:ext cx="205073" cy="20383"/>
                  </a:xfrm>
                  <a:custGeom>
                    <a:rect b="b" l="l" r="r" t="t"/>
                    <a:pathLst>
                      <a:path extrusionOk="0" h="20383" w="205073">
                        <a:moveTo>
                          <a:pt x="0" y="0"/>
                        </a:moveTo>
                        <a:lnTo>
                          <a:pt x="205073" y="0"/>
                        </a:lnTo>
                        <a:lnTo>
                          <a:pt x="205073" y="20384"/>
                        </a:lnTo>
                        <a:lnTo>
                          <a:pt x="0" y="2038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08" name="Google Shape;708;p23"/>
                  <p:cNvSpPr/>
                  <p:nvPr/>
                </p:nvSpPr>
                <p:spPr>
                  <a:xfrm>
                    <a:off x="7487126" y="5055393"/>
                    <a:ext cx="332041" cy="20383"/>
                  </a:xfrm>
                  <a:custGeom>
                    <a:rect b="b" l="l" r="r" t="t"/>
                    <a:pathLst>
                      <a:path extrusionOk="0" h="20383" w="332041">
                        <a:moveTo>
                          <a:pt x="0" y="0"/>
                        </a:moveTo>
                        <a:lnTo>
                          <a:pt x="332041" y="0"/>
                        </a:lnTo>
                        <a:lnTo>
                          <a:pt x="332041" y="20384"/>
                        </a:lnTo>
                        <a:lnTo>
                          <a:pt x="0" y="2038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09" name="Google Shape;709;p23"/>
                  <p:cNvSpPr/>
                  <p:nvPr/>
                </p:nvSpPr>
                <p:spPr>
                  <a:xfrm>
                    <a:off x="7487126" y="5096160"/>
                    <a:ext cx="171545" cy="20383"/>
                  </a:xfrm>
                  <a:custGeom>
                    <a:rect b="b" l="l" r="r" t="t"/>
                    <a:pathLst>
                      <a:path extrusionOk="0" h="20383" w="171545">
                        <a:moveTo>
                          <a:pt x="0" y="0"/>
                        </a:moveTo>
                        <a:lnTo>
                          <a:pt x="171545" y="0"/>
                        </a:lnTo>
                        <a:lnTo>
                          <a:pt x="171545" y="20384"/>
                        </a:lnTo>
                        <a:lnTo>
                          <a:pt x="0" y="2038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710" name="Google Shape;710;p23"/>
              <p:cNvSpPr/>
              <p:nvPr/>
            </p:nvSpPr>
            <p:spPr>
              <a:xfrm>
                <a:off x="7338250" y="5011639"/>
                <a:ext cx="50734" cy="60632"/>
              </a:xfrm>
              <a:custGeom>
                <a:rect b="b" l="l" r="r" t="t"/>
                <a:pathLst>
                  <a:path extrusionOk="0" h="60632" w="50734">
                    <a:moveTo>
                      <a:pt x="0" y="4892"/>
                    </a:moveTo>
                    <a:lnTo>
                      <a:pt x="0" y="55851"/>
                    </a:lnTo>
                    <a:cubicBezTo>
                      <a:pt x="0" y="59566"/>
                      <a:pt x="4001" y="61851"/>
                      <a:pt x="7239" y="59947"/>
                    </a:cubicBezTo>
                    <a:lnTo>
                      <a:pt x="48387" y="35563"/>
                    </a:lnTo>
                    <a:cubicBezTo>
                      <a:pt x="51435" y="33753"/>
                      <a:pt x="51531" y="29371"/>
                      <a:pt x="48578" y="27371"/>
                    </a:cubicBezTo>
                    <a:lnTo>
                      <a:pt x="7430" y="796"/>
                    </a:lnTo>
                    <a:cubicBezTo>
                      <a:pt x="4191" y="-1299"/>
                      <a:pt x="0" y="987"/>
                      <a:pt x="0" y="4797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11" name="Google Shape;711;p23"/>
            <p:cNvGrpSpPr/>
            <p:nvPr/>
          </p:nvGrpSpPr>
          <p:grpSpPr>
            <a:xfrm>
              <a:off x="8756326" y="539537"/>
              <a:ext cx="173370" cy="112691"/>
              <a:chOff x="7816120" y="4892994"/>
              <a:chExt cx="123062" cy="79991"/>
            </a:xfrm>
          </p:grpSpPr>
          <p:grpSp>
            <p:nvGrpSpPr>
              <p:cNvPr id="712" name="Google Shape;712;p23"/>
              <p:cNvGrpSpPr/>
              <p:nvPr/>
            </p:nvGrpSpPr>
            <p:grpSpPr>
              <a:xfrm>
                <a:off x="7816120" y="4902803"/>
                <a:ext cx="123062" cy="63817"/>
                <a:chOff x="7816120" y="4902803"/>
                <a:chExt cx="123062" cy="63817"/>
              </a:xfrm>
            </p:grpSpPr>
            <p:sp>
              <p:nvSpPr>
                <p:cNvPr id="713" name="Google Shape;713;p23"/>
                <p:cNvSpPr/>
                <p:nvPr/>
              </p:nvSpPr>
              <p:spPr>
                <a:xfrm>
                  <a:off x="7816120" y="4902803"/>
                  <a:ext cx="123062" cy="63817"/>
                </a:xfrm>
                <a:custGeom>
                  <a:rect b="b" l="l" r="r" t="t"/>
                  <a:pathLst>
                    <a:path extrusionOk="0" h="63817" w="123062">
                      <a:moveTo>
                        <a:pt x="61531" y="63817"/>
                      </a:moveTo>
                      <a:cubicBezTo>
                        <a:pt x="86963" y="63817"/>
                        <a:pt x="109442" y="51244"/>
                        <a:pt x="123063" y="31909"/>
                      </a:cubicBezTo>
                      <a:cubicBezTo>
                        <a:pt x="109442" y="12573"/>
                        <a:pt x="86963" y="0"/>
                        <a:pt x="61531" y="0"/>
                      </a:cubicBezTo>
                      <a:cubicBezTo>
                        <a:pt x="36100" y="0"/>
                        <a:pt x="13621" y="12573"/>
                        <a:pt x="0" y="31909"/>
                      </a:cubicBezTo>
                      <a:cubicBezTo>
                        <a:pt x="13621" y="51244"/>
                        <a:pt x="36100" y="63817"/>
                        <a:pt x="61531" y="63817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14" name="Google Shape;714;p23"/>
                <p:cNvSpPr/>
                <p:nvPr/>
              </p:nvSpPr>
              <p:spPr>
                <a:xfrm>
                  <a:off x="7858029" y="4915090"/>
                  <a:ext cx="39242" cy="39243"/>
                </a:xfrm>
                <a:custGeom>
                  <a:rect b="b" l="l" r="r" t="t"/>
                  <a:pathLst>
                    <a:path extrusionOk="0" h="39243" w="39242">
                      <a:moveTo>
                        <a:pt x="39243" y="19621"/>
                      </a:moveTo>
                      <a:cubicBezTo>
                        <a:pt x="39243" y="30458"/>
                        <a:pt x="30458" y="39243"/>
                        <a:pt x="19621" y="39243"/>
                      </a:cubicBezTo>
                      <a:cubicBezTo>
                        <a:pt x="8785" y="39243"/>
                        <a:pt x="0" y="30458"/>
                        <a:pt x="0" y="19621"/>
                      </a:cubicBezTo>
                      <a:cubicBezTo>
                        <a:pt x="0" y="8785"/>
                        <a:pt x="8785" y="0"/>
                        <a:pt x="19621" y="0"/>
                      </a:cubicBezTo>
                      <a:cubicBezTo>
                        <a:pt x="30458" y="0"/>
                        <a:pt x="39243" y="8785"/>
                        <a:pt x="39243" y="1962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715" name="Google Shape;715;p23"/>
              <p:cNvSpPr/>
              <p:nvPr/>
            </p:nvSpPr>
            <p:spPr>
              <a:xfrm rot="-2700000">
                <a:off x="7825456" y="4928129"/>
                <a:ext cx="103403" cy="9720"/>
              </a:xfrm>
              <a:custGeom>
                <a:rect b="b" l="l" r="r" t="t"/>
                <a:pathLst>
                  <a:path extrusionOk="0" h="9715" w="103346">
                    <a:moveTo>
                      <a:pt x="0" y="0"/>
                    </a:moveTo>
                    <a:lnTo>
                      <a:pt x="103346" y="0"/>
                    </a:lnTo>
                    <a:lnTo>
                      <a:pt x="103346" y="9716"/>
                    </a:lnTo>
                    <a:lnTo>
                      <a:pt x="0" y="9716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9_1">
    <p:spTree>
      <p:nvGrpSpPr>
        <p:cNvPr id="716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oogle Shape;717;p24"/>
          <p:cNvSpPr/>
          <p:nvPr/>
        </p:nvSpPr>
        <p:spPr>
          <a:xfrm flipH="1" rot="8819869">
            <a:off x="7035528" y="3933627"/>
            <a:ext cx="3158468" cy="2509642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8" name="Google Shape;718;p24"/>
          <p:cNvSpPr/>
          <p:nvPr/>
        </p:nvSpPr>
        <p:spPr>
          <a:xfrm flipH="1" rot="-3657034">
            <a:off x="-1336268" y="-858934"/>
            <a:ext cx="2746020" cy="1921695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19" name="Google Shape;719;p24"/>
          <p:cNvGrpSpPr/>
          <p:nvPr/>
        </p:nvGrpSpPr>
        <p:grpSpPr>
          <a:xfrm>
            <a:off x="65066" y="4373044"/>
            <a:ext cx="878158" cy="654532"/>
            <a:chOff x="1114425" y="4361211"/>
            <a:chExt cx="573023" cy="427101"/>
          </a:xfrm>
        </p:grpSpPr>
        <p:grpSp>
          <p:nvGrpSpPr>
            <p:cNvPr id="720" name="Google Shape;720;p24"/>
            <p:cNvGrpSpPr/>
            <p:nvPr/>
          </p:nvGrpSpPr>
          <p:grpSpPr>
            <a:xfrm>
              <a:off x="1114425" y="4361211"/>
              <a:ext cx="573023" cy="427101"/>
              <a:chOff x="1114425" y="4361211"/>
              <a:chExt cx="573023" cy="427101"/>
            </a:xfrm>
          </p:grpSpPr>
          <p:sp>
            <p:nvSpPr>
              <p:cNvPr id="721" name="Google Shape;721;p24"/>
              <p:cNvSpPr/>
              <p:nvPr/>
            </p:nvSpPr>
            <p:spPr>
              <a:xfrm>
                <a:off x="1241964" y="4361211"/>
                <a:ext cx="445484" cy="299466"/>
              </a:xfrm>
              <a:custGeom>
                <a:rect b="b" l="l" r="r" t="t"/>
                <a:pathLst>
                  <a:path extrusionOk="0" h="299466" w="445484">
                    <a:moveTo>
                      <a:pt x="139160" y="7715"/>
                    </a:moveTo>
                    <a:lnTo>
                      <a:pt x="173450" y="42005"/>
                    </a:lnTo>
                    <a:cubicBezTo>
                      <a:pt x="178403" y="46958"/>
                      <a:pt x="185166" y="49721"/>
                      <a:pt x="192215" y="49721"/>
                    </a:cubicBezTo>
                    <a:lnTo>
                      <a:pt x="419005" y="49721"/>
                    </a:lnTo>
                    <a:cubicBezTo>
                      <a:pt x="433673" y="49721"/>
                      <a:pt x="445484" y="61627"/>
                      <a:pt x="445484" y="76200"/>
                    </a:cubicBezTo>
                    <a:lnTo>
                      <a:pt x="445484" y="272987"/>
                    </a:lnTo>
                    <a:cubicBezTo>
                      <a:pt x="445484" y="287655"/>
                      <a:pt x="433578" y="299466"/>
                      <a:pt x="419005" y="299466"/>
                    </a:cubicBezTo>
                    <a:lnTo>
                      <a:pt x="26479" y="299466"/>
                    </a:lnTo>
                    <a:cubicBezTo>
                      <a:pt x="11811" y="299466"/>
                      <a:pt x="0" y="287560"/>
                      <a:pt x="0" y="272987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79" y="0"/>
                    </a:cubicBezTo>
                    <a:lnTo>
                      <a:pt x="120396" y="0"/>
                    </a:lnTo>
                    <a:cubicBezTo>
                      <a:pt x="127445" y="0"/>
                      <a:pt x="134207" y="2762"/>
                      <a:pt x="139160" y="7715"/>
                    </a:cubicBezTo>
                    <a:close/>
                  </a:path>
                </a:pathLst>
              </a:custGeom>
              <a:solidFill>
                <a:srgbClr val="35363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2" name="Google Shape;722;p24"/>
              <p:cNvSpPr/>
              <p:nvPr/>
            </p:nvSpPr>
            <p:spPr>
              <a:xfrm>
                <a:off x="1178242" y="4425029"/>
                <a:ext cx="445484" cy="299466"/>
              </a:xfrm>
              <a:custGeom>
                <a:rect b="b" l="l" r="r" t="t"/>
                <a:pathLst>
                  <a:path extrusionOk="0" h="299466" w="445484">
                    <a:moveTo>
                      <a:pt x="139160" y="7620"/>
                    </a:moveTo>
                    <a:lnTo>
                      <a:pt x="173450" y="41910"/>
                    </a:lnTo>
                    <a:cubicBezTo>
                      <a:pt x="178403" y="46863"/>
                      <a:pt x="185166" y="49721"/>
                      <a:pt x="192215" y="49721"/>
                    </a:cubicBezTo>
                    <a:lnTo>
                      <a:pt x="419005" y="49721"/>
                    </a:lnTo>
                    <a:cubicBezTo>
                      <a:pt x="433673" y="49721"/>
                      <a:pt x="445484" y="61627"/>
                      <a:pt x="445484" y="76200"/>
                    </a:cubicBezTo>
                    <a:lnTo>
                      <a:pt x="445484" y="272987"/>
                    </a:lnTo>
                    <a:cubicBezTo>
                      <a:pt x="445484" y="287655"/>
                      <a:pt x="433578" y="299466"/>
                      <a:pt x="419005" y="299466"/>
                    </a:cubicBezTo>
                    <a:lnTo>
                      <a:pt x="26479" y="299466"/>
                    </a:lnTo>
                    <a:cubicBezTo>
                      <a:pt x="11811" y="299466"/>
                      <a:pt x="0" y="287560"/>
                      <a:pt x="0" y="272987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79" y="0"/>
                    </a:cubicBezTo>
                    <a:lnTo>
                      <a:pt x="120396" y="0"/>
                    </a:lnTo>
                    <a:cubicBezTo>
                      <a:pt x="127445" y="0"/>
                      <a:pt x="134207" y="2762"/>
                      <a:pt x="139160" y="7715"/>
                    </a:cubicBezTo>
                    <a:close/>
                  </a:path>
                </a:pathLst>
              </a:custGeom>
              <a:solidFill>
                <a:srgbClr val="42444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3" name="Google Shape;723;p24"/>
              <p:cNvSpPr/>
              <p:nvPr/>
            </p:nvSpPr>
            <p:spPr>
              <a:xfrm>
                <a:off x="1114425" y="4488846"/>
                <a:ext cx="445484" cy="299466"/>
              </a:xfrm>
              <a:custGeom>
                <a:rect b="b" l="l" r="r" t="t"/>
                <a:pathLst>
                  <a:path extrusionOk="0" h="299466" w="445484">
                    <a:moveTo>
                      <a:pt x="139160" y="7620"/>
                    </a:moveTo>
                    <a:lnTo>
                      <a:pt x="173450" y="41910"/>
                    </a:lnTo>
                    <a:cubicBezTo>
                      <a:pt x="178403" y="46863"/>
                      <a:pt x="185166" y="49721"/>
                      <a:pt x="192215" y="49721"/>
                    </a:cubicBezTo>
                    <a:lnTo>
                      <a:pt x="419005" y="49721"/>
                    </a:lnTo>
                    <a:cubicBezTo>
                      <a:pt x="433673" y="49721"/>
                      <a:pt x="445484" y="61627"/>
                      <a:pt x="445484" y="76200"/>
                    </a:cubicBezTo>
                    <a:lnTo>
                      <a:pt x="445484" y="272987"/>
                    </a:lnTo>
                    <a:cubicBezTo>
                      <a:pt x="445484" y="287655"/>
                      <a:pt x="433578" y="299466"/>
                      <a:pt x="419005" y="299466"/>
                    </a:cubicBezTo>
                    <a:lnTo>
                      <a:pt x="26480" y="299466"/>
                    </a:lnTo>
                    <a:cubicBezTo>
                      <a:pt x="11811" y="299466"/>
                      <a:pt x="0" y="287560"/>
                      <a:pt x="0" y="272987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80" y="0"/>
                    </a:cubicBezTo>
                    <a:lnTo>
                      <a:pt x="120396" y="0"/>
                    </a:lnTo>
                    <a:cubicBezTo>
                      <a:pt x="127445" y="0"/>
                      <a:pt x="134207" y="2762"/>
                      <a:pt x="139160" y="7811"/>
                    </a:cubicBezTo>
                    <a:close/>
                  </a:path>
                </a:pathLst>
              </a:custGeom>
              <a:solidFill>
                <a:srgbClr val="6F708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724" name="Google Shape;724;p24"/>
            <p:cNvSpPr/>
            <p:nvPr/>
          </p:nvSpPr>
          <p:spPr>
            <a:xfrm>
              <a:off x="1303210" y="4628965"/>
              <a:ext cx="68735" cy="82063"/>
            </a:xfrm>
            <a:custGeom>
              <a:rect b="b" l="l" r="r" t="t"/>
              <a:pathLst>
                <a:path extrusionOk="0" h="82063" w="68735">
                  <a:moveTo>
                    <a:pt x="0" y="6471"/>
                  </a:moveTo>
                  <a:lnTo>
                    <a:pt x="0" y="75527"/>
                  </a:lnTo>
                  <a:cubicBezTo>
                    <a:pt x="0" y="80575"/>
                    <a:pt x="5524" y="83719"/>
                    <a:pt x="9811" y="81147"/>
                  </a:cubicBezTo>
                  <a:lnTo>
                    <a:pt x="65532" y="48095"/>
                  </a:lnTo>
                  <a:cubicBezTo>
                    <a:pt x="69723" y="45619"/>
                    <a:pt x="69818" y="39618"/>
                    <a:pt x="65723" y="37046"/>
                  </a:cubicBezTo>
                  <a:lnTo>
                    <a:pt x="10001" y="1042"/>
                  </a:lnTo>
                  <a:cubicBezTo>
                    <a:pt x="5715" y="-1721"/>
                    <a:pt x="0" y="1327"/>
                    <a:pt x="0" y="647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25" name="Google Shape;725;p24"/>
          <p:cNvGrpSpPr/>
          <p:nvPr/>
        </p:nvGrpSpPr>
        <p:grpSpPr>
          <a:xfrm>
            <a:off x="8114970" y="266839"/>
            <a:ext cx="829992" cy="750888"/>
            <a:chOff x="8114596" y="445039"/>
            <a:chExt cx="633002" cy="572716"/>
          </a:xfrm>
        </p:grpSpPr>
        <p:grpSp>
          <p:nvGrpSpPr>
            <p:cNvPr id="726" name="Google Shape;726;p24"/>
            <p:cNvGrpSpPr/>
            <p:nvPr/>
          </p:nvGrpSpPr>
          <p:grpSpPr>
            <a:xfrm>
              <a:off x="8114596" y="445039"/>
              <a:ext cx="633002" cy="572716"/>
              <a:chOff x="7189660" y="520827"/>
              <a:chExt cx="598074" cy="541115"/>
            </a:xfrm>
          </p:grpSpPr>
          <p:sp>
            <p:nvSpPr>
              <p:cNvPr id="727" name="Google Shape;727;p24"/>
              <p:cNvSpPr/>
              <p:nvPr/>
            </p:nvSpPr>
            <p:spPr>
              <a:xfrm>
                <a:off x="7189660" y="520827"/>
                <a:ext cx="598074" cy="541115"/>
              </a:xfrm>
              <a:custGeom>
                <a:rect b="b" l="l" r="r" t="t"/>
                <a:pathLst>
                  <a:path extrusionOk="0" h="541115" w="598074">
                    <a:moveTo>
                      <a:pt x="557022" y="0"/>
                    </a:moveTo>
                    <a:cubicBezTo>
                      <a:pt x="579695" y="0"/>
                      <a:pt x="598075" y="18380"/>
                      <a:pt x="598075" y="41053"/>
                    </a:cubicBezTo>
                    <a:lnTo>
                      <a:pt x="598075" y="500063"/>
                    </a:lnTo>
                    <a:cubicBezTo>
                      <a:pt x="598075" y="522735"/>
                      <a:pt x="579695" y="541115"/>
                      <a:pt x="557022" y="541115"/>
                    </a:cubicBezTo>
                    <a:lnTo>
                      <a:pt x="41053" y="541115"/>
                    </a:lnTo>
                    <a:cubicBezTo>
                      <a:pt x="18380" y="541115"/>
                      <a:pt x="0" y="522735"/>
                      <a:pt x="0" y="500063"/>
                    </a:cubicBezTo>
                    <a:lnTo>
                      <a:pt x="0" y="41053"/>
                    </a:lnTo>
                    <a:cubicBezTo>
                      <a:pt x="0" y="18380"/>
                      <a:pt x="18380" y="0"/>
                      <a:pt x="410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728" name="Google Shape;728;p24"/>
              <p:cNvGrpSpPr/>
              <p:nvPr/>
            </p:nvGrpSpPr>
            <p:grpSpPr>
              <a:xfrm>
                <a:off x="7579137" y="551973"/>
                <a:ext cx="164782" cy="41529"/>
                <a:chOff x="7579137" y="551973"/>
                <a:chExt cx="164782" cy="41529"/>
              </a:xfrm>
            </p:grpSpPr>
            <p:sp>
              <p:nvSpPr>
                <p:cNvPr id="729" name="Google Shape;729;p24"/>
                <p:cNvSpPr/>
                <p:nvPr/>
              </p:nvSpPr>
              <p:spPr>
                <a:xfrm>
                  <a:off x="7702391" y="551973"/>
                  <a:ext cx="41528" cy="41529"/>
                </a:xfrm>
                <a:custGeom>
                  <a:rect b="b" l="l" r="r" t="t"/>
                  <a:pathLst>
                    <a:path extrusionOk="0" h="41529" w="41528">
                      <a:moveTo>
                        <a:pt x="41529" y="20765"/>
                      </a:moveTo>
                      <a:cubicBezTo>
                        <a:pt x="41529" y="32290"/>
                        <a:pt x="32195" y="41529"/>
                        <a:pt x="20764" y="41529"/>
                      </a:cubicBezTo>
                      <a:cubicBezTo>
                        <a:pt x="9334" y="41529"/>
                        <a:pt x="0" y="32195"/>
                        <a:pt x="0" y="20765"/>
                      </a:cubicBezTo>
                      <a:cubicBezTo>
                        <a:pt x="0" y="9335"/>
                        <a:pt x="9334" y="0"/>
                        <a:pt x="20764" y="0"/>
                      </a:cubicBezTo>
                      <a:cubicBezTo>
                        <a:pt x="32195" y="0"/>
                        <a:pt x="41529" y="9335"/>
                        <a:pt x="41529" y="20765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30" name="Google Shape;730;p24"/>
                <p:cNvSpPr/>
                <p:nvPr/>
              </p:nvSpPr>
              <p:spPr>
                <a:xfrm>
                  <a:off x="7640764" y="551973"/>
                  <a:ext cx="41528" cy="41529"/>
                </a:xfrm>
                <a:custGeom>
                  <a:rect b="b" l="l" r="r" t="t"/>
                  <a:pathLst>
                    <a:path extrusionOk="0" h="41529" w="41528">
                      <a:moveTo>
                        <a:pt x="41529" y="20765"/>
                      </a:moveTo>
                      <a:cubicBezTo>
                        <a:pt x="41529" y="32290"/>
                        <a:pt x="32195" y="41529"/>
                        <a:pt x="20764" y="41529"/>
                      </a:cubicBezTo>
                      <a:cubicBezTo>
                        <a:pt x="9334" y="41529"/>
                        <a:pt x="0" y="32195"/>
                        <a:pt x="0" y="20765"/>
                      </a:cubicBezTo>
                      <a:cubicBezTo>
                        <a:pt x="0" y="9335"/>
                        <a:pt x="9334" y="0"/>
                        <a:pt x="20764" y="0"/>
                      </a:cubicBezTo>
                      <a:cubicBezTo>
                        <a:pt x="32195" y="0"/>
                        <a:pt x="41529" y="9335"/>
                        <a:pt x="41529" y="20765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31" name="Google Shape;731;p24"/>
                <p:cNvSpPr/>
                <p:nvPr/>
              </p:nvSpPr>
              <p:spPr>
                <a:xfrm>
                  <a:off x="7579137" y="551973"/>
                  <a:ext cx="41528" cy="41529"/>
                </a:xfrm>
                <a:custGeom>
                  <a:rect b="b" l="l" r="r" t="t"/>
                  <a:pathLst>
                    <a:path extrusionOk="0" h="41529" w="41528">
                      <a:moveTo>
                        <a:pt x="41529" y="20765"/>
                      </a:moveTo>
                      <a:cubicBezTo>
                        <a:pt x="41529" y="32290"/>
                        <a:pt x="32195" y="41529"/>
                        <a:pt x="20764" y="41529"/>
                      </a:cubicBezTo>
                      <a:cubicBezTo>
                        <a:pt x="9334" y="41529"/>
                        <a:pt x="0" y="32195"/>
                        <a:pt x="0" y="20765"/>
                      </a:cubicBezTo>
                      <a:cubicBezTo>
                        <a:pt x="0" y="9335"/>
                        <a:pt x="9334" y="0"/>
                        <a:pt x="20764" y="0"/>
                      </a:cubicBezTo>
                      <a:cubicBezTo>
                        <a:pt x="32195" y="0"/>
                        <a:pt x="41529" y="9335"/>
                        <a:pt x="41529" y="20765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732" name="Google Shape;732;p24"/>
            <p:cNvGrpSpPr/>
            <p:nvPr/>
          </p:nvGrpSpPr>
          <p:grpSpPr>
            <a:xfrm>
              <a:off x="8184962" y="619646"/>
              <a:ext cx="498115" cy="257273"/>
              <a:chOff x="7256144" y="685800"/>
              <a:chExt cx="470630" cy="243077"/>
            </a:xfrm>
          </p:grpSpPr>
          <p:sp>
            <p:nvSpPr>
              <p:cNvPr id="733" name="Google Shape;733;p24"/>
              <p:cNvSpPr/>
              <p:nvPr/>
            </p:nvSpPr>
            <p:spPr>
              <a:xfrm>
                <a:off x="7256144" y="694753"/>
                <a:ext cx="218503" cy="218217"/>
              </a:xfrm>
              <a:custGeom>
                <a:rect b="b" l="l" r="r" t="t"/>
                <a:pathLst>
                  <a:path extrusionOk="0" h="218217" w="218503">
                    <a:moveTo>
                      <a:pt x="216598" y="129540"/>
                    </a:moveTo>
                    <a:cubicBezTo>
                      <a:pt x="217837" y="122968"/>
                      <a:pt x="218504" y="116110"/>
                      <a:pt x="218504" y="109156"/>
                    </a:cubicBezTo>
                    <a:cubicBezTo>
                      <a:pt x="218504" y="102203"/>
                      <a:pt x="217837" y="95440"/>
                      <a:pt x="216598" y="88773"/>
                    </a:cubicBezTo>
                    <a:lnTo>
                      <a:pt x="181261" y="88773"/>
                    </a:lnTo>
                    <a:cubicBezTo>
                      <a:pt x="179641" y="83058"/>
                      <a:pt x="177451" y="77724"/>
                      <a:pt x="174593" y="72676"/>
                    </a:cubicBezTo>
                    <a:lnTo>
                      <a:pt x="199549" y="47720"/>
                    </a:lnTo>
                    <a:cubicBezTo>
                      <a:pt x="191834" y="36385"/>
                      <a:pt x="182118" y="26670"/>
                      <a:pt x="170783" y="18955"/>
                    </a:cubicBezTo>
                    <a:lnTo>
                      <a:pt x="145732" y="44005"/>
                    </a:lnTo>
                    <a:cubicBezTo>
                      <a:pt x="140684" y="41148"/>
                      <a:pt x="135255" y="38957"/>
                      <a:pt x="129635" y="37338"/>
                    </a:cubicBezTo>
                    <a:lnTo>
                      <a:pt x="129635" y="1905"/>
                    </a:lnTo>
                    <a:cubicBezTo>
                      <a:pt x="123063" y="667"/>
                      <a:pt x="116205" y="0"/>
                      <a:pt x="109252" y="0"/>
                    </a:cubicBezTo>
                    <a:cubicBezTo>
                      <a:pt x="102298" y="0"/>
                      <a:pt x="95536" y="667"/>
                      <a:pt x="88868" y="1905"/>
                    </a:cubicBezTo>
                    <a:lnTo>
                      <a:pt x="88868" y="37338"/>
                    </a:lnTo>
                    <a:cubicBezTo>
                      <a:pt x="83154" y="38957"/>
                      <a:pt x="77819" y="41148"/>
                      <a:pt x="72771" y="44005"/>
                    </a:cubicBezTo>
                    <a:lnTo>
                      <a:pt x="47720" y="18955"/>
                    </a:lnTo>
                    <a:cubicBezTo>
                      <a:pt x="36386" y="26670"/>
                      <a:pt x="26670" y="36481"/>
                      <a:pt x="18955" y="47720"/>
                    </a:cubicBezTo>
                    <a:lnTo>
                      <a:pt x="43910" y="72676"/>
                    </a:lnTo>
                    <a:cubicBezTo>
                      <a:pt x="41053" y="77724"/>
                      <a:pt x="38862" y="83153"/>
                      <a:pt x="37243" y="88773"/>
                    </a:cubicBezTo>
                    <a:lnTo>
                      <a:pt x="1905" y="88773"/>
                    </a:lnTo>
                    <a:cubicBezTo>
                      <a:pt x="667" y="95345"/>
                      <a:pt x="0" y="102203"/>
                      <a:pt x="0" y="109156"/>
                    </a:cubicBezTo>
                    <a:cubicBezTo>
                      <a:pt x="0" y="116110"/>
                      <a:pt x="667" y="122873"/>
                      <a:pt x="1905" y="129540"/>
                    </a:cubicBezTo>
                    <a:lnTo>
                      <a:pt x="37243" y="129540"/>
                    </a:lnTo>
                    <a:cubicBezTo>
                      <a:pt x="38862" y="135255"/>
                      <a:pt x="41053" y="140589"/>
                      <a:pt x="43910" y="145637"/>
                    </a:cubicBezTo>
                    <a:lnTo>
                      <a:pt x="18955" y="170593"/>
                    </a:lnTo>
                    <a:cubicBezTo>
                      <a:pt x="26670" y="181928"/>
                      <a:pt x="36386" y="191643"/>
                      <a:pt x="47720" y="199358"/>
                    </a:cubicBezTo>
                    <a:lnTo>
                      <a:pt x="72771" y="174308"/>
                    </a:lnTo>
                    <a:cubicBezTo>
                      <a:pt x="77819" y="177165"/>
                      <a:pt x="83248" y="179356"/>
                      <a:pt x="88868" y="180975"/>
                    </a:cubicBezTo>
                    <a:lnTo>
                      <a:pt x="88868" y="216313"/>
                    </a:lnTo>
                    <a:cubicBezTo>
                      <a:pt x="95441" y="217551"/>
                      <a:pt x="102298" y="218218"/>
                      <a:pt x="109252" y="218218"/>
                    </a:cubicBezTo>
                    <a:cubicBezTo>
                      <a:pt x="116205" y="218218"/>
                      <a:pt x="122968" y="217551"/>
                      <a:pt x="129635" y="216313"/>
                    </a:cubicBezTo>
                    <a:lnTo>
                      <a:pt x="129635" y="180975"/>
                    </a:lnTo>
                    <a:cubicBezTo>
                      <a:pt x="135350" y="179356"/>
                      <a:pt x="140684" y="177070"/>
                      <a:pt x="145732" y="174308"/>
                    </a:cubicBezTo>
                    <a:lnTo>
                      <a:pt x="170783" y="199358"/>
                    </a:lnTo>
                    <a:cubicBezTo>
                      <a:pt x="182118" y="191643"/>
                      <a:pt x="191834" y="181928"/>
                      <a:pt x="199549" y="170593"/>
                    </a:cubicBezTo>
                    <a:lnTo>
                      <a:pt x="174593" y="145542"/>
                    </a:lnTo>
                    <a:cubicBezTo>
                      <a:pt x="177451" y="140494"/>
                      <a:pt x="179641" y="135064"/>
                      <a:pt x="181261" y="129445"/>
                    </a:cubicBezTo>
                    <a:lnTo>
                      <a:pt x="216598" y="129445"/>
                    </a:lnTo>
                    <a:close/>
                    <a:moveTo>
                      <a:pt x="109252" y="131255"/>
                    </a:moveTo>
                    <a:cubicBezTo>
                      <a:pt x="97060" y="131255"/>
                      <a:pt x="87249" y="121349"/>
                      <a:pt x="87249" y="109252"/>
                    </a:cubicBezTo>
                    <a:cubicBezTo>
                      <a:pt x="87249" y="97155"/>
                      <a:pt x="97155" y="87249"/>
                      <a:pt x="109252" y="87249"/>
                    </a:cubicBezTo>
                    <a:cubicBezTo>
                      <a:pt x="121348" y="87249"/>
                      <a:pt x="131255" y="97155"/>
                      <a:pt x="131255" y="109252"/>
                    </a:cubicBezTo>
                    <a:cubicBezTo>
                      <a:pt x="131255" y="121349"/>
                      <a:pt x="121348" y="131255"/>
                      <a:pt x="109252" y="131255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734" name="Google Shape;734;p24"/>
              <p:cNvGrpSpPr/>
              <p:nvPr/>
            </p:nvGrpSpPr>
            <p:grpSpPr>
              <a:xfrm>
                <a:off x="7512843" y="685800"/>
                <a:ext cx="213931" cy="243077"/>
                <a:chOff x="7512843" y="685800"/>
                <a:chExt cx="213931" cy="243077"/>
              </a:xfrm>
            </p:grpSpPr>
            <p:grpSp>
              <p:nvGrpSpPr>
                <p:cNvPr id="735" name="Google Shape;735;p24"/>
                <p:cNvGrpSpPr/>
                <p:nvPr/>
              </p:nvGrpSpPr>
              <p:grpSpPr>
                <a:xfrm>
                  <a:off x="7512843" y="836580"/>
                  <a:ext cx="213931" cy="92297"/>
                  <a:chOff x="7512843" y="836580"/>
                  <a:chExt cx="213931" cy="92297"/>
                </a:xfrm>
              </p:grpSpPr>
              <p:sp>
                <p:nvSpPr>
                  <p:cNvPr id="736" name="Google Shape;736;p24"/>
                  <p:cNvSpPr/>
                  <p:nvPr/>
                </p:nvSpPr>
                <p:spPr>
                  <a:xfrm>
                    <a:off x="7512843" y="856011"/>
                    <a:ext cx="213931" cy="72866"/>
                  </a:xfrm>
                  <a:custGeom>
                    <a:rect b="b" l="l" r="r" t="t"/>
                    <a:pathLst>
                      <a:path extrusionOk="0" h="72866" w="213931">
                        <a:moveTo>
                          <a:pt x="0" y="0"/>
                        </a:moveTo>
                        <a:lnTo>
                          <a:pt x="0" y="53435"/>
                        </a:lnTo>
                        <a:cubicBezTo>
                          <a:pt x="0" y="64199"/>
                          <a:pt x="47911" y="72866"/>
                          <a:pt x="106966" y="72866"/>
                        </a:cubicBezTo>
                        <a:cubicBezTo>
                          <a:pt x="166021" y="72866"/>
                          <a:pt x="213932" y="64199"/>
                          <a:pt x="213932" y="53435"/>
                        </a:cubicBezTo>
                        <a:lnTo>
                          <a:pt x="213932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37" name="Google Shape;737;p24"/>
                  <p:cNvSpPr/>
                  <p:nvPr/>
                </p:nvSpPr>
                <p:spPr>
                  <a:xfrm>
                    <a:off x="7512843" y="836580"/>
                    <a:ext cx="213931" cy="38861"/>
                  </a:xfrm>
                  <a:custGeom>
                    <a:rect b="b" l="l" r="r" t="t"/>
                    <a:pathLst>
                      <a:path extrusionOk="0" h="38861" w="213931">
                        <a:moveTo>
                          <a:pt x="213932" y="19431"/>
                        </a:moveTo>
                        <a:cubicBezTo>
                          <a:pt x="213932" y="30162"/>
                          <a:pt x="166042" y="38862"/>
                          <a:pt x="106966" y="38862"/>
                        </a:cubicBezTo>
                        <a:cubicBezTo>
                          <a:pt x="47891" y="38862"/>
                          <a:pt x="1" y="30162"/>
                          <a:pt x="1" y="19431"/>
                        </a:cubicBezTo>
                        <a:cubicBezTo>
                          <a:pt x="1" y="8700"/>
                          <a:pt x="47891" y="0"/>
                          <a:pt x="106966" y="0"/>
                        </a:cubicBezTo>
                        <a:cubicBezTo>
                          <a:pt x="166042" y="0"/>
                          <a:pt x="213932" y="8700"/>
                          <a:pt x="213932" y="19431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738" name="Google Shape;738;p24"/>
                <p:cNvGrpSpPr/>
                <p:nvPr/>
              </p:nvGrpSpPr>
              <p:grpSpPr>
                <a:xfrm>
                  <a:off x="7512843" y="761238"/>
                  <a:ext cx="213931" cy="92296"/>
                  <a:chOff x="7512843" y="761238"/>
                  <a:chExt cx="213931" cy="92296"/>
                </a:xfrm>
              </p:grpSpPr>
              <p:sp>
                <p:nvSpPr>
                  <p:cNvPr id="739" name="Google Shape;739;p24"/>
                  <p:cNvSpPr/>
                  <p:nvPr/>
                </p:nvSpPr>
                <p:spPr>
                  <a:xfrm>
                    <a:off x="7512843" y="780668"/>
                    <a:ext cx="213931" cy="72866"/>
                  </a:xfrm>
                  <a:custGeom>
                    <a:rect b="b" l="l" r="r" t="t"/>
                    <a:pathLst>
                      <a:path extrusionOk="0" h="72866" w="213931">
                        <a:moveTo>
                          <a:pt x="0" y="0"/>
                        </a:moveTo>
                        <a:lnTo>
                          <a:pt x="0" y="53435"/>
                        </a:lnTo>
                        <a:cubicBezTo>
                          <a:pt x="0" y="64199"/>
                          <a:pt x="47911" y="72866"/>
                          <a:pt x="106966" y="72866"/>
                        </a:cubicBezTo>
                        <a:cubicBezTo>
                          <a:pt x="166021" y="72866"/>
                          <a:pt x="213932" y="64199"/>
                          <a:pt x="213932" y="53435"/>
                        </a:cubicBezTo>
                        <a:lnTo>
                          <a:pt x="213932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40" name="Google Shape;740;p24"/>
                  <p:cNvSpPr/>
                  <p:nvPr/>
                </p:nvSpPr>
                <p:spPr>
                  <a:xfrm>
                    <a:off x="7512843" y="761238"/>
                    <a:ext cx="213931" cy="38861"/>
                  </a:xfrm>
                  <a:custGeom>
                    <a:rect b="b" l="l" r="r" t="t"/>
                    <a:pathLst>
                      <a:path extrusionOk="0" h="38861" w="213931">
                        <a:moveTo>
                          <a:pt x="213932" y="19431"/>
                        </a:moveTo>
                        <a:cubicBezTo>
                          <a:pt x="213932" y="30162"/>
                          <a:pt x="166042" y="38862"/>
                          <a:pt x="106966" y="38862"/>
                        </a:cubicBezTo>
                        <a:cubicBezTo>
                          <a:pt x="47891" y="38862"/>
                          <a:pt x="1" y="30162"/>
                          <a:pt x="1" y="19431"/>
                        </a:cubicBezTo>
                        <a:cubicBezTo>
                          <a:pt x="1" y="8700"/>
                          <a:pt x="47891" y="0"/>
                          <a:pt x="106966" y="0"/>
                        </a:cubicBezTo>
                        <a:cubicBezTo>
                          <a:pt x="166042" y="0"/>
                          <a:pt x="213932" y="8700"/>
                          <a:pt x="213932" y="19431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741" name="Google Shape;741;p24"/>
                <p:cNvGrpSpPr/>
                <p:nvPr/>
              </p:nvGrpSpPr>
              <p:grpSpPr>
                <a:xfrm>
                  <a:off x="7512843" y="685800"/>
                  <a:ext cx="213931" cy="92297"/>
                  <a:chOff x="7512843" y="685800"/>
                  <a:chExt cx="213931" cy="92297"/>
                </a:xfrm>
              </p:grpSpPr>
              <p:sp>
                <p:nvSpPr>
                  <p:cNvPr id="742" name="Google Shape;742;p24"/>
                  <p:cNvSpPr/>
                  <p:nvPr/>
                </p:nvSpPr>
                <p:spPr>
                  <a:xfrm>
                    <a:off x="7512843" y="705231"/>
                    <a:ext cx="213931" cy="72866"/>
                  </a:xfrm>
                  <a:custGeom>
                    <a:rect b="b" l="l" r="r" t="t"/>
                    <a:pathLst>
                      <a:path extrusionOk="0" h="72866" w="213931">
                        <a:moveTo>
                          <a:pt x="0" y="0"/>
                        </a:moveTo>
                        <a:lnTo>
                          <a:pt x="0" y="53435"/>
                        </a:lnTo>
                        <a:cubicBezTo>
                          <a:pt x="0" y="64198"/>
                          <a:pt x="47911" y="72866"/>
                          <a:pt x="106966" y="72866"/>
                        </a:cubicBezTo>
                        <a:cubicBezTo>
                          <a:pt x="166021" y="72866"/>
                          <a:pt x="213932" y="64198"/>
                          <a:pt x="213932" y="53435"/>
                        </a:cubicBezTo>
                        <a:lnTo>
                          <a:pt x="213932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43" name="Google Shape;743;p24"/>
                  <p:cNvSpPr/>
                  <p:nvPr/>
                </p:nvSpPr>
                <p:spPr>
                  <a:xfrm>
                    <a:off x="7512843" y="685800"/>
                    <a:ext cx="213931" cy="38861"/>
                  </a:xfrm>
                  <a:custGeom>
                    <a:rect b="b" l="l" r="r" t="t"/>
                    <a:pathLst>
                      <a:path extrusionOk="0" h="38861" w="213931">
                        <a:moveTo>
                          <a:pt x="213932" y="19431"/>
                        </a:moveTo>
                        <a:cubicBezTo>
                          <a:pt x="213932" y="30162"/>
                          <a:pt x="166042" y="38862"/>
                          <a:pt x="106966" y="38862"/>
                        </a:cubicBezTo>
                        <a:cubicBezTo>
                          <a:pt x="47891" y="38862"/>
                          <a:pt x="1" y="30162"/>
                          <a:pt x="1" y="19431"/>
                        </a:cubicBezTo>
                        <a:cubicBezTo>
                          <a:pt x="1" y="8700"/>
                          <a:pt x="47891" y="0"/>
                          <a:pt x="106966" y="0"/>
                        </a:cubicBezTo>
                        <a:cubicBezTo>
                          <a:pt x="166042" y="0"/>
                          <a:pt x="213932" y="8700"/>
                          <a:pt x="213932" y="19431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</p:grpSp>
      </p:grp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47" name="Shape 7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8" name="Google Shape;748;p26"/>
          <p:cNvSpPr txBox="1"/>
          <p:nvPr>
            <p:ph type="ctrTitle"/>
          </p:nvPr>
        </p:nvSpPr>
        <p:spPr>
          <a:xfrm>
            <a:off x="713225" y="1144500"/>
            <a:ext cx="4112100" cy="237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000">
                <a:latin typeface="Epilogue"/>
                <a:ea typeface="Epilogue"/>
                <a:cs typeface="Epilogue"/>
                <a:sym typeface="Epilogue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/>
        </p:txBody>
      </p:sp>
      <p:sp>
        <p:nvSpPr>
          <p:cNvPr id="749" name="Google Shape;749;p26"/>
          <p:cNvSpPr txBox="1"/>
          <p:nvPr>
            <p:ph idx="1" type="subTitle"/>
          </p:nvPr>
        </p:nvSpPr>
        <p:spPr>
          <a:xfrm>
            <a:off x="713225" y="3523200"/>
            <a:ext cx="4112100" cy="47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50" name="Google Shape;750;p26"/>
          <p:cNvSpPr/>
          <p:nvPr/>
        </p:nvSpPr>
        <p:spPr>
          <a:xfrm rot="10800000">
            <a:off x="-1604593" y="-845132"/>
            <a:ext cx="3281418" cy="2132806"/>
          </a:xfrm>
          <a:custGeom>
            <a:rect b="b" l="l" r="r" t="t"/>
            <a:pathLst>
              <a:path extrusionOk="0" h="30330" w="38869">
                <a:moveTo>
                  <a:pt x="24297" y="1"/>
                </a:moveTo>
                <a:cubicBezTo>
                  <a:pt x="23576" y="1"/>
                  <a:pt x="22813" y="81"/>
                  <a:pt x="22018" y="271"/>
                </a:cubicBezTo>
                <a:cubicBezTo>
                  <a:pt x="16904" y="1494"/>
                  <a:pt x="14626" y="5778"/>
                  <a:pt x="11611" y="8671"/>
                </a:cubicBezTo>
                <a:cubicBezTo>
                  <a:pt x="10032" y="10186"/>
                  <a:pt x="7766" y="10684"/>
                  <a:pt x="5916" y="11826"/>
                </a:cubicBezTo>
                <a:cubicBezTo>
                  <a:pt x="0" y="15481"/>
                  <a:pt x="539" y="24197"/>
                  <a:pt x="4874" y="27639"/>
                </a:cubicBezTo>
                <a:cubicBezTo>
                  <a:pt x="7150" y="29445"/>
                  <a:pt x="9815" y="30330"/>
                  <a:pt x="12976" y="30330"/>
                </a:cubicBezTo>
                <a:cubicBezTo>
                  <a:pt x="15025" y="30330"/>
                  <a:pt x="17282" y="29958"/>
                  <a:pt x="19778" y="29225"/>
                </a:cubicBezTo>
                <a:cubicBezTo>
                  <a:pt x="26123" y="27360"/>
                  <a:pt x="30656" y="26268"/>
                  <a:pt x="34763" y="20412"/>
                </a:cubicBezTo>
                <a:cubicBezTo>
                  <a:pt x="38869" y="14558"/>
                  <a:pt x="35544" y="6859"/>
                  <a:pt x="30907" y="2368"/>
                </a:cubicBezTo>
                <a:cubicBezTo>
                  <a:pt x="30907" y="2368"/>
                  <a:pt x="28215" y="1"/>
                  <a:pt x="24297" y="1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1" name="Google Shape;751;p26"/>
          <p:cNvSpPr/>
          <p:nvPr/>
        </p:nvSpPr>
        <p:spPr>
          <a:xfrm flipH="1" rot="-9899992">
            <a:off x="-1515196" y="4121356"/>
            <a:ext cx="3953580" cy="1921771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752" name="Shape 7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3" name="Google Shape;753;p27"/>
          <p:cNvSpPr txBox="1"/>
          <p:nvPr>
            <p:ph type="title"/>
          </p:nvPr>
        </p:nvSpPr>
        <p:spPr>
          <a:xfrm>
            <a:off x="4047175" y="2571975"/>
            <a:ext cx="4383600" cy="84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754" name="Google Shape;754;p27"/>
          <p:cNvSpPr txBox="1"/>
          <p:nvPr>
            <p:ph hasCustomPrompt="1" idx="2" type="title"/>
          </p:nvPr>
        </p:nvSpPr>
        <p:spPr>
          <a:xfrm>
            <a:off x="4047175" y="1321975"/>
            <a:ext cx="1235700" cy="8418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755" name="Google Shape;755;p27"/>
          <p:cNvSpPr/>
          <p:nvPr>
            <p:ph idx="3" type="pic"/>
          </p:nvPr>
        </p:nvSpPr>
        <p:spPr>
          <a:xfrm>
            <a:off x="484625" y="1076550"/>
            <a:ext cx="2990400" cy="29904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756" name="Google Shape;756;p27"/>
          <p:cNvSpPr/>
          <p:nvPr/>
        </p:nvSpPr>
        <p:spPr>
          <a:xfrm flipH="1" rot="-3263452">
            <a:off x="5847147" y="3927927"/>
            <a:ext cx="2997856" cy="2576292"/>
          </a:xfrm>
          <a:custGeom>
            <a:rect b="b" l="l" r="r" t="t"/>
            <a:pathLst>
              <a:path extrusionOk="0" h="30330" w="38869">
                <a:moveTo>
                  <a:pt x="24297" y="1"/>
                </a:moveTo>
                <a:cubicBezTo>
                  <a:pt x="23576" y="1"/>
                  <a:pt x="22813" y="81"/>
                  <a:pt x="22018" y="271"/>
                </a:cubicBezTo>
                <a:cubicBezTo>
                  <a:pt x="16904" y="1494"/>
                  <a:pt x="14626" y="5778"/>
                  <a:pt x="11611" y="8671"/>
                </a:cubicBezTo>
                <a:cubicBezTo>
                  <a:pt x="10032" y="10186"/>
                  <a:pt x="7766" y="10684"/>
                  <a:pt x="5916" y="11826"/>
                </a:cubicBezTo>
                <a:cubicBezTo>
                  <a:pt x="0" y="15481"/>
                  <a:pt x="539" y="24197"/>
                  <a:pt x="4874" y="27639"/>
                </a:cubicBezTo>
                <a:cubicBezTo>
                  <a:pt x="7150" y="29445"/>
                  <a:pt x="9815" y="30330"/>
                  <a:pt x="12976" y="30330"/>
                </a:cubicBezTo>
                <a:cubicBezTo>
                  <a:pt x="15025" y="30330"/>
                  <a:pt x="17282" y="29958"/>
                  <a:pt x="19778" y="29225"/>
                </a:cubicBezTo>
                <a:cubicBezTo>
                  <a:pt x="26123" y="27360"/>
                  <a:pt x="30656" y="26268"/>
                  <a:pt x="34763" y="20412"/>
                </a:cubicBezTo>
                <a:cubicBezTo>
                  <a:pt x="38869" y="14558"/>
                  <a:pt x="35544" y="6859"/>
                  <a:pt x="30907" y="2368"/>
                </a:cubicBezTo>
                <a:cubicBezTo>
                  <a:pt x="30907" y="2368"/>
                  <a:pt x="28215" y="1"/>
                  <a:pt x="24297" y="1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7" name="Google Shape;757;p27"/>
          <p:cNvSpPr/>
          <p:nvPr/>
        </p:nvSpPr>
        <p:spPr>
          <a:xfrm flipH="1" rot="460623">
            <a:off x="6387251" y="-1517085"/>
            <a:ext cx="4087061" cy="3304707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8" name="Google Shape;758;p27"/>
          <p:cNvSpPr/>
          <p:nvPr/>
        </p:nvSpPr>
        <p:spPr>
          <a:xfrm flipH="1" rot="-4592116">
            <a:off x="6189" y="113200"/>
            <a:ext cx="642877" cy="519829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759" name="Shape 7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Google Shape;760;p2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761" name="Google Shape;761;p28"/>
          <p:cNvSpPr txBox="1"/>
          <p:nvPr>
            <p:ph idx="1" type="body"/>
          </p:nvPr>
        </p:nvSpPr>
        <p:spPr>
          <a:xfrm>
            <a:off x="720000" y="1215752"/>
            <a:ext cx="77040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1pPr>
            <a:lvl2pPr indent="-3048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2pPr>
            <a:lvl3pPr indent="-3048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3pPr>
            <a:lvl4pPr indent="-3048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4pPr>
            <a:lvl5pPr indent="-3048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5pPr>
            <a:lvl6pPr indent="-3048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6pPr>
            <a:lvl7pPr indent="-3048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7pPr>
            <a:lvl8pPr indent="-3048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8pPr>
            <a:lvl9pPr indent="-3048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9pPr>
          </a:lstStyle>
          <a:p/>
        </p:txBody>
      </p:sp>
      <p:sp>
        <p:nvSpPr>
          <p:cNvPr id="762" name="Google Shape;762;p28"/>
          <p:cNvSpPr/>
          <p:nvPr/>
        </p:nvSpPr>
        <p:spPr>
          <a:xfrm flipH="1" rot="-4014673">
            <a:off x="-1798429" y="-1029372"/>
            <a:ext cx="3158476" cy="2509636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3" name="Google Shape;763;p28"/>
          <p:cNvSpPr/>
          <p:nvPr/>
        </p:nvSpPr>
        <p:spPr>
          <a:xfrm flipH="1">
            <a:off x="8355841" y="2667287"/>
            <a:ext cx="734045" cy="45268"/>
          </a:xfrm>
          <a:custGeom>
            <a:rect b="b" l="l" r="r" t="t"/>
            <a:pathLst>
              <a:path extrusionOk="0" h="50863" w="824770">
                <a:moveTo>
                  <a:pt x="799338" y="50863"/>
                </a:moveTo>
                <a:lnTo>
                  <a:pt x="25432" y="50863"/>
                </a:lnTo>
                <a:cubicBezTo>
                  <a:pt x="11430" y="50863"/>
                  <a:pt x="0" y="39433"/>
                  <a:pt x="0" y="25432"/>
                </a:cubicBezTo>
                <a:lnTo>
                  <a:pt x="0" y="25432"/>
                </a:lnTo>
                <a:cubicBezTo>
                  <a:pt x="0" y="11430"/>
                  <a:pt x="11430" y="0"/>
                  <a:pt x="25432" y="0"/>
                </a:cubicBezTo>
                <a:lnTo>
                  <a:pt x="799338" y="0"/>
                </a:lnTo>
                <a:cubicBezTo>
                  <a:pt x="813339" y="0"/>
                  <a:pt x="824770" y="11430"/>
                  <a:pt x="824770" y="25432"/>
                </a:cubicBezTo>
                <a:lnTo>
                  <a:pt x="824770" y="25432"/>
                </a:lnTo>
                <a:cubicBezTo>
                  <a:pt x="824770" y="39433"/>
                  <a:pt x="813339" y="50863"/>
                  <a:pt x="799338" y="50863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764" name="Google Shape;764;p28"/>
          <p:cNvGrpSpPr/>
          <p:nvPr/>
        </p:nvGrpSpPr>
        <p:grpSpPr>
          <a:xfrm flipH="1">
            <a:off x="8380540" y="1729933"/>
            <a:ext cx="668783" cy="959747"/>
            <a:chOff x="10519314" y="4728596"/>
            <a:chExt cx="751780" cy="1078731"/>
          </a:xfrm>
        </p:grpSpPr>
        <p:grpSp>
          <p:nvGrpSpPr>
            <p:cNvPr id="765" name="Google Shape;765;p28"/>
            <p:cNvGrpSpPr/>
            <p:nvPr/>
          </p:nvGrpSpPr>
          <p:grpSpPr>
            <a:xfrm>
              <a:off x="10519314" y="4728596"/>
              <a:ext cx="626662" cy="1078731"/>
              <a:chOff x="10519314" y="4728596"/>
              <a:chExt cx="626662" cy="1078731"/>
            </a:xfrm>
          </p:grpSpPr>
          <p:grpSp>
            <p:nvGrpSpPr>
              <p:cNvPr id="766" name="Google Shape;766;p28"/>
              <p:cNvGrpSpPr/>
              <p:nvPr/>
            </p:nvGrpSpPr>
            <p:grpSpPr>
              <a:xfrm>
                <a:off x="10903220" y="4888205"/>
                <a:ext cx="242756" cy="919122"/>
                <a:chOff x="10903220" y="4888205"/>
                <a:chExt cx="242756" cy="919122"/>
              </a:xfrm>
            </p:grpSpPr>
            <p:sp>
              <p:nvSpPr>
                <p:cNvPr id="767" name="Google Shape;767;p28"/>
                <p:cNvSpPr/>
                <p:nvPr/>
              </p:nvSpPr>
              <p:spPr>
                <a:xfrm rot="-447735">
                  <a:off x="10961814" y="4892503"/>
                  <a:ext cx="125567" cy="910526"/>
                </a:xfrm>
                <a:custGeom>
                  <a:rect b="b" l="l" r="r" t="t"/>
                  <a:pathLst>
                    <a:path extrusionOk="0" h="909637" w="125444">
                      <a:moveTo>
                        <a:pt x="0" y="0"/>
                      </a:moveTo>
                      <a:lnTo>
                        <a:pt x="125445" y="0"/>
                      </a:lnTo>
                      <a:lnTo>
                        <a:pt x="125445" y="909637"/>
                      </a:lnTo>
                      <a:lnTo>
                        <a:pt x="0" y="909637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68" name="Google Shape;768;p28"/>
                <p:cNvSpPr/>
                <p:nvPr/>
              </p:nvSpPr>
              <p:spPr>
                <a:xfrm>
                  <a:off x="10952422" y="4933194"/>
                  <a:ext cx="42088" cy="42088"/>
                </a:xfrm>
                <a:custGeom>
                  <a:rect b="b" l="l" r="r" t="t"/>
                  <a:pathLst>
                    <a:path extrusionOk="0" h="42088" w="42088">
                      <a:moveTo>
                        <a:pt x="41904" y="18282"/>
                      </a:moveTo>
                      <a:cubicBezTo>
                        <a:pt x="43428" y="29807"/>
                        <a:pt x="35331" y="40380"/>
                        <a:pt x="23806" y="41904"/>
                      </a:cubicBezTo>
                      <a:cubicBezTo>
                        <a:pt x="12281" y="43428"/>
                        <a:pt x="1709" y="35332"/>
                        <a:pt x="184" y="23806"/>
                      </a:cubicBezTo>
                      <a:cubicBezTo>
                        <a:pt x="-1340" y="12281"/>
                        <a:pt x="6756" y="1708"/>
                        <a:pt x="18282" y="184"/>
                      </a:cubicBezTo>
                      <a:cubicBezTo>
                        <a:pt x="29807" y="-1340"/>
                        <a:pt x="40380" y="6757"/>
                        <a:pt x="41904" y="18282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69" name="Google Shape;769;p28"/>
                <p:cNvSpPr/>
                <p:nvPr/>
              </p:nvSpPr>
              <p:spPr>
                <a:xfrm>
                  <a:off x="10961186" y="5000250"/>
                  <a:ext cx="42087" cy="42087"/>
                </a:xfrm>
                <a:custGeom>
                  <a:rect b="b" l="l" r="r" t="t"/>
                  <a:pathLst>
                    <a:path extrusionOk="0" h="42087" w="42087">
                      <a:moveTo>
                        <a:pt x="41904" y="18282"/>
                      </a:moveTo>
                      <a:cubicBezTo>
                        <a:pt x="43427" y="29807"/>
                        <a:pt x="35331" y="40380"/>
                        <a:pt x="23806" y="41904"/>
                      </a:cubicBezTo>
                      <a:cubicBezTo>
                        <a:pt x="12280" y="43428"/>
                        <a:pt x="1708" y="35332"/>
                        <a:pt x="184" y="23806"/>
                      </a:cubicBezTo>
                      <a:cubicBezTo>
                        <a:pt x="-1340" y="12281"/>
                        <a:pt x="6756" y="1708"/>
                        <a:pt x="18281" y="184"/>
                      </a:cubicBezTo>
                      <a:cubicBezTo>
                        <a:pt x="29807" y="-1340"/>
                        <a:pt x="40380" y="6757"/>
                        <a:pt x="41904" y="18282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770" name="Google Shape;770;p28"/>
                <p:cNvGrpSpPr/>
                <p:nvPr/>
              </p:nvGrpSpPr>
              <p:grpSpPr>
                <a:xfrm>
                  <a:off x="11014221" y="5588618"/>
                  <a:ext cx="100021" cy="114784"/>
                  <a:chOff x="11014221" y="5588618"/>
                  <a:chExt cx="100021" cy="114784"/>
                </a:xfrm>
              </p:grpSpPr>
              <p:sp>
                <p:nvSpPr>
                  <p:cNvPr id="771" name="Google Shape;771;p28"/>
                  <p:cNvSpPr/>
                  <p:nvPr/>
                </p:nvSpPr>
                <p:spPr>
                  <a:xfrm rot="-447735">
                    <a:off x="11014826" y="5594269"/>
                    <a:ext cx="88001" cy="15064"/>
                  </a:xfrm>
                  <a:custGeom>
                    <a:rect b="b" l="l" r="r" t="t"/>
                    <a:pathLst>
                      <a:path extrusionOk="0" h="15049" w="87915">
                        <a:moveTo>
                          <a:pt x="0" y="0"/>
                        </a:moveTo>
                        <a:lnTo>
                          <a:pt x="87916" y="0"/>
                        </a:lnTo>
                        <a:lnTo>
                          <a:pt x="87916" y="15049"/>
                        </a:lnTo>
                        <a:lnTo>
                          <a:pt x="0" y="15049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72" name="Google Shape;772;p28"/>
                  <p:cNvSpPr/>
                  <p:nvPr/>
                </p:nvSpPr>
                <p:spPr>
                  <a:xfrm rot="-447735">
                    <a:off x="11018646" y="5623150"/>
                    <a:ext cx="88001" cy="15064"/>
                  </a:xfrm>
                  <a:custGeom>
                    <a:rect b="b" l="l" r="r" t="t"/>
                    <a:pathLst>
                      <a:path extrusionOk="0" h="15049" w="87915">
                        <a:moveTo>
                          <a:pt x="0" y="0"/>
                        </a:moveTo>
                        <a:lnTo>
                          <a:pt x="87916" y="0"/>
                        </a:lnTo>
                        <a:lnTo>
                          <a:pt x="87916" y="15050"/>
                        </a:lnTo>
                        <a:lnTo>
                          <a:pt x="0" y="1505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73" name="Google Shape;773;p28"/>
                  <p:cNvSpPr/>
                  <p:nvPr/>
                </p:nvSpPr>
                <p:spPr>
                  <a:xfrm rot="-447735">
                    <a:off x="11021820" y="5653805"/>
                    <a:ext cx="88001" cy="15064"/>
                  </a:xfrm>
                  <a:custGeom>
                    <a:rect b="b" l="l" r="r" t="t"/>
                    <a:pathLst>
                      <a:path extrusionOk="0" h="15049" w="87915">
                        <a:moveTo>
                          <a:pt x="0" y="0"/>
                        </a:moveTo>
                        <a:lnTo>
                          <a:pt x="87916" y="0"/>
                        </a:lnTo>
                        <a:lnTo>
                          <a:pt x="87916" y="15050"/>
                        </a:lnTo>
                        <a:lnTo>
                          <a:pt x="0" y="1505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74" name="Google Shape;774;p28"/>
                  <p:cNvSpPr/>
                  <p:nvPr/>
                </p:nvSpPr>
                <p:spPr>
                  <a:xfrm rot="-447735">
                    <a:off x="11025635" y="5682688"/>
                    <a:ext cx="88001" cy="15064"/>
                  </a:xfrm>
                  <a:custGeom>
                    <a:rect b="b" l="l" r="r" t="t"/>
                    <a:pathLst>
                      <a:path extrusionOk="0" h="15049" w="87915">
                        <a:moveTo>
                          <a:pt x="0" y="0"/>
                        </a:moveTo>
                        <a:lnTo>
                          <a:pt x="87915" y="0"/>
                        </a:lnTo>
                        <a:lnTo>
                          <a:pt x="87915" y="15050"/>
                        </a:lnTo>
                        <a:lnTo>
                          <a:pt x="0" y="1505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grpSp>
            <p:nvGrpSpPr>
              <p:cNvPr id="775" name="Google Shape;775;p28"/>
              <p:cNvGrpSpPr/>
              <p:nvPr/>
            </p:nvGrpSpPr>
            <p:grpSpPr>
              <a:xfrm>
                <a:off x="10718623" y="4728596"/>
                <a:ext cx="229169" cy="1075979"/>
                <a:chOff x="10718623" y="4728596"/>
                <a:chExt cx="229169" cy="1075979"/>
              </a:xfrm>
            </p:grpSpPr>
            <p:sp>
              <p:nvSpPr>
                <p:cNvPr id="776" name="Google Shape;776;p28"/>
                <p:cNvSpPr/>
                <p:nvPr/>
              </p:nvSpPr>
              <p:spPr>
                <a:xfrm rot="-172174">
                  <a:off x="10745259" y="4732329"/>
                  <a:ext cx="175897" cy="1068513"/>
                </a:xfrm>
                <a:custGeom>
                  <a:rect b="b" l="l" r="r" t="t"/>
                  <a:pathLst>
                    <a:path extrusionOk="0" h="1069848" w="176117">
                      <a:moveTo>
                        <a:pt x="0" y="0"/>
                      </a:moveTo>
                      <a:lnTo>
                        <a:pt x="176117" y="0"/>
                      </a:lnTo>
                      <a:lnTo>
                        <a:pt x="176117" y="1069848"/>
                      </a:lnTo>
                      <a:lnTo>
                        <a:pt x="0" y="1069848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77" name="Google Shape;777;p28"/>
                <p:cNvSpPr/>
                <p:nvPr/>
              </p:nvSpPr>
              <p:spPr>
                <a:xfrm>
                  <a:off x="10787634" y="5182743"/>
                  <a:ext cx="87629" cy="87630"/>
                </a:xfrm>
                <a:custGeom>
                  <a:rect b="b" l="l" r="r" t="t"/>
                  <a:pathLst>
                    <a:path extrusionOk="0" h="87630" w="87629">
                      <a:moveTo>
                        <a:pt x="87630" y="43815"/>
                      </a:moveTo>
                      <a:cubicBezTo>
                        <a:pt x="87630" y="68013"/>
                        <a:pt x="68014" y="87630"/>
                        <a:pt x="43815" y="87630"/>
                      </a:cubicBezTo>
                      <a:cubicBezTo>
                        <a:pt x="19617" y="87630"/>
                        <a:pt x="1" y="68014"/>
                        <a:pt x="1" y="43815"/>
                      </a:cubicBezTo>
                      <a:cubicBezTo>
                        <a:pt x="1" y="19617"/>
                        <a:pt x="19617" y="0"/>
                        <a:pt x="43815" y="0"/>
                      </a:cubicBezTo>
                      <a:cubicBezTo>
                        <a:pt x="68014" y="0"/>
                        <a:pt x="87630" y="19616"/>
                        <a:pt x="87630" y="43815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778" name="Google Shape;778;p28"/>
                <p:cNvGrpSpPr/>
                <p:nvPr/>
              </p:nvGrpSpPr>
              <p:grpSpPr>
                <a:xfrm>
                  <a:off x="10765015" y="5040134"/>
                  <a:ext cx="116314" cy="49775"/>
                  <a:chOff x="10765015" y="5040134"/>
                  <a:chExt cx="116314" cy="49775"/>
                </a:xfrm>
              </p:grpSpPr>
              <p:sp>
                <p:nvSpPr>
                  <p:cNvPr id="779" name="Google Shape;779;p28"/>
                  <p:cNvSpPr/>
                  <p:nvPr/>
                </p:nvSpPr>
                <p:spPr>
                  <a:xfrm rot="-172174">
                    <a:off x="10765318" y="5042987"/>
                    <a:ext cx="114347" cy="14935"/>
                  </a:xfrm>
                  <a:custGeom>
                    <a:rect b="b" l="l" r="r" t="t"/>
                    <a:pathLst>
                      <a:path extrusionOk="0" h="14954" w="114490">
                        <a:moveTo>
                          <a:pt x="0" y="0"/>
                        </a:moveTo>
                        <a:lnTo>
                          <a:pt x="114490" y="0"/>
                        </a:lnTo>
                        <a:lnTo>
                          <a:pt x="114490" y="14954"/>
                        </a:lnTo>
                        <a:lnTo>
                          <a:pt x="0" y="1495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80" name="Google Shape;780;p28"/>
                  <p:cNvSpPr/>
                  <p:nvPr/>
                </p:nvSpPr>
                <p:spPr>
                  <a:xfrm rot="-172174">
                    <a:off x="10766681" y="5072121"/>
                    <a:ext cx="114347" cy="14935"/>
                  </a:xfrm>
                  <a:custGeom>
                    <a:rect b="b" l="l" r="r" t="t"/>
                    <a:pathLst>
                      <a:path extrusionOk="0" h="14954" w="114490">
                        <a:moveTo>
                          <a:pt x="0" y="0"/>
                        </a:moveTo>
                        <a:lnTo>
                          <a:pt x="114491" y="0"/>
                        </a:lnTo>
                        <a:lnTo>
                          <a:pt x="114491" y="14954"/>
                        </a:lnTo>
                        <a:lnTo>
                          <a:pt x="0" y="1495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781" name="Google Shape;781;p28"/>
                <p:cNvGrpSpPr/>
                <p:nvPr/>
              </p:nvGrpSpPr>
              <p:grpSpPr>
                <a:xfrm>
                  <a:off x="10784825" y="5436314"/>
                  <a:ext cx="116414" cy="49961"/>
                  <a:chOff x="10784825" y="5436314"/>
                  <a:chExt cx="116414" cy="49961"/>
                </a:xfrm>
              </p:grpSpPr>
              <p:sp>
                <p:nvSpPr>
                  <p:cNvPr id="782" name="Google Shape;782;p28"/>
                  <p:cNvSpPr/>
                  <p:nvPr/>
                </p:nvSpPr>
                <p:spPr>
                  <a:xfrm rot="-172174">
                    <a:off x="10785128" y="5439167"/>
                    <a:ext cx="114347" cy="14935"/>
                  </a:xfrm>
                  <a:custGeom>
                    <a:rect b="b" l="l" r="r" t="t"/>
                    <a:pathLst>
                      <a:path extrusionOk="0" h="14954" w="114490">
                        <a:moveTo>
                          <a:pt x="0" y="0"/>
                        </a:moveTo>
                        <a:lnTo>
                          <a:pt x="114491" y="0"/>
                        </a:lnTo>
                        <a:lnTo>
                          <a:pt x="114491" y="14955"/>
                        </a:lnTo>
                        <a:lnTo>
                          <a:pt x="0" y="14955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83" name="Google Shape;783;p28"/>
                  <p:cNvSpPr/>
                  <p:nvPr/>
                </p:nvSpPr>
                <p:spPr>
                  <a:xfrm rot="-172174">
                    <a:off x="10786591" y="5468487"/>
                    <a:ext cx="114347" cy="14935"/>
                  </a:xfrm>
                  <a:custGeom>
                    <a:rect b="b" l="l" r="r" t="t"/>
                    <a:pathLst>
                      <a:path extrusionOk="0" h="14954" w="114490">
                        <a:moveTo>
                          <a:pt x="0" y="0"/>
                        </a:moveTo>
                        <a:lnTo>
                          <a:pt x="114490" y="0"/>
                        </a:lnTo>
                        <a:lnTo>
                          <a:pt x="114490" y="14955"/>
                        </a:lnTo>
                        <a:lnTo>
                          <a:pt x="0" y="14955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grpSp>
            <p:nvGrpSpPr>
              <p:cNvPr id="784" name="Google Shape;784;p28"/>
              <p:cNvGrpSpPr/>
              <p:nvPr/>
            </p:nvGrpSpPr>
            <p:grpSpPr>
              <a:xfrm>
                <a:off x="10519314" y="4813458"/>
                <a:ext cx="202120" cy="992123"/>
                <a:chOff x="10519314" y="4813458"/>
                <a:chExt cx="202120" cy="992123"/>
              </a:xfrm>
            </p:grpSpPr>
            <p:sp>
              <p:nvSpPr>
                <p:cNvPr id="785" name="Google Shape;785;p28"/>
                <p:cNvSpPr/>
                <p:nvPr/>
              </p:nvSpPr>
              <p:spPr>
                <a:xfrm>
                  <a:off x="10519314" y="4813458"/>
                  <a:ext cx="202120" cy="992123"/>
                </a:xfrm>
                <a:custGeom>
                  <a:rect b="b" l="l" r="r" t="t"/>
                  <a:pathLst>
                    <a:path extrusionOk="0" h="992123" w="202120">
                      <a:moveTo>
                        <a:pt x="0" y="0"/>
                      </a:moveTo>
                      <a:lnTo>
                        <a:pt x="202120" y="0"/>
                      </a:lnTo>
                      <a:lnTo>
                        <a:pt x="202120" y="992124"/>
                      </a:lnTo>
                      <a:lnTo>
                        <a:pt x="0" y="992124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86" name="Google Shape;786;p28"/>
                <p:cNvSpPr/>
                <p:nvPr/>
              </p:nvSpPr>
              <p:spPr>
                <a:xfrm>
                  <a:off x="10558843" y="4891468"/>
                  <a:ext cx="123063" cy="123062"/>
                </a:xfrm>
                <a:custGeom>
                  <a:rect b="b" l="l" r="r" t="t"/>
                  <a:pathLst>
                    <a:path extrusionOk="0" h="123062" w="123063">
                      <a:moveTo>
                        <a:pt x="123063" y="61532"/>
                      </a:moveTo>
                      <a:cubicBezTo>
                        <a:pt x="123063" y="95514"/>
                        <a:pt x="95514" y="123063"/>
                        <a:pt x="61531" y="123063"/>
                      </a:cubicBezTo>
                      <a:cubicBezTo>
                        <a:pt x="27548" y="123063"/>
                        <a:pt x="-1" y="95514"/>
                        <a:pt x="-1" y="61532"/>
                      </a:cubicBezTo>
                      <a:cubicBezTo>
                        <a:pt x="-1" y="27549"/>
                        <a:pt x="27548" y="0"/>
                        <a:pt x="61531" y="0"/>
                      </a:cubicBezTo>
                      <a:cubicBezTo>
                        <a:pt x="95514" y="0"/>
                        <a:pt x="123063" y="27549"/>
                        <a:pt x="123063" y="61532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787" name="Google Shape;787;p28"/>
                <p:cNvGrpSpPr/>
                <p:nvPr/>
              </p:nvGrpSpPr>
              <p:grpSpPr>
                <a:xfrm>
                  <a:off x="10556176" y="5465730"/>
                  <a:ext cx="128397" cy="44196"/>
                  <a:chOff x="10556176" y="5465730"/>
                  <a:chExt cx="128397" cy="44196"/>
                </a:xfrm>
              </p:grpSpPr>
              <p:sp>
                <p:nvSpPr>
                  <p:cNvPr id="788" name="Google Shape;788;p28"/>
                  <p:cNvSpPr/>
                  <p:nvPr/>
                </p:nvSpPr>
                <p:spPr>
                  <a:xfrm>
                    <a:off x="10556176" y="5465730"/>
                    <a:ext cx="128397" cy="14954"/>
                  </a:xfrm>
                  <a:custGeom>
                    <a:rect b="b" l="l" r="r" t="t"/>
                    <a:pathLst>
                      <a:path extrusionOk="0" h="14954" w="128397">
                        <a:moveTo>
                          <a:pt x="0" y="0"/>
                        </a:moveTo>
                        <a:lnTo>
                          <a:pt x="128397" y="0"/>
                        </a:lnTo>
                        <a:lnTo>
                          <a:pt x="128397" y="14954"/>
                        </a:lnTo>
                        <a:lnTo>
                          <a:pt x="0" y="1495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89" name="Google Shape;789;p28"/>
                  <p:cNvSpPr/>
                  <p:nvPr/>
                </p:nvSpPr>
                <p:spPr>
                  <a:xfrm>
                    <a:off x="10556176" y="5494972"/>
                    <a:ext cx="128397" cy="14954"/>
                  </a:xfrm>
                  <a:custGeom>
                    <a:rect b="b" l="l" r="r" t="t"/>
                    <a:pathLst>
                      <a:path extrusionOk="0" h="14954" w="128397">
                        <a:moveTo>
                          <a:pt x="0" y="0"/>
                        </a:moveTo>
                        <a:lnTo>
                          <a:pt x="128397" y="0"/>
                        </a:lnTo>
                        <a:lnTo>
                          <a:pt x="128397" y="14955"/>
                        </a:lnTo>
                        <a:lnTo>
                          <a:pt x="0" y="14955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790" name="Google Shape;790;p28"/>
                <p:cNvGrpSpPr/>
                <p:nvPr/>
              </p:nvGrpSpPr>
              <p:grpSpPr>
                <a:xfrm>
                  <a:off x="10556176" y="5689187"/>
                  <a:ext cx="128397" cy="44196"/>
                  <a:chOff x="10556176" y="5689187"/>
                  <a:chExt cx="128397" cy="44196"/>
                </a:xfrm>
              </p:grpSpPr>
              <p:sp>
                <p:nvSpPr>
                  <p:cNvPr id="791" name="Google Shape;791;p28"/>
                  <p:cNvSpPr/>
                  <p:nvPr/>
                </p:nvSpPr>
                <p:spPr>
                  <a:xfrm>
                    <a:off x="10556176" y="5689187"/>
                    <a:ext cx="128397" cy="14954"/>
                  </a:xfrm>
                  <a:custGeom>
                    <a:rect b="b" l="l" r="r" t="t"/>
                    <a:pathLst>
                      <a:path extrusionOk="0" h="14954" w="128397">
                        <a:moveTo>
                          <a:pt x="0" y="0"/>
                        </a:moveTo>
                        <a:lnTo>
                          <a:pt x="128397" y="0"/>
                        </a:lnTo>
                        <a:lnTo>
                          <a:pt x="128397" y="14954"/>
                        </a:lnTo>
                        <a:lnTo>
                          <a:pt x="0" y="1495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92" name="Google Shape;792;p28"/>
                  <p:cNvSpPr/>
                  <p:nvPr/>
                </p:nvSpPr>
                <p:spPr>
                  <a:xfrm>
                    <a:off x="10556176" y="5718429"/>
                    <a:ext cx="128397" cy="14954"/>
                  </a:xfrm>
                  <a:custGeom>
                    <a:rect b="b" l="l" r="r" t="t"/>
                    <a:pathLst>
                      <a:path extrusionOk="0" h="14954" w="128397">
                        <a:moveTo>
                          <a:pt x="0" y="0"/>
                        </a:moveTo>
                        <a:lnTo>
                          <a:pt x="128397" y="0"/>
                        </a:lnTo>
                        <a:lnTo>
                          <a:pt x="128397" y="14954"/>
                        </a:lnTo>
                        <a:lnTo>
                          <a:pt x="0" y="1495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</p:grpSp>
        <p:grpSp>
          <p:nvGrpSpPr>
            <p:cNvPr id="793" name="Google Shape;793;p28"/>
            <p:cNvGrpSpPr/>
            <p:nvPr/>
          </p:nvGrpSpPr>
          <p:grpSpPr>
            <a:xfrm>
              <a:off x="11058042" y="5088325"/>
              <a:ext cx="213052" cy="717953"/>
              <a:chOff x="11058042" y="5088325"/>
              <a:chExt cx="213052" cy="717953"/>
            </a:xfrm>
          </p:grpSpPr>
          <p:sp>
            <p:nvSpPr>
              <p:cNvPr id="794" name="Google Shape;794;p28"/>
              <p:cNvSpPr/>
              <p:nvPr/>
            </p:nvSpPr>
            <p:spPr>
              <a:xfrm rot="-631368">
                <a:off x="11122592" y="5089982"/>
                <a:ext cx="83952" cy="714640"/>
              </a:xfrm>
              <a:custGeom>
                <a:rect b="b" l="l" r="r" t="t"/>
                <a:pathLst>
                  <a:path extrusionOk="0" h="715136" w="84010">
                    <a:moveTo>
                      <a:pt x="0" y="0"/>
                    </a:moveTo>
                    <a:lnTo>
                      <a:pt x="84010" y="0"/>
                    </a:lnTo>
                    <a:lnTo>
                      <a:pt x="84010" y="715137"/>
                    </a:lnTo>
                    <a:lnTo>
                      <a:pt x="0" y="715137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5" name="Google Shape;795;p28"/>
              <p:cNvSpPr/>
              <p:nvPr/>
            </p:nvSpPr>
            <p:spPr>
              <a:xfrm rot="-631368">
                <a:off x="11154645" y="5271518"/>
                <a:ext cx="25985" cy="411004"/>
              </a:xfrm>
              <a:custGeom>
                <a:rect b="b" l="l" r="r" t="t"/>
                <a:pathLst>
                  <a:path extrusionOk="0" h="411289" w="26003">
                    <a:moveTo>
                      <a:pt x="0" y="0"/>
                    </a:moveTo>
                    <a:lnTo>
                      <a:pt x="26003" y="0"/>
                    </a:lnTo>
                    <a:lnTo>
                      <a:pt x="26003" y="411289"/>
                    </a:lnTo>
                    <a:lnTo>
                      <a:pt x="0" y="411289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796" name="Google Shape;796;p28"/>
          <p:cNvGrpSpPr/>
          <p:nvPr/>
        </p:nvGrpSpPr>
        <p:grpSpPr>
          <a:xfrm flipH="1">
            <a:off x="8485925" y="662239"/>
            <a:ext cx="516117" cy="779220"/>
            <a:chOff x="10572463" y="3528536"/>
            <a:chExt cx="580168" cy="875823"/>
          </a:xfrm>
        </p:grpSpPr>
        <p:grpSp>
          <p:nvGrpSpPr>
            <p:cNvPr id="797" name="Google Shape;797;p28"/>
            <p:cNvGrpSpPr/>
            <p:nvPr/>
          </p:nvGrpSpPr>
          <p:grpSpPr>
            <a:xfrm>
              <a:off x="10713815" y="3528536"/>
              <a:ext cx="438816" cy="746664"/>
              <a:chOff x="10713815" y="3528536"/>
              <a:chExt cx="438816" cy="746664"/>
            </a:xfrm>
          </p:grpSpPr>
          <p:sp>
            <p:nvSpPr>
              <p:cNvPr id="798" name="Google Shape;798;p28"/>
              <p:cNvSpPr/>
              <p:nvPr/>
            </p:nvSpPr>
            <p:spPr>
              <a:xfrm>
                <a:off x="10713815" y="3528536"/>
                <a:ext cx="438816" cy="746664"/>
              </a:xfrm>
              <a:custGeom>
                <a:rect b="b" l="l" r="r" t="t"/>
                <a:pathLst>
                  <a:path extrusionOk="0" h="746664" w="438816">
                    <a:moveTo>
                      <a:pt x="438721" y="746569"/>
                    </a:moveTo>
                    <a:lnTo>
                      <a:pt x="0" y="746569"/>
                    </a:lnTo>
                    <a:lnTo>
                      <a:pt x="0" y="0"/>
                    </a:lnTo>
                    <a:lnTo>
                      <a:pt x="326231" y="0"/>
                    </a:lnTo>
                    <a:cubicBezTo>
                      <a:pt x="370141" y="43910"/>
                      <a:pt x="394811" y="68580"/>
                      <a:pt x="438816" y="112585"/>
                    </a:cubicBezTo>
                    <a:lnTo>
                      <a:pt x="438816" y="746665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799" name="Google Shape;799;p28"/>
              <p:cNvGrpSpPr/>
              <p:nvPr/>
            </p:nvGrpSpPr>
            <p:grpSpPr>
              <a:xfrm>
                <a:off x="10776489" y="3625310"/>
                <a:ext cx="313848" cy="288226"/>
                <a:chOff x="10776489" y="3625310"/>
                <a:chExt cx="313848" cy="288226"/>
              </a:xfrm>
            </p:grpSpPr>
            <p:sp>
              <p:nvSpPr>
                <p:cNvPr id="800" name="Google Shape;800;p28"/>
                <p:cNvSpPr/>
                <p:nvPr/>
              </p:nvSpPr>
              <p:spPr>
                <a:xfrm>
                  <a:off x="10776489" y="3625310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01" name="Google Shape;801;p28"/>
                <p:cNvSpPr/>
                <p:nvPr/>
              </p:nvSpPr>
              <p:spPr>
                <a:xfrm>
                  <a:off x="10776489" y="3678650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02" name="Google Shape;802;p28"/>
                <p:cNvSpPr/>
                <p:nvPr/>
              </p:nvSpPr>
              <p:spPr>
                <a:xfrm>
                  <a:off x="10776489" y="3731990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03" name="Google Shape;803;p28"/>
                <p:cNvSpPr/>
                <p:nvPr/>
              </p:nvSpPr>
              <p:spPr>
                <a:xfrm>
                  <a:off x="10776489" y="3785425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04" name="Google Shape;804;p28"/>
                <p:cNvSpPr/>
                <p:nvPr/>
              </p:nvSpPr>
              <p:spPr>
                <a:xfrm>
                  <a:off x="10776489" y="3838765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05" name="Google Shape;805;p28"/>
                <p:cNvSpPr/>
                <p:nvPr/>
              </p:nvSpPr>
              <p:spPr>
                <a:xfrm>
                  <a:off x="10776489" y="3892105"/>
                  <a:ext cx="184689" cy="21431"/>
                </a:xfrm>
                <a:custGeom>
                  <a:rect b="b" l="l" r="r" t="t"/>
                  <a:pathLst>
                    <a:path extrusionOk="0" h="21431" w="184689">
                      <a:moveTo>
                        <a:pt x="0" y="0"/>
                      </a:moveTo>
                      <a:lnTo>
                        <a:pt x="184690" y="0"/>
                      </a:lnTo>
                      <a:lnTo>
                        <a:pt x="184690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rgbClr val="42444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806" name="Google Shape;806;p28"/>
              <p:cNvGrpSpPr/>
              <p:nvPr/>
            </p:nvGrpSpPr>
            <p:grpSpPr>
              <a:xfrm>
                <a:off x="10776489" y="3999547"/>
                <a:ext cx="313848" cy="181546"/>
                <a:chOff x="10776489" y="3999547"/>
                <a:chExt cx="313848" cy="181546"/>
              </a:xfrm>
            </p:grpSpPr>
            <p:sp>
              <p:nvSpPr>
                <p:cNvPr id="807" name="Google Shape;807;p28"/>
                <p:cNvSpPr/>
                <p:nvPr/>
              </p:nvSpPr>
              <p:spPr>
                <a:xfrm>
                  <a:off x="10776489" y="3999547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08" name="Google Shape;808;p28"/>
                <p:cNvSpPr/>
                <p:nvPr/>
              </p:nvSpPr>
              <p:spPr>
                <a:xfrm>
                  <a:off x="10776489" y="4052887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09" name="Google Shape;809;p28"/>
                <p:cNvSpPr/>
                <p:nvPr/>
              </p:nvSpPr>
              <p:spPr>
                <a:xfrm>
                  <a:off x="10776489" y="4106322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10" name="Google Shape;810;p28"/>
                <p:cNvSpPr/>
                <p:nvPr/>
              </p:nvSpPr>
              <p:spPr>
                <a:xfrm>
                  <a:off x="10776489" y="4159662"/>
                  <a:ext cx="184689" cy="21431"/>
                </a:xfrm>
                <a:custGeom>
                  <a:rect b="b" l="l" r="r" t="t"/>
                  <a:pathLst>
                    <a:path extrusionOk="0" h="21431" w="184689">
                      <a:moveTo>
                        <a:pt x="0" y="0"/>
                      </a:moveTo>
                      <a:lnTo>
                        <a:pt x="184690" y="0"/>
                      </a:lnTo>
                      <a:lnTo>
                        <a:pt x="184690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rgbClr val="42444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811" name="Google Shape;811;p28"/>
              <p:cNvSpPr/>
              <p:nvPr/>
            </p:nvSpPr>
            <p:spPr>
              <a:xfrm>
                <a:off x="11039951" y="3528536"/>
                <a:ext cx="112584" cy="112585"/>
              </a:xfrm>
              <a:custGeom>
                <a:rect b="b" l="l" r="r" t="t"/>
                <a:pathLst>
                  <a:path extrusionOk="0" h="112585" w="112584">
                    <a:moveTo>
                      <a:pt x="112585" y="112585"/>
                    </a:moveTo>
                    <a:lnTo>
                      <a:pt x="0" y="112585"/>
                    </a:lnTo>
                    <a:lnTo>
                      <a:pt x="0" y="0"/>
                    </a:lnTo>
                    <a:lnTo>
                      <a:pt x="0" y="0"/>
                    </a:lnTo>
                    <a:cubicBezTo>
                      <a:pt x="43910" y="43910"/>
                      <a:pt x="68580" y="68580"/>
                      <a:pt x="112585" y="112585"/>
                    </a:cubicBezTo>
                    <a:lnTo>
                      <a:pt x="112585" y="112585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12" name="Google Shape;812;p28"/>
            <p:cNvGrpSpPr/>
            <p:nvPr/>
          </p:nvGrpSpPr>
          <p:grpSpPr>
            <a:xfrm>
              <a:off x="10572463" y="3657790"/>
              <a:ext cx="438817" cy="746569"/>
              <a:chOff x="10572463" y="3657790"/>
              <a:chExt cx="438817" cy="746569"/>
            </a:xfrm>
          </p:grpSpPr>
          <p:sp>
            <p:nvSpPr>
              <p:cNvPr id="813" name="Google Shape;813;p28"/>
              <p:cNvSpPr/>
              <p:nvPr/>
            </p:nvSpPr>
            <p:spPr>
              <a:xfrm>
                <a:off x="10572463" y="3657790"/>
                <a:ext cx="438817" cy="746569"/>
              </a:xfrm>
              <a:custGeom>
                <a:rect b="b" l="l" r="r" t="t"/>
                <a:pathLst>
                  <a:path extrusionOk="0" h="746569" w="438817">
                    <a:moveTo>
                      <a:pt x="438722" y="746570"/>
                    </a:moveTo>
                    <a:lnTo>
                      <a:pt x="0" y="746570"/>
                    </a:lnTo>
                    <a:lnTo>
                      <a:pt x="0" y="0"/>
                    </a:lnTo>
                    <a:lnTo>
                      <a:pt x="326231" y="0"/>
                    </a:lnTo>
                    <a:cubicBezTo>
                      <a:pt x="370141" y="43910"/>
                      <a:pt x="394812" y="68580"/>
                      <a:pt x="438817" y="112586"/>
                    </a:cubicBezTo>
                    <a:lnTo>
                      <a:pt x="438817" y="74657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814" name="Google Shape;814;p28"/>
              <p:cNvGrpSpPr/>
              <p:nvPr/>
            </p:nvGrpSpPr>
            <p:grpSpPr>
              <a:xfrm>
                <a:off x="10635138" y="3754469"/>
                <a:ext cx="313848" cy="288321"/>
                <a:chOff x="10635138" y="3754469"/>
                <a:chExt cx="313848" cy="288321"/>
              </a:xfrm>
            </p:grpSpPr>
            <p:sp>
              <p:nvSpPr>
                <p:cNvPr id="815" name="Google Shape;815;p28"/>
                <p:cNvSpPr/>
                <p:nvPr/>
              </p:nvSpPr>
              <p:spPr>
                <a:xfrm>
                  <a:off x="10635138" y="3754469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16" name="Google Shape;816;p28"/>
                <p:cNvSpPr/>
                <p:nvPr/>
              </p:nvSpPr>
              <p:spPr>
                <a:xfrm>
                  <a:off x="10635138" y="3807904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17" name="Google Shape;817;p28"/>
                <p:cNvSpPr/>
                <p:nvPr/>
              </p:nvSpPr>
              <p:spPr>
                <a:xfrm>
                  <a:off x="10635138" y="3861244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18" name="Google Shape;818;p28"/>
                <p:cNvSpPr/>
                <p:nvPr/>
              </p:nvSpPr>
              <p:spPr>
                <a:xfrm>
                  <a:off x="10635138" y="3914584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19" name="Google Shape;819;p28"/>
                <p:cNvSpPr/>
                <p:nvPr/>
              </p:nvSpPr>
              <p:spPr>
                <a:xfrm>
                  <a:off x="10635138" y="3968019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20" name="Google Shape;820;p28"/>
                <p:cNvSpPr/>
                <p:nvPr/>
              </p:nvSpPr>
              <p:spPr>
                <a:xfrm>
                  <a:off x="10635138" y="4021359"/>
                  <a:ext cx="184689" cy="21431"/>
                </a:xfrm>
                <a:custGeom>
                  <a:rect b="b" l="l" r="r" t="t"/>
                  <a:pathLst>
                    <a:path extrusionOk="0" h="21431" w="184689">
                      <a:moveTo>
                        <a:pt x="0" y="0"/>
                      </a:moveTo>
                      <a:lnTo>
                        <a:pt x="184689" y="0"/>
                      </a:lnTo>
                      <a:lnTo>
                        <a:pt x="184689" y="21431"/>
                      </a:lnTo>
                      <a:lnTo>
                        <a:pt x="-1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821" name="Google Shape;821;p28"/>
              <p:cNvGrpSpPr/>
              <p:nvPr/>
            </p:nvGrpSpPr>
            <p:grpSpPr>
              <a:xfrm>
                <a:off x="10635138" y="4128801"/>
                <a:ext cx="313848" cy="181547"/>
                <a:chOff x="10635138" y="4128801"/>
                <a:chExt cx="313848" cy="181547"/>
              </a:xfrm>
            </p:grpSpPr>
            <p:sp>
              <p:nvSpPr>
                <p:cNvPr id="822" name="Google Shape;822;p28"/>
                <p:cNvSpPr/>
                <p:nvPr/>
              </p:nvSpPr>
              <p:spPr>
                <a:xfrm>
                  <a:off x="10635138" y="4128801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23" name="Google Shape;823;p28"/>
                <p:cNvSpPr/>
                <p:nvPr/>
              </p:nvSpPr>
              <p:spPr>
                <a:xfrm>
                  <a:off x="10635138" y="4182141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24" name="Google Shape;824;p28"/>
                <p:cNvSpPr/>
                <p:nvPr/>
              </p:nvSpPr>
              <p:spPr>
                <a:xfrm>
                  <a:off x="10635138" y="4235481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25" name="Google Shape;825;p28"/>
                <p:cNvSpPr/>
                <p:nvPr/>
              </p:nvSpPr>
              <p:spPr>
                <a:xfrm>
                  <a:off x="10635138" y="4288917"/>
                  <a:ext cx="184689" cy="21431"/>
                </a:xfrm>
                <a:custGeom>
                  <a:rect b="b" l="l" r="r" t="t"/>
                  <a:pathLst>
                    <a:path extrusionOk="0" h="21431" w="184689">
                      <a:moveTo>
                        <a:pt x="0" y="0"/>
                      </a:moveTo>
                      <a:lnTo>
                        <a:pt x="184689" y="0"/>
                      </a:lnTo>
                      <a:lnTo>
                        <a:pt x="184689" y="21431"/>
                      </a:lnTo>
                      <a:lnTo>
                        <a:pt x="-1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826" name="Google Shape;826;p28"/>
              <p:cNvSpPr/>
              <p:nvPr/>
            </p:nvSpPr>
            <p:spPr>
              <a:xfrm>
                <a:off x="10898599" y="3657790"/>
                <a:ext cx="112586" cy="112585"/>
              </a:xfrm>
              <a:custGeom>
                <a:rect b="b" l="l" r="r" t="t"/>
                <a:pathLst>
                  <a:path extrusionOk="0" h="112585" w="112586">
                    <a:moveTo>
                      <a:pt x="112586" y="112586"/>
                    </a:moveTo>
                    <a:lnTo>
                      <a:pt x="0" y="112586"/>
                    </a:lnTo>
                    <a:lnTo>
                      <a:pt x="0" y="0"/>
                    </a:lnTo>
                    <a:lnTo>
                      <a:pt x="0" y="0"/>
                    </a:lnTo>
                    <a:cubicBezTo>
                      <a:pt x="43910" y="43910"/>
                      <a:pt x="68581" y="68580"/>
                      <a:pt x="112586" y="112586"/>
                    </a:cubicBezTo>
                    <a:lnTo>
                      <a:pt x="112586" y="112586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827" name="Google Shape;827;p28"/>
          <p:cNvGrpSpPr/>
          <p:nvPr/>
        </p:nvGrpSpPr>
        <p:grpSpPr>
          <a:xfrm flipH="1">
            <a:off x="8768853" y="1439765"/>
            <a:ext cx="22030" cy="294484"/>
            <a:chOff x="10809827" y="4402455"/>
            <a:chExt cx="24764" cy="330993"/>
          </a:xfrm>
        </p:grpSpPr>
        <p:sp>
          <p:nvSpPr>
            <p:cNvPr id="828" name="Google Shape;828;p28"/>
            <p:cNvSpPr/>
            <p:nvPr/>
          </p:nvSpPr>
          <p:spPr>
            <a:xfrm>
              <a:off x="10822209" y="4414266"/>
              <a:ext cx="9525" cy="307467"/>
            </a:xfrm>
            <a:custGeom>
              <a:rect b="b" l="l" r="r" t="t"/>
              <a:pathLst>
                <a:path extrusionOk="0" h="307467" w="9525">
                  <a:moveTo>
                    <a:pt x="-1" y="307467"/>
                  </a:moveTo>
                  <a:lnTo>
                    <a:pt x="-1" y="0"/>
                  </a:lnTo>
                </a:path>
              </a:pathLst>
            </a:custGeom>
            <a:solidFill>
              <a:schemeClr val="accent4"/>
            </a:solidFill>
            <a:ln cap="flat" cmpd="sng" w="10950">
              <a:solidFill>
                <a:schemeClr val="accent4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9" name="Google Shape;829;p28"/>
            <p:cNvSpPr/>
            <p:nvPr/>
          </p:nvSpPr>
          <p:spPr>
            <a:xfrm>
              <a:off x="10809827" y="4708683"/>
              <a:ext cx="24764" cy="24765"/>
            </a:xfrm>
            <a:custGeom>
              <a:rect b="b" l="l" r="r" t="t"/>
              <a:pathLst>
                <a:path extrusionOk="0" h="24765" w="24764">
                  <a:moveTo>
                    <a:pt x="24765" y="12382"/>
                  </a:moveTo>
                  <a:cubicBezTo>
                    <a:pt x="24765" y="19240"/>
                    <a:pt x="19241" y="24765"/>
                    <a:pt x="12382" y="24765"/>
                  </a:cubicBezTo>
                  <a:cubicBezTo>
                    <a:pt x="5524" y="24765"/>
                    <a:pt x="0" y="19240"/>
                    <a:pt x="0" y="12382"/>
                  </a:cubicBezTo>
                  <a:cubicBezTo>
                    <a:pt x="0" y="5524"/>
                    <a:pt x="5524" y="0"/>
                    <a:pt x="12382" y="0"/>
                  </a:cubicBezTo>
                  <a:cubicBezTo>
                    <a:pt x="19241" y="0"/>
                    <a:pt x="24765" y="5524"/>
                    <a:pt x="24765" y="12382"/>
                  </a:cubicBezTo>
                  <a:close/>
                </a:path>
              </a:pathLst>
            </a:cu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0" name="Google Shape;830;p28"/>
            <p:cNvSpPr/>
            <p:nvPr/>
          </p:nvSpPr>
          <p:spPr>
            <a:xfrm>
              <a:off x="10809827" y="4402455"/>
              <a:ext cx="24764" cy="24764"/>
            </a:xfrm>
            <a:custGeom>
              <a:rect b="b" l="l" r="r" t="t"/>
              <a:pathLst>
                <a:path extrusionOk="0" h="24764" w="24764">
                  <a:moveTo>
                    <a:pt x="24765" y="12382"/>
                  </a:moveTo>
                  <a:cubicBezTo>
                    <a:pt x="24765" y="5524"/>
                    <a:pt x="19241" y="0"/>
                    <a:pt x="12382" y="0"/>
                  </a:cubicBezTo>
                  <a:cubicBezTo>
                    <a:pt x="5524" y="0"/>
                    <a:pt x="0" y="5524"/>
                    <a:pt x="0" y="12382"/>
                  </a:cubicBezTo>
                  <a:cubicBezTo>
                    <a:pt x="0" y="19240"/>
                    <a:pt x="5524" y="24765"/>
                    <a:pt x="12382" y="24765"/>
                  </a:cubicBezTo>
                  <a:cubicBezTo>
                    <a:pt x="19241" y="24765"/>
                    <a:pt x="24765" y="19240"/>
                    <a:pt x="24765" y="12382"/>
                  </a:cubicBezTo>
                  <a:close/>
                </a:path>
              </a:pathLst>
            </a:cu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31" name="Google Shape;831;p28"/>
          <p:cNvSpPr/>
          <p:nvPr/>
        </p:nvSpPr>
        <p:spPr>
          <a:xfrm flipH="1" rot="8662747">
            <a:off x="7370974" y="4168319"/>
            <a:ext cx="2746019" cy="1921687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32" name="Google Shape;832;p28"/>
          <p:cNvGrpSpPr/>
          <p:nvPr/>
        </p:nvGrpSpPr>
        <p:grpSpPr>
          <a:xfrm flipH="1">
            <a:off x="122956" y="4228558"/>
            <a:ext cx="829992" cy="750888"/>
            <a:chOff x="8114596" y="445039"/>
            <a:chExt cx="633002" cy="572716"/>
          </a:xfrm>
        </p:grpSpPr>
        <p:grpSp>
          <p:nvGrpSpPr>
            <p:cNvPr id="833" name="Google Shape;833;p28"/>
            <p:cNvGrpSpPr/>
            <p:nvPr/>
          </p:nvGrpSpPr>
          <p:grpSpPr>
            <a:xfrm>
              <a:off x="8114596" y="445039"/>
              <a:ext cx="633002" cy="572716"/>
              <a:chOff x="7189660" y="520827"/>
              <a:chExt cx="598074" cy="541115"/>
            </a:xfrm>
          </p:grpSpPr>
          <p:sp>
            <p:nvSpPr>
              <p:cNvPr id="834" name="Google Shape;834;p28"/>
              <p:cNvSpPr/>
              <p:nvPr/>
            </p:nvSpPr>
            <p:spPr>
              <a:xfrm>
                <a:off x="7189660" y="520827"/>
                <a:ext cx="598074" cy="541115"/>
              </a:xfrm>
              <a:custGeom>
                <a:rect b="b" l="l" r="r" t="t"/>
                <a:pathLst>
                  <a:path extrusionOk="0" h="541115" w="598074">
                    <a:moveTo>
                      <a:pt x="557022" y="0"/>
                    </a:moveTo>
                    <a:cubicBezTo>
                      <a:pt x="579695" y="0"/>
                      <a:pt x="598075" y="18380"/>
                      <a:pt x="598075" y="41053"/>
                    </a:cubicBezTo>
                    <a:lnTo>
                      <a:pt x="598075" y="500063"/>
                    </a:lnTo>
                    <a:cubicBezTo>
                      <a:pt x="598075" y="522735"/>
                      <a:pt x="579695" y="541115"/>
                      <a:pt x="557022" y="541115"/>
                    </a:cubicBezTo>
                    <a:lnTo>
                      <a:pt x="41053" y="541115"/>
                    </a:lnTo>
                    <a:cubicBezTo>
                      <a:pt x="18380" y="541115"/>
                      <a:pt x="0" y="522735"/>
                      <a:pt x="0" y="500063"/>
                    </a:cubicBezTo>
                    <a:lnTo>
                      <a:pt x="0" y="41053"/>
                    </a:lnTo>
                    <a:cubicBezTo>
                      <a:pt x="0" y="18380"/>
                      <a:pt x="18380" y="0"/>
                      <a:pt x="410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835" name="Google Shape;835;p28"/>
              <p:cNvGrpSpPr/>
              <p:nvPr/>
            </p:nvGrpSpPr>
            <p:grpSpPr>
              <a:xfrm>
                <a:off x="7579137" y="551973"/>
                <a:ext cx="164782" cy="41529"/>
                <a:chOff x="7579137" y="551973"/>
                <a:chExt cx="164782" cy="41529"/>
              </a:xfrm>
            </p:grpSpPr>
            <p:sp>
              <p:nvSpPr>
                <p:cNvPr id="836" name="Google Shape;836;p28"/>
                <p:cNvSpPr/>
                <p:nvPr/>
              </p:nvSpPr>
              <p:spPr>
                <a:xfrm>
                  <a:off x="7702391" y="551973"/>
                  <a:ext cx="41528" cy="41529"/>
                </a:xfrm>
                <a:custGeom>
                  <a:rect b="b" l="l" r="r" t="t"/>
                  <a:pathLst>
                    <a:path extrusionOk="0" h="41529" w="41528">
                      <a:moveTo>
                        <a:pt x="41529" y="20765"/>
                      </a:moveTo>
                      <a:cubicBezTo>
                        <a:pt x="41529" y="32290"/>
                        <a:pt x="32195" y="41529"/>
                        <a:pt x="20764" y="41529"/>
                      </a:cubicBezTo>
                      <a:cubicBezTo>
                        <a:pt x="9334" y="41529"/>
                        <a:pt x="0" y="32195"/>
                        <a:pt x="0" y="20765"/>
                      </a:cubicBezTo>
                      <a:cubicBezTo>
                        <a:pt x="0" y="9335"/>
                        <a:pt x="9334" y="0"/>
                        <a:pt x="20764" y="0"/>
                      </a:cubicBezTo>
                      <a:cubicBezTo>
                        <a:pt x="32195" y="0"/>
                        <a:pt x="41529" y="9335"/>
                        <a:pt x="41529" y="20765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37" name="Google Shape;837;p28"/>
                <p:cNvSpPr/>
                <p:nvPr/>
              </p:nvSpPr>
              <p:spPr>
                <a:xfrm>
                  <a:off x="7640764" y="551973"/>
                  <a:ext cx="41528" cy="41529"/>
                </a:xfrm>
                <a:custGeom>
                  <a:rect b="b" l="l" r="r" t="t"/>
                  <a:pathLst>
                    <a:path extrusionOk="0" h="41529" w="41528">
                      <a:moveTo>
                        <a:pt x="41529" y="20765"/>
                      </a:moveTo>
                      <a:cubicBezTo>
                        <a:pt x="41529" y="32290"/>
                        <a:pt x="32195" y="41529"/>
                        <a:pt x="20764" y="41529"/>
                      </a:cubicBezTo>
                      <a:cubicBezTo>
                        <a:pt x="9334" y="41529"/>
                        <a:pt x="0" y="32195"/>
                        <a:pt x="0" y="20765"/>
                      </a:cubicBezTo>
                      <a:cubicBezTo>
                        <a:pt x="0" y="9335"/>
                        <a:pt x="9334" y="0"/>
                        <a:pt x="20764" y="0"/>
                      </a:cubicBezTo>
                      <a:cubicBezTo>
                        <a:pt x="32195" y="0"/>
                        <a:pt x="41529" y="9335"/>
                        <a:pt x="41529" y="20765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38" name="Google Shape;838;p28"/>
                <p:cNvSpPr/>
                <p:nvPr/>
              </p:nvSpPr>
              <p:spPr>
                <a:xfrm>
                  <a:off x="7579137" y="551973"/>
                  <a:ext cx="41528" cy="41529"/>
                </a:xfrm>
                <a:custGeom>
                  <a:rect b="b" l="l" r="r" t="t"/>
                  <a:pathLst>
                    <a:path extrusionOk="0" h="41529" w="41528">
                      <a:moveTo>
                        <a:pt x="41529" y="20765"/>
                      </a:moveTo>
                      <a:cubicBezTo>
                        <a:pt x="41529" y="32290"/>
                        <a:pt x="32195" y="41529"/>
                        <a:pt x="20764" y="41529"/>
                      </a:cubicBezTo>
                      <a:cubicBezTo>
                        <a:pt x="9334" y="41529"/>
                        <a:pt x="0" y="32195"/>
                        <a:pt x="0" y="20765"/>
                      </a:cubicBezTo>
                      <a:cubicBezTo>
                        <a:pt x="0" y="9335"/>
                        <a:pt x="9334" y="0"/>
                        <a:pt x="20764" y="0"/>
                      </a:cubicBezTo>
                      <a:cubicBezTo>
                        <a:pt x="32195" y="0"/>
                        <a:pt x="41529" y="9335"/>
                        <a:pt x="41529" y="20765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839" name="Google Shape;839;p28"/>
            <p:cNvGrpSpPr/>
            <p:nvPr/>
          </p:nvGrpSpPr>
          <p:grpSpPr>
            <a:xfrm>
              <a:off x="8184962" y="619646"/>
              <a:ext cx="498115" cy="257273"/>
              <a:chOff x="7256144" y="685800"/>
              <a:chExt cx="470630" cy="243077"/>
            </a:xfrm>
          </p:grpSpPr>
          <p:sp>
            <p:nvSpPr>
              <p:cNvPr id="840" name="Google Shape;840;p28"/>
              <p:cNvSpPr/>
              <p:nvPr/>
            </p:nvSpPr>
            <p:spPr>
              <a:xfrm>
                <a:off x="7256144" y="694753"/>
                <a:ext cx="218503" cy="218217"/>
              </a:xfrm>
              <a:custGeom>
                <a:rect b="b" l="l" r="r" t="t"/>
                <a:pathLst>
                  <a:path extrusionOk="0" h="218217" w="218503">
                    <a:moveTo>
                      <a:pt x="216598" y="129540"/>
                    </a:moveTo>
                    <a:cubicBezTo>
                      <a:pt x="217837" y="122968"/>
                      <a:pt x="218504" y="116110"/>
                      <a:pt x="218504" y="109156"/>
                    </a:cubicBezTo>
                    <a:cubicBezTo>
                      <a:pt x="218504" y="102203"/>
                      <a:pt x="217837" y="95440"/>
                      <a:pt x="216598" y="88773"/>
                    </a:cubicBezTo>
                    <a:lnTo>
                      <a:pt x="181261" y="88773"/>
                    </a:lnTo>
                    <a:cubicBezTo>
                      <a:pt x="179641" y="83058"/>
                      <a:pt x="177451" y="77724"/>
                      <a:pt x="174593" y="72676"/>
                    </a:cubicBezTo>
                    <a:lnTo>
                      <a:pt x="199549" y="47720"/>
                    </a:lnTo>
                    <a:cubicBezTo>
                      <a:pt x="191834" y="36385"/>
                      <a:pt x="182118" y="26670"/>
                      <a:pt x="170783" y="18955"/>
                    </a:cubicBezTo>
                    <a:lnTo>
                      <a:pt x="145732" y="44005"/>
                    </a:lnTo>
                    <a:cubicBezTo>
                      <a:pt x="140684" y="41148"/>
                      <a:pt x="135255" y="38957"/>
                      <a:pt x="129635" y="37338"/>
                    </a:cubicBezTo>
                    <a:lnTo>
                      <a:pt x="129635" y="1905"/>
                    </a:lnTo>
                    <a:cubicBezTo>
                      <a:pt x="123063" y="667"/>
                      <a:pt x="116205" y="0"/>
                      <a:pt x="109252" y="0"/>
                    </a:cubicBezTo>
                    <a:cubicBezTo>
                      <a:pt x="102298" y="0"/>
                      <a:pt x="95536" y="667"/>
                      <a:pt x="88868" y="1905"/>
                    </a:cubicBezTo>
                    <a:lnTo>
                      <a:pt x="88868" y="37338"/>
                    </a:lnTo>
                    <a:cubicBezTo>
                      <a:pt x="83154" y="38957"/>
                      <a:pt x="77819" y="41148"/>
                      <a:pt x="72771" y="44005"/>
                    </a:cubicBezTo>
                    <a:lnTo>
                      <a:pt x="47720" y="18955"/>
                    </a:lnTo>
                    <a:cubicBezTo>
                      <a:pt x="36386" y="26670"/>
                      <a:pt x="26670" y="36481"/>
                      <a:pt x="18955" y="47720"/>
                    </a:cubicBezTo>
                    <a:lnTo>
                      <a:pt x="43910" y="72676"/>
                    </a:lnTo>
                    <a:cubicBezTo>
                      <a:pt x="41053" y="77724"/>
                      <a:pt x="38862" y="83153"/>
                      <a:pt x="37243" y="88773"/>
                    </a:cubicBezTo>
                    <a:lnTo>
                      <a:pt x="1905" y="88773"/>
                    </a:lnTo>
                    <a:cubicBezTo>
                      <a:pt x="667" y="95345"/>
                      <a:pt x="0" y="102203"/>
                      <a:pt x="0" y="109156"/>
                    </a:cubicBezTo>
                    <a:cubicBezTo>
                      <a:pt x="0" y="116110"/>
                      <a:pt x="667" y="122873"/>
                      <a:pt x="1905" y="129540"/>
                    </a:cubicBezTo>
                    <a:lnTo>
                      <a:pt x="37243" y="129540"/>
                    </a:lnTo>
                    <a:cubicBezTo>
                      <a:pt x="38862" y="135255"/>
                      <a:pt x="41053" y="140589"/>
                      <a:pt x="43910" y="145637"/>
                    </a:cubicBezTo>
                    <a:lnTo>
                      <a:pt x="18955" y="170593"/>
                    </a:lnTo>
                    <a:cubicBezTo>
                      <a:pt x="26670" y="181928"/>
                      <a:pt x="36386" y="191643"/>
                      <a:pt x="47720" y="199358"/>
                    </a:cubicBezTo>
                    <a:lnTo>
                      <a:pt x="72771" y="174308"/>
                    </a:lnTo>
                    <a:cubicBezTo>
                      <a:pt x="77819" y="177165"/>
                      <a:pt x="83248" y="179356"/>
                      <a:pt x="88868" y="180975"/>
                    </a:cubicBezTo>
                    <a:lnTo>
                      <a:pt x="88868" y="216313"/>
                    </a:lnTo>
                    <a:cubicBezTo>
                      <a:pt x="95441" y="217551"/>
                      <a:pt x="102298" y="218218"/>
                      <a:pt x="109252" y="218218"/>
                    </a:cubicBezTo>
                    <a:cubicBezTo>
                      <a:pt x="116205" y="218218"/>
                      <a:pt x="122968" y="217551"/>
                      <a:pt x="129635" y="216313"/>
                    </a:cubicBezTo>
                    <a:lnTo>
                      <a:pt x="129635" y="180975"/>
                    </a:lnTo>
                    <a:cubicBezTo>
                      <a:pt x="135350" y="179356"/>
                      <a:pt x="140684" y="177070"/>
                      <a:pt x="145732" y="174308"/>
                    </a:cubicBezTo>
                    <a:lnTo>
                      <a:pt x="170783" y="199358"/>
                    </a:lnTo>
                    <a:cubicBezTo>
                      <a:pt x="182118" y="191643"/>
                      <a:pt x="191834" y="181928"/>
                      <a:pt x="199549" y="170593"/>
                    </a:cubicBezTo>
                    <a:lnTo>
                      <a:pt x="174593" y="145542"/>
                    </a:lnTo>
                    <a:cubicBezTo>
                      <a:pt x="177451" y="140494"/>
                      <a:pt x="179641" y="135064"/>
                      <a:pt x="181261" y="129445"/>
                    </a:cubicBezTo>
                    <a:lnTo>
                      <a:pt x="216598" y="129445"/>
                    </a:lnTo>
                    <a:close/>
                    <a:moveTo>
                      <a:pt x="109252" y="131255"/>
                    </a:moveTo>
                    <a:cubicBezTo>
                      <a:pt x="97060" y="131255"/>
                      <a:pt x="87249" y="121349"/>
                      <a:pt x="87249" y="109252"/>
                    </a:cubicBezTo>
                    <a:cubicBezTo>
                      <a:pt x="87249" y="97155"/>
                      <a:pt x="97155" y="87249"/>
                      <a:pt x="109252" y="87249"/>
                    </a:cubicBezTo>
                    <a:cubicBezTo>
                      <a:pt x="121348" y="87249"/>
                      <a:pt x="131255" y="97155"/>
                      <a:pt x="131255" y="109252"/>
                    </a:cubicBezTo>
                    <a:cubicBezTo>
                      <a:pt x="131255" y="121349"/>
                      <a:pt x="121348" y="131255"/>
                      <a:pt x="109252" y="131255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841" name="Google Shape;841;p28"/>
              <p:cNvGrpSpPr/>
              <p:nvPr/>
            </p:nvGrpSpPr>
            <p:grpSpPr>
              <a:xfrm>
                <a:off x="7512843" y="685800"/>
                <a:ext cx="213931" cy="243077"/>
                <a:chOff x="7512843" y="685800"/>
                <a:chExt cx="213931" cy="243077"/>
              </a:xfrm>
            </p:grpSpPr>
            <p:grpSp>
              <p:nvGrpSpPr>
                <p:cNvPr id="842" name="Google Shape;842;p28"/>
                <p:cNvGrpSpPr/>
                <p:nvPr/>
              </p:nvGrpSpPr>
              <p:grpSpPr>
                <a:xfrm>
                  <a:off x="7512843" y="836580"/>
                  <a:ext cx="213931" cy="92297"/>
                  <a:chOff x="7512843" y="836580"/>
                  <a:chExt cx="213931" cy="92297"/>
                </a:xfrm>
              </p:grpSpPr>
              <p:sp>
                <p:nvSpPr>
                  <p:cNvPr id="843" name="Google Shape;843;p28"/>
                  <p:cNvSpPr/>
                  <p:nvPr/>
                </p:nvSpPr>
                <p:spPr>
                  <a:xfrm>
                    <a:off x="7512843" y="856011"/>
                    <a:ext cx="213931" cy="72866"/>
                  </a:xfrm>
                  <a:custGeom>
                    <a:rect b="b" l="l" r="r" t="t"/>
                    <a:pathLst>
                      <a:path extrusionOk="0" h="72866" w="213931">
                        <a:moveTo>
                          <a:pt x="0" y="0"/>
                        </a:moveTo>
                        <a:lnTo>
                          <a:pt x="0" y="53435"/>
                        </a:lnTo>
                        <a:cubicBezTo>
                          <a:pt x="0" y="64199"/>
                          <a:pt x="47911" y="72866"/>
                          <a:pt x="106966" y="72866"/>
                        </a:cubicBezTo>
                        <a:cubicBezTo>
                          <a:pt x="166021" y="72866"/>
                          <a:pt x="213932" y="64199"/>
                          <a:pt x="213932" y="53435"/>
                        </a:cubicBezTo>
                        <a:lnTo>
                          <a:pt x="213932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44" name="Google Shape;844;p28"/>
                  <p:cNvSpPr/>
                  <p:nvPr/>
                </p:nvSpPr>
                <p:spPr>
                  <a:xfrm>
                    <a:off x="7512843" y="836580"/>
                    <a:ext cx="213931" cy="38861"/>
                  </a:xfrm>
                  <a:custGeom>
                    <a:rect b="b" l="l" r="r" t="t"/>
                    <a:pathLst>
                      <a:path extrusionOk="0" h="38861" w="213931">
                        <a:moveTo>
                          <a:pt x="213932" y="19431"/>
                        </a:moveTo>
                        <a:cubicBezTo>
                          <a:pt x="213932" y="30162"/>
                          <a:pt x="166042" y="38862"/>
                          <a:pt x="106966" y="38862"/>
                        </a:cubicBezTo>
                        <a:cubicBezTo>
                          <a:pt x="47891" y="38862"/>
                          <a:pt x="1" y="30162"/>
                          <a:pt x="1" y="19431"/>
                        </a:cubicBezTo>
                        <a:cubicBezTo>
                          <a:pt x="1" y="8700"/>
                          <a:pt x="47891" y="0"/>
                          <a:pt x="106966" y="0"/>
                        </a:cubicBezTo>
                        <a:cubicBezTo>
                          <a:pt x="166042" y="0"/>
                          <a:pt x="213932" y="8700"/>
                          <a:pt x="213932" y="19431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845" name="Google Shape;845;p28"/>
                <p:cNvGrpSpPr/>
                <p:nvPr/>
              </p:nvGrpSpPr>
              <p:grpSpPr>
                <a:xfrm>
                  <a:off x="7512843" y="761238"/>
                  <a:ext cx="213931" cy="92296"/>
                  <a:chOff x="7512843" y="761238"/>
                  <a:chExt cx="213931" cy="92296"/>
                </a:xfrm>
              </p:grpSpPr>
              <p:sp>
                <p:nvSpPr>
                  <p:cNvPr id="846" name="Google Shape;846;p28"/>
                  <p:cNvSpPr/>
                  <p:nvPr/>
                </p:nvSpPr>
                <p:spPr>
                  <a:xfrm>
                    <a:off x="7512843" y="780668"/>
                    <a:ext cx="213931" cy="72866"/>
                  </a:xfrm>
                  <a:custGeom>
                    <a:rect b="b" l="l" r="r" t="t"/>
                    <a:pathLst>
                      <a:path extrusionOk="0" h="72866" w="213931">
                        <a:moveTo>
                          <a:pt x="0" y="0"/>
                        </a:moveTo>
                        <a:lnTo>
                          <a:pt x="0" y="53435"/>
                        </a:lnTo>
                        <a:cubicBezTo>
                          <a:pt x="0" y="64199"/>
                          <a:pt x="47911" y="72866"/>
                          <a:pt x="106966" y="72866"/>
                        </a:cubicBezTo>
                        <a:cubicBezTo>
                          <a:pt x="166021" y="72866"/>
                          <a:pt x="213932" y="64199"/>
                          <a:pt x="213932" y="53435"/>
                        </a:cubicBezTo>
                        <a:lnTo>
                          <a:pt x="213932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47" name="Google Shape;847;p28"/>
                  <p:cNvSpPr/>
                  <p:nvPr/>
                </p:nvSpPr>
                <p:spPr>
                  <a:xfrm>
                    <a:off x="7512843" y="761238"/>
                    <a:ext cx="213931" cy="38861"/>
                  </a:xfrm>
                  <a:custGeom>
                    <a:rect b="b" l="l" r="r" t="t"/>
                    <a:pathLst>
                      <a:path extrusionOk="0" h="38861" w="213931">
                        <a:moveTo>
                          <a:pt x="213932" y="19431"/>
                        </a:moveTo>
                        <a:cubicBezTo>
                          <a:pt x="213932" y="30162"/>
                          <a:pt x="166042" y="38862"/>
                          <a:pt x="106966" y="38862"/>
                        </a:cubicBezTo>
                        <a:cubicBezTo>
                          <a:pt x="47891" y="38862"/>
                          <a:pt x="1" y="30162"/>
                          <a:pt x="1" y="19431"/>
                        </a:cubicBezTo>
                        <a:cubicBezTo>
                          <a:pt x="1" y="8700"/>
                          <a:pt x="47891" y="0"/>
                          <a:pt x="106966" y="0"/>
                        </a:cubicBezTo>
                        <a:cubicBezTo>
                          <a:pt x="166042" y="0"/>
                          <a:pt x="213932" y="8700"/>
                          <a:pt x="213932" y="19431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848" name="Google Shape;848;p28"/>
                <p:cNvGrpSpPr/>
                <p:nvPr/>
              </p:nvGrpSpPr>
              <p:grpSpPr>
                <a:xfrm>
                  <a:off x="7512843" y="685800"/>
                  <a:ext cx="213931" cy="92297"/>
                  <a:chOff x="7512843" y="685800"/>
                  <a:chExt cx="213931" cy="92297"/>
                </a:xfrm>
              </p:grpSpPr>
              <p:sp>
                <p:nvSpPr>
                  <p:cNvPr id="849" name="Google Shape;849;p28"/>
                  <p:cNvSpPr/>
                  <p:nvPr/>
                </p:nvSpPr>
                <p:spPr>
                  <a:xfrm>
                    <a:off x="7512843" y="705231"/>
                    <a:ext cx="213931" cy="72866"/>
                  </a:xfrm>
                  <a:custGeom>
                    <a:rect b="b" l="l" r="r" t="t"/>
                    <a:pathLst>
                      <a:path extrusionOk="0" h="72866" w="213931">
                        <a:moveTo>
                          <a:pt x="0" y="0"/>
                        </a:moveTo>
                        <a:lnTo>
                          <a:pt x="0" y="53435"/>
                        </a:lnTo>
                        <a:cubicBezTo>
                          <a:pt x="0" y="64198"/>
                          <a:pt x="47911" y="72866"/>
                          <a:pt x="106966" y="72866"/>
                        </a:cubicBezTo>
                        <a:cubicBezTo>
                          <a:pt x="166021" y="72866"/>
                          <a:pt x="213932" y="64198"/>
                          <a:pt x="213932" y="53435"/>
                        </a:cubicBezTo>
                        <a:lnTo>
                          <a:pt x="213932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50" name="Google Shape;850;p28"/>
                  <p:cNvSpPr/>
                  <p:nvPr/>
                </p:nvSpPr>
                <p:spPr>
                  <a:xfrm>
                    <a:off x="7512843" y="685800"/>
                    <a:ext cx="213931" cy="38861"/>
                  </a:xfrm>
                  <a:custGeom>
                    <a:rect b="b" l="l" r="r" t="t"/>
                    <a:pathLst>
                      <a:path extrusionOk="0" h="38861" w="213931">
                        <a:moveTo>
                          <a:pt x="213932" y="19431"/>
                        </a:moveTo>
                        <a:cubicBezTo>
                          <a:pt x="213932" y="30162"/>
                          <a:pt x="166042" y="38862"/>
                          <a:pt x="106966" y="38862"/>
                        </a:cubicBezTo>
                        <a:cubicBezTo>
                          <a:pt x="47891" y="38862"/>
                          <a:pt x="1" y="30162"/>
                          <a:pt x="1" y="19431"/>
                        </a:cubicBezTo>
                        <a:cubicBezTo>
                          <a:pt x="1" y="8700"/>
                          <a:pt x="47891" y="0"/>
                          <a:pt x="106966" y="0"/>
                        </a:cubicBezTo>
                        <a:cubicBezTo>
                          <a:pt x="166042" y="0"/>
                          <a:pt x="213932" y="8700"/>
                          <a:pt x="213932" y="19431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</p:grpSp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51" name="Shape 8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2" name="Google Shape;852;p2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53" name="Google Shape;853;p29"/>
          <p:cNvSpPr txBox="1"/>
          <p:nvPr>
            <p:ph idx="1" type="subTitle"/>
          </p:nvPr>
        </p:nvSpPr>
        <p:spPr>
          <a:xfrm>
            <a:off x="4679150" y="2453574"/>
            <a:ext cx="3384300" cy="113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854" name="Google Shape;854;p29"/>
          <p:cNvSpPr txBox="1"/>
          <p:nvPr>
            <p:ph idx="2" type="subTitle"/>
          </p:nvPr>
        </p:nvSpPr>
        <p:spPr>
          <a:xfrm>
            <a:off x="1080525" y="2453574"/>
            <a:ext cx="3384300" cy="113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855" name="Google Shape;855;p29"/>
          <p:cNvSpPr txBox="1"/>
          <p:nvPr>
            <p:ph idx="3" type="subTitle"/>
          </p:nvPr>
        </p:nvSpPr>
        <p:spPr>
          <a:xfrm>
            <a:off x="1080536" y="1817200"/>
            <a:ext cx="33843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8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856" name="Google Shape;856;p29"/>
          <p:cNvSpPr txBox="1"/>
          <p:nvPr>
            <p:ph idx="4" type="subTitle"/>
          </p:nvPr>
        </p:nvSpPr>
        <p:spPr>
          <a:xfrm>
            <a:off x="4679164" y="1817200"/>
            <a:ext cx="33843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8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857" name="Google Shape;857;p29"/>
          <p:cNvSpPr/>
          <p:nvPr/>
        </p:nvSpPr>
        <p:spPr>
          <a:xfrm rot="5551952">
            <a:off x="-721531" y="4084618"/>
            <a:ext cx="2053998" cy="1765206"/>
          </a:xfrm>
          <a:custGeom>
            <a:rect b="b" l="l" r="r" t="t"/>
            <a:pathLst>
              <a:path extrusionOk="0" h="30330" w="38869">
                <a:moveTo>
                  <a:pt x="24297" y="1"/>
                </a:moveTo>
                <a:cubicBezTo>
                  <a:pt x="23576" y="1"/>
                  <a:pt x="22813" y="81"/>
                  <a:pt x="22018" y="271"/>
                </a:cubicBezTo>
                <a:cubicBezTo>
                  <a:pt x="16904" y="1494"/>
                  <a:pt x="14626" y="5778"/>
                  <a:pt x="11611" y="8671"/>
                </a:cubicBezTo>
                <a:cubicBezTo>
                  <a:pt x="10032" y="10186"/>
                  <a:pt x="7766" y="10684"/>
                  <a:pt x="5916" y="11826"/>
                </a:cubicBezTo>
                <a:cubicBezTo>
                  <a:pt x="0" y="15481"/>
                  <a:pt x="539" y="24197"/>
                  <a:pt x="4874" y="27639"/>
                </a:cubicBezTo>
                <a:cubicBezTo>
                  <a:pt x="7150" y="29445"/>
                  <a:pt x="9815" y="30330"/>
                  <a:pt x="12976" y="30330"/>
                </a:cubicBezTo>
                <a:cubicBezTo>
                  <a:pt x="15025" y="30330"/>
                  <a:pt x="17282" y="29958"/>
                  <a:pt x="19778" y="29225"/>
                </a:cubicBezTo>
                <a:cubicBezTo>
                  <a:pt x="26123" y="27360"/>
                  <a:pt x="30656" y="26268"/>
                  <a:pt x="34763" y="20412"/>
                </a:cubicBezTo>
                <a:cubicBezTo>
                  <a:pt x="38869" y="14558"/>
                  <a:pt x="35544" y="6859"/>
                  <a:pt x="30907" y="2368"/>
                </a:cubicBezTo>
                <a:cubicBezTo>
                  <a:pt x="30907" y="2368"/>
                  <a:pt x="28215" y="1"/>
                  <a:pt x="24297" y="1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8" name="Google Shape;858;p29"/>
          <p:cNvSpPr/>
          <p:nvPr/>
        </p:nvSpPr>
        <p:spPr>
          <a:xfrm rot="-460685">
            <a:off x="-850641" y="-888875"/>
            <a:ext cx="2082611" cy="1683994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9" name="Google Shape;859;p29"/>
          <p:cNvSpPr/>
          <p:nvPr/>
        </p:nvSpPr>
        <p:spPr>
          <a:xfrm rot="3259731">
            <a:off x="7063135" y="-804478"/>
            <a:ext cx="3168421" cy="2561976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860" name="Shape 8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1" name="Google Shape;861;p30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62" name="Google Shape;862;p30"/>
          <p:cNvSpPr/>
          <p:nvPr/>
        </p:nvSpPr>
        <p:spPr>
          <a:xfrm rot="-9076707">
            <a:off x="85462" y="-755109"/>
            <a:ext cx="1683799" cy="1313891"/>
          </a:xfrm>
          <a:custGeom>
            <a:rect b="b" l="l" r="r" t="t"/>
            <a:pathLst>
              <a:path extrusionOk="0" h="30330" w="38869">
                <a:moveTo>
                  <a:pt x="24297" y="1"/>
                </a:moveTo>
                <a:cubicBezTo>
                  <a:pt x="23576" y="1"/>
                  <a:pt x="22813" y="81"/>
                  <a:pt x="22018" y="271"/>
                </a:cubicBezTo>
                <a:cubicBezTo>
                  <a:pt x="16904" y="1494"/>
                  <a:pt x="14626" y="5778"/>
                  <a:pt x="11611" y="8671"/>
                </a:cubicBezTo>
                <a:cubicBezTo>
                  <a:pt x="10032" y="10186"/>
                  <a:pt x="7766" y="10684"/>
                  <a:pt x="5916" y="11826"/>
                </a:cubicBezTo>
                <a:cubicBezTo>
                  <a:pt x="0" y="15481"/>
                  <a:pt x="539" y="24197"/>
                  <a:pt x="4874" y="27639"/>
                </a:cubicBezTo>
                <a:cubicBezTo>
                  <a:pt x="7150" y="29445"/>
                  <a:pt x="9815" y="30330"/>
                  <a:pt x="12976" y="30330"/>
                </a:cubicBezTo>
                <a:cubicBezTo>
                  <a:pt x="15025" y="30330"/>
                  <a:pt x="17282" y="29958"/>
                  <a:pt x="19778" y="29225"/>
                </a:cubicBezTo>
                <a:cubicBezTo>
                  <a:pt x="26123" y="27360"/>
                  <a:pt x="30656" y="26268"/>
                  <a:pt x="34763" y="20412"/>
                </a:cubicBezTo>
                <a:cubicBezTo>
                  <a:pt x="38869" y="14558"/>
                  <a:pt x="35544" y="6859"/>
                  <a:pt x="30907" y="2368"/>
                </a:cubicBezTo>
                <a:cubicBezTo>
                  <a:pt x="30907" y="2368"/>
                  <a:pt x="28215" y="1"/>
                  <a:pt x="24297" y="1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63" name="Google Shape;863;p30"/>
          <p:cNvGrpSpPr/>
          <p:nvPr/>
        </p:nvGrpSpPr>
        <p:grpSpPr>
          <a:xfrm>
            <a:off x="6779278" y="192982"/>
            <a:ext cx="2107998" cy="297419"/>
            <a:chOff x="6108096" y="3265836"/>
            <a:chExt cx="1633727" cy="230504"/>
          </a:xfrm>
        </p:grpSpPr>
        <p:sp>
          <p:nvSpPr>
            <p:cNvPr id="864" name="Google Shape;864;p30"/>
            <p:cNvSpPr/>
            <p:nvPr/>
          </p:nvSpPr>
          <p:spPr>
            <a:xfrm>
              <a:off x="6108096" y="3265836"/>
              <a:ext cx="1633727" cy="230504"/>
            </a:xfrm>
            <a:custGeom>
              <a:rect b="b" l="l" r="r" t="t"/>
              <a:pathLst>
                <a:path extrusionOk="0" h="230504" w="1633727">
                  <a:moveTo>
                    <a:pt x="1518476" y="0"/>
                  </a:moveTo>
                  <a:cubicBezTo>
                    <a:pt x="1582128" y="0"/>
                    <a:pt x="1633728" y="51600"/>
                    <a:pt x="1633728" y="115253"/>
                  </a:cubicBezTo>
                  <a:lnTo>
                    <a:pt x="1633728" y="115253"/>
                  </a:lnTo>
                  <a:cubicBezTo>
                    <a:pt x="1633728" y="178905"/>
                    <a:pt x="1582128" y="230505"/>
                    <a:pt x="1518476" y="230505"/>
                  </a:cubicBezTo>
                  <a:lnTo>
                    <a:pt x="115252" y="230505"/>
                  </a:lnTo>
                  <a:cubicBezTo>
                    <a:pt x="51601" y="230505"/>
                    <a:pt x="0" y="178905"/>
                    <a:pt x="0" y="115253"/>
                  </a:cubicBezTo>
                  <a:lnTo>
                    <a:pt x="0" y="115253"/>
                  </a:lnTo>
                  <a:cubicBezTo>
                    <a:pt x="0" y="51600"/>
                    <a:pt x="51601" y="0"/>
                    <a:pt x="11525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5" name="Google Shape;865;p30"/>
            <p:cNvSpPr/>
            <p:nvPr/>
          </p:nvSpPr>
          <p:spPr>
            <a:xfrm>
              <a:off x="7528381" y="3292292"/>
              <a:ext cx="166485" cy="165854"/>
            </a:xfrm>
            <a:custGeom>
              <a:rect b="b" l="l" r="r" t="t"/>
              <a:pathLst>
                <a:path extrusionOk="0" h="165854" w="166485">
                  <a:moveTo>
                    <a:pt x="161532" y="137469"/>
                  </a:moveTo>
                  <a:lnTo>
                    <a:pt x="120003" y="95941"/>
                  </a:lnTo>
                  <a:lnTo>
                    <a:pt x="113336" y="102608"/>
                  </a:lnTo>
                  <a:lnTo>
                    <a:pt x="105811" y="95083"/>
                  </a:lnTo>
                  <a:cubicBezTo>
                    <a:pt x="123622" y="71842"/>
                    <a:pt x="122194" y="38600"/>
                    <a:pt x="100953" y="17359"/>
                  </a:cubicBezTo>
                  <a:cubicBezTo>
                    <a:pt x="77807" y="-5786"/>
                    <a:pt x="40374" y="-5786"/>
                    <a:pt x="17324" y="17359"/>
                  </a:cubicBezTo>
                  <a:cubicBezTo>
                    <a:pt x="-5727" y="40505"/>
                    <a:pt x="-5822" y="77938"/>
                    <a:pt x="17324" y="100989"/>
                  </a:cubicBezTo>
                  <a:cubicBezTo>
                    <a:pt x="38850" y="122515"/>
                    <a:pt x="72568" y="123754"/>
                    <a:pt x="95809" y="105275"/>
                  </a:cubicBezTo>
                  <a:lnTo>
                    <a:pt x="103334" y="112800"/>
                  </a:lnTo>
                  <a:lnTo>
                    <a:pt x="96667" y="119467"/>
                  </a:lnTo>
                  <a:lnTo>
                    <a:pt x="138196" y="160996"/>
                  </a:lnTo>
                  <a:cubicBezTo>
                    <a:pt x="144673" y="167473"/>
                    <a:pt x="155150" y="167473"/>
                    <a:pt x="161627" y="160996"/>
                  </a:cubicBezTo>
                  <a:lnTo>
                    <a:pt x="161627" y="160996"/>
                  </a:lnTo>
                  <a:cubicBezTo>
                    <a:pt x="168104" y="154519"/>
                    <a:pt x="168104" y="144042"/>
                    <a:pt x="161627" y="137565"/>
                  </a:cubicBezTo>
                  <a:close/>
                  <a:moveTo>
                    <a:pt x="59138" y="102513"/>
                  </a:moveTo>
                  <a:cubicBezTo>
                    <a:pt x="54471" y="102513"/>
                    <a:pt x="49899" y="101751"/>
                    <a:pt x="45612" y="100417"/>
                  </a:cubicBezTo>
                  <a:cubicBezTo>
                    <a:pt x="33611" y="96512"/>
                    <a:pt x="23896" y="87463"/>
                    <a:pt x="19133" y="75938"/>
                  </a:cubicBezTo>
                  <a:cubicBezTo>
                    <a:pt x="16942" y="70794"/>
                    <a:pt x="15799" y="65175"/>
                    <a:pt x="15799" y="59269"/>
                  </a:cubicBezTo>
                  <a:cubicBezTo>
                    <a:pt x="15799" y="35361"/>
                    <a:pt x="35231" y="15931"/>
                    <a:pt x="59138" y="15931"/>
                  </a:cubicBezTo>
                  <a:cubicBezTo>
                    <a:pt x="65044" y="15931"/>
                    <a:pt x="70663" y="17074"/>
                    <a:pt x="75807" y="19264"/>
                  </a:cubicBezTo>
                  <a:cubicBezTo>
                    <a:pt x="87332" y="24122"/>
                    <a:pt x="96381" y="33742"/>
                    <a:pt x="100286" y="45744"/>
                  </a:cubicBezTo>
                  <a:cubicBezTo>
                    <a:pt x="101715" y="50030"/>
                    <a:pt x="102382" y="54507"/>
                    <a:pt x="102382" y="59269"/>
                  </a:cubicBezTo>
                  <a:cubicBezTo>
                    <a:pt x="102382" y="83177"/>
                    <a:pt x="83046" y="102513"/>
                    <a:pt x="59138" y="10251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6" name="Google Shape;866;p30"/>
            <p:cNvSpPr/>
            <p:nvPr/>
          </p:nvSpPr>
          <p:spPr>
            <a:xfrm>
              <a:off x="7475124" y="3290220"/>
              <a:ext cx="7620" cy="174307"/>
            </a:xfrm>
            <a:custGeom>
              <a:rect b="b" l="l" r="r" t="t"/>
              <a:pathLst>
                <a:path extrusionOk="0" h="174307" w="7620">
                  <a:moveTo>
                    <a:pt x="3810" y="174308"/>
                  </a:moveTo>
                  <a:lnTo>
                    <a:pt x="3810" y="174308"/>
                  </a:lnTo>
                  <a:cubicBezTo>
                    <a:pt x="1714" y="174308"/>
                    <a:pt x="0" y="172593"/>
                    <a:pt x="0" y="170497"/>
                  </a:cubicBezTo>
                  <a:lnTo>
                    <a:pt x="0" y="3810"/>
                  </a:lnTo>
                  <a:cubicBezTo>
                    <a:pt x="0" y="1714"/>
                    <a:pt x="1714" y="0"/>
                    <a:pt x="3810" y="0"/>
                  </a:cubicBezTo>
                  <a:lnTo>
                    <a:pt x="3810" y="0"/>
                  </a:lnTo>
                  <a:cubicBezTo>
                    <a:pt x="5905" y="0"/>
                    <a:pt x="7620" y="1714"/>
                    <a:pt x="7620" y="3810"/>
                  </a:cubicBezTo>
                  <a:lnTo>
                    <a:pt x="7620" y="170497"/>
                  </a:lnTo>
                  <a:cubicBezTo>
                    <a:pt x="7620" y="172593"/>
                    <a:pt x="5905" y="174308"/>
                    <a:pt x="3810" y="17430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67" name="Google Shape;867;p30"/>
          <p:cNvSpPr/>
          <p:nvPr/>
        </p:nvSpPr>
        <p:spPr>
          <a:xfrm flipH="1" rot="532502">
            <a:off x="-514115" y="4385276"/>
            <a:ext cx="1514959" cy="1224991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68" name="Google Shape;868;p30"/>
          <p:cNvGrpSpPr/>
          <p:nvPr/>
        </p:nvGrpSpPr>
        <p:grpSpPr>
          <a:xfrm>
            <a:off x="-148774" y="4544215"/>
            <a:ext cx="784225" cy="584398"/>
            <a:chOff x="1914620" y="1930431"/>
            <a:chExt cx="572929" cy="426911"/>
          </a:xfrm>
        </p:grpSpPr>
        <p:grpSp>
          <p:nvGrpSpPr>
            <p:cNvPr id="869" name="Google Shape;869;p30"/>
            <p:cNvGrpSpPr/>
            <p:nvPr/>
          </p:nvGrpSpPr>
          <p:grpSpPr>
            <a:xfrm>
              <a:off x="1914620" y="1930431"/>
              <a:ext cx="572929" cy="426911"/>
              <a:chOff x="1914620" y="1930431"/>
              <a:chExt cx="572929" cy="426911"/>
            </a:xfrm>
          </p:grpSpPr>
          <p:sp>
            <p:nvSpPr>
              <p:cNvPr id="870" name="Google Shape;870;p30"/>
              <p:cNvSpPr/>
              <p:nvPr/>
            </p:nvSpPr>
            <p:spPr>
              <a:xfrm>
                <a:off x="2042160" y="1930431"/>
                <a:ext cx="445389" cy="299466"/>
              </a:xfrm>
              <a:custGeom>
                <a:rect b="b" l="l" r="r" t="t"/>
                <a:pathLst>
                  <a:path extrusionOk="0" h="299466" w="445389">
                    <a:moveTo>
                      <a:pt x="139065" y="7620"/>
                    </a:moveTo>
                    <a:lnTo>
                      <a:pt x="173355" y="41910"/>
                    </a:lnTo>
                    <a:cubicBezTo>
                      <a:pt x="178308" y="46863"/>
                      <a:pt x="185071" y="49721"/>
                      <a:pt x="192119" y="49721"/>
                    </a:cubicBezTo>
                    <a:lnTo>
                      <a:pt x="418910" y="49721"/>
                    </a:lnTo>
                    <a:cubicBezTo>
                      <a:pt x="433578" y="49721"/>
                      <a:pt x="445389" y="61627"/>
                      <a:pt x="445389" y="76200"/>
                    </a:cubicBezTo>
                    <a:lnTo>
                      <a:pt x="445389" y="272987"/>
                    </a:lnTo>
                    <a:cubicBezTo>
                      <a:pt x="445389" y="287655"/>
                      <a:pt x="433483" y="299466"/>
                      <a:pt x="418910" y="299466"/>
                    </a:cubicBezTo>
                    <a:lnTo>
                      <a:pt x="26479" y="299466"/>
                    </a:lnTo>
                    <a:cubicBezTo>
                      <a:pt x="11811" y="299466"/>
                      <a:pt x="0" y="287560"/>
                      <a:pt x="0" y="272987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79" y="0"/>
                    </a:cubicBezTo>
                    <a:lnTo>
                      <a:pt x="120396" y="0"/>
                    </a:lnTo>
                    <a:cubicBezTo>
                      <a:pt x="127444" y="0"/>
                      <a:pt x="134207" y="2762"/>
                      <a:pt x="139160" y="771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71" name="Google Shape;871;p30"/>
              <p:cNvSpPr/>
              <p:nvPr/>
            </p:nvSpPr>
            <p:spPr>
              <a:xfrm>
                <a:off x="1978342" y="1994058"/>
                <a:ext cx="445389" cy="299465"/>
              </a:xfrm>
              <a:custGeom>
                <a:rect b="b" l="l" r="r" t="t"/>
                <a:pathLst>
                  <a:path extrusionOk="0" h="299465" w="445389">
                    <a:moveTo>
                      <a:pt x="139065" y="7715"/>
                    </a:moveTo>
                    <a:lnTo>
                      <a:pt x="173355" y="42005"/>
                    </a:lnTo>
                    <a:cubicBezTo>
                      <a:pt x="178308" y="46958"/>
                      <a:pt x="185071" y="49721"/>
                      <a:pt x="192119" y="49721"/>
                    </a:cubicBezTo>
                    <a:lnTo>
                      <a:pt x="418909" y="49721"/>
                    </a:lnTo>
                    <a:cubicBezTo>
                      <a:pt x="433578" y="49721"/>
                      <a:pt x="445389" y="61627"/>
                      <a:pt x="445389" y="76200"/>
                    </a:cubicBezTo>
                    <a:lnTo>
                      <a:pt x="445389" y="272986"/>
                    </a:lnTo>
                    <a:cubicBezTo>
                      <a:pt x="445389" y="287655"/>
                      <a:pt x="433483" y="299466"/>
                      <a:pt x="418909" y="299466"/>
                    </a:cubicBezTo>
                    <a:lnTo>
                      <a:pt x="26480" y="299466"/>
                    </a:lnTo>
                    <a:cubicBezTo>
                      <a:pt x="11811" y="299466"/>
                      <a:pt x="0" y="287560"/>
                      <a:pt x="0" y="272986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80" y="0"/>
                    </a:cubicBezTo>
                    <a:lnTo>
                      <a:pt x="120396" y="0"/>
                    </a:lnTo>
                    <a:cubicBezTo>
                      <a:pt x="127445" y="0"/>
                      <a:pt x="134207" y="2762"/>
                      <a:pt x="139160" y="7715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72" name="Google Shape;872;p30"/>
              <p:cNvSpPr/>
              <p:nvPr/>
            </p:nvSpPr>
            <p:spPr>
              <a:xfrm>
                <a:off x="1914620" y="2057876"/>
                <a:ext cx="445389" cy="299466"/>
              </a:xfrm>
              <a:custGeom>
                <a:rect b="b" l="l" r="r" t="t"/>
                <a:pathLst>
                  <a:path extrusionOk="0" h="299466" w="445389">
                    <a:moveTo>
                      <a:pt x="139065" y="7715"/>
                    </a:moveTo>
                    <a:lnTo>
                      <a:pt x="173355" y="42005"/>
                    </a:lnTo>
                    <a:cubicBezTo>
                      <a:pt x="178308" y="46958"/>
                      <a:pt x="185071" y="49721"/>
                      <a:pt x="192119" y="49721"/>
                    </a:cubicBezTo>
                    <a:lnTo>
                      <a:pt x="418909" y="49721"/>
                    </a:lnTo>
                    <a:cubicBezTo>
                      <a:pt x="433578" y="49721"/>
                      <a:pt x="445389" y="61627"/>
                      <a:pt x="445389" y="76200"/>
                    </a:cubicBezTo>
                    <a:lnTo>
                      <a:pt x="445389" y="272987"/>
                    </a:lnTo>
                    <a:cubicBezTo>
                      <a:pt x="445389" y="287655"/>
                      <a:pt x="433483" y="299466"/>
                      <a:pt x="418909" y="299466"/>
                    </a:cubicBezTo>
                    <a:lnTo>
                      <a:pt x="26479" y="299466"/>
                    </a:lnTo>
                    <a:cubicBezTo>
                      <a:pt x="11811" y="299466"/>
                      <a:pt x="0" y="287560"/>
                      <a:pt x="0" y="272987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79" y="0"/>
                    </a:cubicBezTo>
                    <a:lnTo>
                      <a:pt x="120396" y="0"/>
                    </a:lnTo>
                    <a:cubicBezTo>
                      <a:pt x="127444" y="0"/>
                      <a:pt x="134207" y="2762"/>
                      <a:pt x="139160" y="7715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873" name="Google Shape;873;p30"/>
            <p:cNvSpPr/>
            <p:nvPr/>
          </p:nvSpPr>
          <p:spPr>
            <a:xfrm>
              <a:off x="2024157" y="2180272"/>
              <a:ext cx="222980" cy="101917"/>
            </a:xfrm>
            <a:custGeom>
              <a:rect b="b" l="l" r="r" t="t"/>
              <a:pathLst>
                <a:path extrusionOk="0" h="101917" w="222980">
                  <a:moveTo>
                    <a:pt x="25051" y="45529"/>
                  </a:moveTo>
                  <a:lnTo>
                    <a:pt x="0" y="45529"/>
                  </a:lnTo>
                  <a:lnTo>
                    <a:pt x="0" y="56388"/>
                  </a:lnTo>
                  <a:lnTo>
                    <a:pt x="25051" y="56388"/>
                  </a:lnTo>
                  <a:lnTo>
                    <a:pt x="25051" y="45529"/>
                  </a:lnTo>
                  <a:close/>
                  <a:moveTo>
                    <a:pt x="115538" y="79153"/>
                  </a:moveTo>
                  <a:lnTo>
                    <a:pt x="184023" y="79153"/>
                  </a:lnTo>
                  <a:lnTo>
                    <a:pt x="184023" y="68294"/>
                  </a:lnTo>
                  <a:lnTo>
                    <a:pt x="115538" y="68294"/>
                  </a:lnTo>
                  <a:lnTo>
                    <a:pt x="115538" y="79153"/>
                  </a:lnTo>
                  <a:close/>
                  <a:moveTo>
                    <a:pt x="32766" y="56388"/>
                  </a:moveTo>
                  <a:lnTo>
                    <a:pt x="129730" y="56388"/>
                  </a:lnTo>
                  <a:lnTo>
                    <a:pt x="129730" y="45529"/>
                  </a:lnTo>
                  <a:lnTo>
                    <a:pt x="32766" y="45529"/>
                  </a:lnTo>
                  <a:lnTo>
                    <a:pt x="32766" y="56388"/>
                  </a:lnTo>
                  <a:close/>
                  <a:moveTo>
                    <a:pt x="184023" y="0"/>
                  </a:moveTo>
                  <a:lnTo>
                    <a:pt x="23908" y="0"/>
                  </a:lnTo>
                  <a:lnTo>
                    <a:pt x="23908" y="10858"/>
                  </a:lnTo>
                  <a:lnTo>
                    <a:pt x="184023" y="10858"/>
                  </a:lnTo>
                  <a:lnTo>
                    <a:pt x="184023" y="0"/>
                  </a:lnTo>
                  <a:close/>
                  <a:moveTo>
                    <a:pt x="47815" y="22765"/>
                  </a:moveTo>
                  <a:lnTo>
                    <a:pt x="0" y="22765"/>
                  </a:lnTo>
                  <a:lnTo>
                    <a:pt x="0" y="33623"/>
                  </a:lnTo>
                  <a:lnTo>
                    <a:pt x="47815" y="33623"/>
                  </a:lnTo>
                  <a:lnTo>
                    <a:pt x="47815" y="22765"/>
                  </a:lnTo>
                  <a:close/>
                  <a:moveTo>
                    <a:pt x="102584" y="68294"/>
                  </a:moveTo>
                  <a:lnTo>
                    <a:pt x="0" y="68294"/>
                  </a:lnTo>
                  <a:lnTo>
                    <a:pt x="0" y="79153"/>
                  </a:lnTo>
                  <a:lnTo>
                    <a:pt x="102584" y="79153"/>
                  </a:lnTo>
                  <a:lnTo>
                    <a:pt x="102584" y="68294"/>
                  </a:lnTo>
                  <a:close/>
                  <a:moveTo>
                    <a:pt x="146875" y="101918"/>
                  </a:moveTo>
                  <a:lnTo>
                    <a:pt x="195644" y="101918"/>
                  </a:lnTo>
                  <a:lnTo>
                    <a:pt x="195644" y="91059"/>
                  </a:lnTo>
                  <a:lnTo>
                    <a:pt x="146875" y="91059"/>
                  </a:lnTo>
                  <a:lnTo>
                    <a:pt x="146875" y="101918"/>
                  </a:lnTo>
                  <a:close/>
                  <a:moveTo>
                    <a:pt x="0" y="101918"/>
                  </a:moveTo>
                  <a:lnTo>
                    <a:pt x="62198" y="101918"/>
                  </a:lnTo>
                  <a:lnTo>
                    <a:pt x="62198" y="91059"/>
                  </a:lnTo>
                  <a:lnTo>
                    <a:pt x="0" y="91059"/>
                  </a:lnTo>
                  <a:lnTo>
                    <a:pt x="0" y="101918"/>
                  </a:lnTo>
                  <a:close/>
                  <a:moveTo>
                    <a:pt x="60769" y="33623"/>
                  </a:moveTo>
                  <a:lnTo>
                    <a:pt x="222980" y="33623"/>
                  </a:lnTo>
                  <a:lnTo>
                    <a:pt x="222980" y="22765"/>
                  </a:lnTo>
                  <a:lnTo>
                    <a:pt x="60769" y="22765"/>
                  </a:lnTo>
                  <a:lnTo>
                    <a:pt x="60769" y="33623"/>
                  </a:lnTo>
                  <a:close/>
                  <a:moveTo>
                    <a:pt x="190500" y="0"/>
                  </a:moveTo>
                  <a:lnTo>
                    <a:pt x="190500" y="10858"/>
                  </a:lnTo>
                  <a:lnTo>
                    <a:pt x="222980" y="10858"/>
                  </a:lnTo>
                  <a:lnTo>
                    <a:pt x="222980" y="0"/>
                  </a:lnTo>
                  <a:lnTo>
                    <a:pt x="190500" y="0"/>
                  </a:lnTo>
                  <a:close/>
                  <a:moveTo>
                    <a:pt x="137350" y="56388"/>
                  </a:moveTo>
                  <a:lnTo>
                    <a:pt x="222980" y="56388"/>
                  </a:lnTo>
                  <a:lnTo>
                    <a:pt x="222980" y="45529"/>
                  </a:lnTo>
                  <a:lnTo>
                    <a:pt x="137350" y="45529"/>
                  </a:lnTo>
                  <a:lnTo>
                    <a:pt x="137350" y="56388"/>
                  </a:lnTo>
                  <a:close/>
                  <a:moveTo>
                    <a:pt x="196882" y="79153"/>
                  </a:moveTo>
                  <a:lnTo>
                    <a:pt x="222885" y="79153"/>
                  </a:lnTo>
                  <a:lnTo>
                    <a:pt x="222885" y="68294"/>
                  </a:lnTo>
                  <a:lnTo>
                    <a:pt x="196882" y="68294"/>
                  </a:lnTo>
                  <a:lnTo>
                    <a:pt x="196882" y="79153"/>
                  </a:lnTo>
                  <a:close/>
                  <a:moveTo>
                    <a:pt x="75057" y="101918"/>
                  </a:moveTo>
                  <a:lnTo>
                    <a:pt x="139065" y="101918"/>
                  </a:lnTo>
                  <a:lnTo>
                    <a:pt x="139065" y="91059"/>
                  </a:lnTo>
                  <a:lnTo>
                    <a:pt x="75057" y="91059"/>
                  </a:lnTo>
                  <a:lnTo>
                    <a:pt x="75057" y="10191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74" name="Google Shape;874;p30"/>
          <p:cNvSpPr/>
          <p:nvPr/>
        </p:nvSpPr>
        <p:spPr>
          <a:xfrm rot="5844200">
            <a:off x="8030548" y="2339312"/>
            <a:ext cx="2404301" cy="1318596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875" name="Shape 8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6" name="Google Shape;876;p31"/>
          <p:cNvSpPr txBox="1"/>
          <p:nvPr>
            <p:ph type="title"/>
          </p:nvPr>
        </p:nvSpPr>
        <p:spPr>
          <a:xfrm>
            <a:off x="811975" y="1032900"/>
            <a:ext cx="2804400" cy="1006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77" name="Google Shape;877;p31"/>
          <p:cNvSpPr txBox="1"/>
          <p:nvPr>
            <p:ph idx="1" type="subTitle"/>
          </p:nvPr>
        </p:nvSpPr>
        <p:spPr>
          <a:xfrm>
            <a:off x="811975" y="2039700"/>
            <a:ext cx="4294800" cy="207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9pPr>
          </a:lstStyle>
          <a:p/>
        </p:txBody>
      </p:sp>
      <p:sp>
        <p:nvSpPr>
          <p:cNvPr id="878" name="Google Shape;878;p31"/>
          <p:cNvSpPr/>
          <p:nvPr>
            <p:ph idx="2" type="pic"/>
          </p:nvPr>
        </p:nvSpPr>
        <p:spPr>
          <a:xfrm>
            <a:off x="5668975" y="1076550"/>
            <a:ext cx="2990400" cy="29904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879" name="Google Shape;879;p31"/>
          <p:cNvSpPr/>
          <p:nvPr/>
        </p:nvSpPr>
        <p:spPr>
          <a:xfrm rot="-2381697">
            <a:off x="-1265120" y="-661594"/>
            <a:ext cx="3096202" cy="2008988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0" name="Google Shape;880;p31"/>
          <p:cNvSpPr/>
          <p:nvPr/>
        </p:nvSpPr>
        <p:spPr>
          <a:xfrm rot="-7296874">
            <a:off x="-735040" y="4231574"/>
            <a:ext cx="2036053" cy="1508864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81" name="Google Shape;881;p31"/>
          <p:cNvGrpSpPr/>
          <p:nvPr/>
        </p:nvGrpSpPr>
        <p:grpSpPr>
          <a:xfrm>
            <a:off x="65066" y="4373044"/>
            <a:ext cx="878158" cy="654532"/>
            <a:chOff x="1114425" y="4361211"/>
            <a:chExt cx="573023" cy="427101"/>
          </a:xfrm>
        </p:grpSpPr>
        <p:grpSp>
          <p:nvGrpSpPr>
            <p:cNvPr id="882" name="Google Shape;882;p31"/>
            <p:cNvGrpSpPr/>
            <p:nvPr/>
          </p:nvGrpSpPr>
          <p:grpSpPr>
            <a:xfrm>
              <a:off x="1114425" y="4361211"/>
              <a:ext cx="573023" cy="427101"/>
              <a:chOff x="1114425" y="4361211"/>
              <a:chExt cx="573023" cy="427101"/>
            </a:xfrm>
          </p:grpSpPr>
          <p:sp>
            <p:nvSpPr>
              <p:cNvPr id="883" name="Google Shape;883;p31"/>
              <p:cNvSpPr/>
              <p:nvPr/>
            </p:nvSpPr>
            <p:spPr>
              <a:xfrm>
                <a:off x="1241964" y="4361211"/>
                <a:ext cx="445484" cy="299466"/>
              </a:xfrm>
              <a:custGeom>
                <a:rect b="b" l="l" r="r" t="t"/>
                <a:pathLst>
                  <a:path extrusionOk="0" h="299466" w="445484">
                    <a:moveTo>
                      <a:pt x="139160" y="7715"/>
                    </a:moveTo>
                    <a:lnTo>
                      <a:pt x="173450" y="42005"/>
                    </a:lnTo>
                    <a:cubicBezTo>
                      <a:pt x="178403" y="46958"/>
                      <a:pt x="185166" y="49721"/>
                      <a:pt x="192215" y="49721"/>
                    </a:cubicBezTo>
                    <a:lnTo>
                      <a:pt x="419005" y="49721"/>
                    </a:lnTo>
                    <a:cubicBezTo>
                      <a:pt x="433673" y="49721"/>
                      <a:pt x="445484" y="61627"/>
                      <a:pt x="445484" y="76200"/>
                    </a:cubicBezTo>
                    <a:lnTo>
                      <a:pt x="445484" y="272987"/>
                    </a:lnTo>
                    <a:cubicBezTo>
                      <a:pt x="445484" y="287655"/>
                      <a:pt x="433578" y="299466"/>
                      <a:pt x="419005" y="299466"/>
                    </a:cubicBezTo>
                    <a:lnTo>
                      <a:pt x="26479" y="299466"/>
                    </a:lnTo>
                    <a:cubicBezTo>
                      <a:pt x="11811" y="299466"/>
                      <a:pt x="0" y="287560"/>
                      <a:pt x="0" y="272987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79" y="0"/>
                    </a:cubicBezTo>
                    <a:lnTo>
                      <a:pt x="120396" y="0"/>
                    </a:lnTo>
                    <a:cubicBezTo>
                      <a:pt x="127445" y="0"/>
                      <a:pt x="134207" y="2762"/>
                      <a:pt x="139160" y="7715"/>
                    </a:cubicBezTo>
                    <a:close/>
                  </a:path>
                </a:pathLst>
              </a:custGeom>
              <a:solidFill>
                <a:srgbClr val="35363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84" name="Google Shape;884;p31"/>
              <p:cNvSpPr/>
              <p:nvPr/>
            </p:nvSpPr>
            <p:spPr>
              <a:xfrm>
                <a:off x="1178242" y="4425029"/>
                <a:ext cx="445484" cy="299466"/>
              </a:xfrm>
              <a:custGeom>
                <a:rect b="b" l="l" r="r" t="t"/>
                <a:pathLst>
                  <a:path extrusionOk="0" h="299466" w="445484">
                    <a:moveTo>
                      <a:pt x="139160" y="7620"/>
                    </a:moveTo>
                    <a:lnTo>
                      <a:pt x="173450" y="41910"/>
                    </a:lnTo>
                    <a:cubicBezTo>
                      <a:pt x="178403" y="46863"/>
                      <a:pt x="185166" y="49721"/>
                      <a:pt x="192215" y="49721"/>
                    </a:cubicBezTo>
                    <a:lnTo>
                      <a:pt x="419005" y="49721"/>
                    </a:lnTo>
                    <a:cubicBezTo>
                      <a:pt x="433673" y="49721"/>
                      <a:pt x="445484" y="61627"/>
                      <a:pt x="445484" y="76200"/>
                    </a:cubicBezTo>
                    <a:lnTo>
                      <a:pt x="445484" y="272987"/>
                    </a:lnTo>
                    <a:cubicBezTo>
                      <a:pt x="445484" y="287655"/>
                      <a:pt x="433578" y="299466"/>
                      <a:pt x="419005" y="299466"/>
                    </a:cubicBezTo>
                    <a:lnTo>
                      <a:pt x="26479" y="299466"/>
                    </a:lnTo>
                    <a:cubicBezTo>
                      <a:pt x="11811" y="299466"/>
                      <a:pt x="0" y="287560"/>
                      <a:pt x="0" y="272987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79" y="0"/>
                    </a:cubicBezTo>
                    <a:lnTo>
                      <a:pt x="120396" y="0"/>
                    </a:lnTo>
                    <a:cubicBezTo>
                      <a:pt x="127445" y="0"/>
                      <a:pt x="134207" y="2762"/>
                      <a:pt x="139160" y="7715"/>
                    </a:cubicBezTo>
                    <a:close/>
                  </a:path>
                </a:pathLst>
              </a:custGeom>
              <a:solidFill>
                <a:srgbClr val="42444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85" name="Google Shape;885;p31"/>
              <p:cNvSpPr/>
              <p:nvPr/>
            </p:nvSpPr>
            <p:spPr>
              <a:xfrm>
                <a:off x="1114425" y="4488846"/>
                <a:ext cx="445484" cy="299466"/>
              </a:xfrm>
              <a:custGeom>
                <a:rect b="b" l="l" r="r" t="t"/>
                <a:pathLst>
                  <a:path extrusionOk="0" h="299466" w="445484">
                    <a:moveTo>
                      <a:pt x="139160" y="7620"/>
                    </a:moveTo>
                    <a:lnTo>
                      <a:pt x="173450" y="41910"/>
                    </a:lnTo>
                    <a:cubicBezTo>
                      <a:pt x="178403" y="46863"/>
                      <a:pt x="185166" y="49721"/>
                      <a:pt x="192215" y="49721"/>
                    </a:cubicBezTo>
                    <a:lnTo>
                      <a:pt x="419005" y="49721"/>
                    </a:lnTo>
                    <a:cubicBezTo>
                      <a:pt x="433673" y="49721"/>
                      <a:pt x="445484" y="61627"/>
                      <a:pt x="445484" y="76200"/>
                    </a:cubicBezTo>
                    <a:lnTo>
                      <a:pt x="445484" y="272987"/>
                    </a:lnTo>
                    <a:cubicBezTo>
                      <a:pt x="445484" y="287655"/>
                      <a:pt x="433578" y="299466"/>
                      <a:pt x="419005" y="299466"/>
                    </a:cubicBezTo>
                    <a:lnTo>
                      <a:pt x="26480" y="299466"/>
                    </a:lnTo>
                    <a:cubicBezTo>
                      <a:pt x="11811" y="299466"/>
                      <a:pt x="0" y="287560"/>
                      <a:pt x="0" y="272987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80" y="0"/>
                    </a:cubicBezTo>
                    <a:lnTo>
                      <a:pt x="120396" y="0"/>
                    </a:lnTo>
                    <a:cubicBezTo>
                      <a:pt x="127445" y="0"/>
                      <a:pt x="134207" y="2762"/>
                      <a:pt x="139160" y="7811"/>
                    </a:cubicBezTo>
                    <a:close/>
                  </a:path>
                </a:pathLst>
              </a:custGeom>
              <a:solidFill>
                <a:srgbClr val="6F708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886" name="Google Shape;886;p31"/>
            <p:cNvSpPr/>
            <p:nvPr/>
          </p:nvSpPr>
          <p:spPr>
            <a:xfrm>
              <a:off x="1303210" y="4628965"/>
              <a:ext cx="68735" cy="82063"/>
            </a:xfrm>
            <a:custGeom>
              <a:rect b="b" l="l" r="r" t="t"/>
              <a:pathLst>
                <a:path extrusionOk="0" h="82063" w="68735">
                  <a:moveTo>
                    <a:pt x="0" y="6471"/>
                  </a:moveTo>
                  <a:lnTo>
                    <a:pt x="0" y="75527"/>
                  </a:lnTo>
                  <a:cubicBezTo>
                    <a:pt x="0" y="80575"/>
                    <a:pt x="5524" y="83719"/>
                    <a:pt x="9811" y="81147"/>
                  </a:cubicBezTo>
                  <a:lnTo>
                    <a:pt x="65532" y="48095"/>
                  </a:lnTo>
                  <a:cubicBezTo>
                    <a:pt x="69723" y="45619"/>
                    <a:pt x="69818" y="39618"/>
                    <a:pt x="65723" y="37046"/>
                  </a:cubicBezTo>
                  <a:lnTo>
                    <a:pt x="10001" y="1042"/>
                  </a:lnTo>
                  <a:cubicBezTo>
                    <a:pt x="5715" y="-1721"/>
                    <a:pt x="0" y="1327"/>
                    <a:pt x="0" y="647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887" name="Shape 8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8" name="Google Shape;888;p32"/>
          <p:cNvSpPr txBox="1"/>
          <p:nvPr>
            <p:ph type="title"/>
          </p:nvPr>
        </p:nvSpPr>
        <p:spPr>
          <a:xfrm>
            <a:off x="2317950" y="1307100"/>
            <a:ext cx="4508100" cy="252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0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889" name="Google Shape;889;p32"/>
          <p:cNvSpPr/>
          <p:nvPr/>
        </p:nvSpPr>
        <p:spPr>
          <a:xfrm flipH="1" rot="-3263452">
            <a:off x="5847147" y="3927927"/>
            <a:ext cx="2997856" cy="2576292"/>
          </a:xfrm>
          <a:custGeom>
            <a:rect b="b" l="l" r="r" t="t"/>
            <a:pathLst>
              <a:path extrusionOk="0" h="30330" w="38869">
                <a:moveTo>
                  <a:pt x="24297" y="1"/>
                </a:moveTo>
                <a:cubicBezTo>
                  <a:pt x="23576" y="1"/>
                  <a:pt x="22813" y="81"/>
                  <a:pt x="22018" y="271"/>
                </a:cubicBezTo>
                <a:cubicBezTo>
                  <a:pt x="16904" y="1494"/>
                  <a:pt x="14626" y="5778"/>
                  <a:pt x="11611" y="8671"/>
                </a:cubicBezTo>
                <a:cubicBezTo>
                  <a:pt x="10032" y="10186"/>
                  <a:pt x="7766" y="10684"/>
                  <a:pt x="5916" y="11826"/>
                </a:cubicBezTo>
                <a:cubicBezTo>
                  <a:pt x="0" y="15481"/>
                  <a:pt x="539" y="24197"/>
                  <a:pt x="4874" y="27639"/>
                </a:cubicBezTo>
                <a:cubicBezTo>
                  <a:pt x="7150" y="29445"/>
                  <a:pt x="9815" y="30330"/>
                  <a:pt x="12976" y="30330"/>
                </a:cubicBezTo>
                <a:cubicBezTo>
                  <a:pt x="15025" y="30330"/>
                  <a:pt x="17282" y="29958"/>
                  <a:pt x="19778" y="29225"/>
                </a:cubicBezTo>
                <a:cubicBezTo>
                  <a:pt x="26123" y="27360"/>
                  <a:pt x="30656" y="26268"/>
                  <a:pt x="34763" y="20412"/>
                </a:cubicBezTo>
                <a:cubicBezTo>
                  <a:pt x="38869" y="14558"/>
                  <a:pt x="35544" y="6859"/>
                  <a:pt x="30907" y="2368"/>
                </a:cubicBezTo>
                <a:cubicBezTo>
                  <a:pt x="30907" y="2368"/>
                  <a:pt x="28215" y="1"/>
                  <a:pt x="24297" y="1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0" name="Google Shape;890;p32"/>
          <p:cNvSpPr/>
          <p:nvPr/>
        </p:nvSpPr>
        <p:spPr>
          <a:xfrm flipH="1" rot="460623">
            <a:off x="6387251" y="-1517085"/>
            <a:ext cx="4087061" cy="3304707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1" name="Google Shape;891;p32"/>
          <p:cNvSpPr/>
          <p:nvPr/>
        </p:nvSpPr>
        <p:spPr>
          <a:xfrm flipH="1" rot="-4592116">
            <a:off x="6189" y="113200"/>
            <a:ext cx="642877" cy="519829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892" name="Shape 8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3" name="Google Shape;893;p33"/>
          <p:cNvSpPr txBox="1"/>
          <p:nvPr>
            <p:ph type="title"/>
          </p:nvPr>
        </p:nvSpPr>
        <p:spPr>
          <a:xfrm>
            <a:off x="2135550" y="1189100"/>
            <a:ext cx="4872900" cy="196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15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94" name="Google Shape;894;p33"/>
          <p:cNvSpPr txBox="1"/>
          <p:nvPr>
            <p:ph idx="1" type="subTitle"/>
          </p:nvPr>
        </p:nvSpPr>
        <p:spPr>
          <a:xfrm>
            <a:off x="2135550" y="3153500"/>
            <a:ext cx="4872900" cy="67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895" name="Google Shape;895;p33"/>
          <p:cNvSpPr/>
          <p:nvPr/>
        </p:nvSpPr>
        <p:spPr>
          <a:xfrm rot="3263452">
            <a:off x="-163955" y="3927927"/>
            <a:ext cx="2997856" cy="2576292"/>
          </a:xfrm>
          <a:custGeom>
            <a:rect b="b" l="l" r="r" t="t"/>
            <a:pathLst>
              <a:path extrusionOk="0" h="30330" w="38869">
                <a:moveTo>
                  <a:pt x="24297" y="1"/>
                </a:moveTo>
                <a:cubicBezTo>
                  <a:pt x="23576" y="1"/>
                  <a:pt x="22813" y="81"/>
                  <a:pt x="22018" y="271"/>
                </a:cubicBezTo>
                <a:cubicBezTo>
                  <a:pt x="16904" y="1494"/>
                  <a:pt x="14626" y="5778"/>
                  <a:pt x="11611" y="8671"/>
                </a:cubicBezTo>
                <a:cubicBezTo>
                  <a:pt x="10032" y="10186"/>
                  <a:pt x="7766" y="10684"/>
                  <a:pt x="5916" y="11826"/>
                </a:cubicBezTo>
                <a:cubicBezTo>
                  <a:pt x="0" y="15481"/>
                  <a:pt x="539" y="24197"/>
                  <a:pt x="4874" y="27639"/>
                </a:cubicBezTo>
                <a:cubicBezTo>
                  <a:pt x="7150" y="29445"/>
                  <a:pt x="9815" y="30330"/>
                  <a:pt x="12976" y="30330"/>
                </a:cubicBezTo>
                <a:cubicBezTo>
                  <a:pt x="15025" y="30330"/>
                  <a:pt x="17282" y="29958"/>
                  <a:pt x="19778" y="29225"/>
                </a:cubicBezTo>
                <a:cubicBezTo>
                  <a:pt x="26123" y="27360"/>
                  <a:pt x="30656" y="26268"/>
                  <a:pt x="34763" y="20412"/>
                </a:cubicBezTo>
                <a:cubicBezTo>
                  <a:pt x="38869" y="14558"/>
                  <a:pt x="35544" y="6859"/>
                  <a:pt x="30907" y="2368"/>
                </a:cubicBezTo>
                <a:cubicBezTo>
                  <a:pt x="30907" y="2368"/>
                  <a:pt x="28215" y="1"/>
                  <a:pt x="24297" y="1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6" name="Google Shape;896;p33"/>
          <p:cNvSpPr/>
          <p:nvPr/>
        </p:nvSpPr>
        <p:spPr>
          <a:xfrm rot="-460623">
            <a:off x="-1793263" y="-1517085"/>
            <a:ext cx="4087061" cy="3304707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7" name="Google Shape;897;p33"/>
          <p:cNvSpPr/>
          <p:nvPr/>
        </p:nvSpPr>
        <p:spPr>
          <a:xfrm rot="4592047">
            <a:off x="7797256" y="593203"/>
            <a:ext cx="1475158" cy="1192809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898" name="Shape 8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9" name="Google Shape;899;p34"/>
          <p:cNvSpPr txBox="1"/>
          <p:nvPr>
            <p:ph type="title"/>
          </p:nvPr>
        </p:nvSpPr>
        <p:spPr>
          <a:xfrm>
            <a:off x="720000" y="4014450"/>
            <a:ext cx="7704000" cy="572700"/>
          </a:xfrm>
          <a:prstGeom prst="rect">
            <a:avLst/>
          </a:prstGeom>
          <a:solidFill>
            <a:schemeClr val="accent2"/>
          </a:solidFill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900" name="Shape 9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" name="Google Shape;901;p35"/>
          <p:cNvSpPr txBox="1"/>
          <p:nvPr>
            <p:ph hasCustomPrompt="1" type="title"/>
          </p:nvPr>
        </p:nvSpPr>
        <p:spPr>
          <a:xfrm>
            <a:off x="713225" y="1477363"/>
            <a:ext cx="6576000" cy="1526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6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902" name="Google Shape;902;p35"/>
          <p:cNvSpPr txBox="1"/>
          <p:nvPr>
            <p:ph idx="1" type="subTitle"/>
          </p:nvPr>
        </p:nvSpPr>
        <p:spPr>
          <a:xfrm>
            <a:off x="713225" y="3169038"/>
            <a:ext cx="6576000" cy="49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903" name="Google Shape;903;p35"/>
          <p:cNvSpPr/>
          <p:nvPr/>
        </p:nvSpPr>
        <p:spPr>
          <a:xfrm flipH="1" rot="-1900174">
            <a:off x="-500059" y="-436065"/>
            <a:ext cx="1729608" cy="1398556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4" name="Google Shape;904;p35"/>
          <p:cNvSpPr/>
          <p:nvPr/>
        </p:nvSpPr>
        <p:spPr>
          <a:xfrm flipH="1" rot="-3263452">
            <a:off x="5847147" y="3927927"/>
            <a:ext cx="2997856" cy="2576292"/>
          </a:xfrm>
          <a:custGeom>
            <a:rect b="b" l="l" r="r" t="t"/>
            <a:pathLst>
              <a:path extrusionOk="0" h="30330" w="38869">
                <a:moveTo>
                  <a:pt x="24297" y="1"/>
                </a:moveTo>
                <a:cubicBezTo>
                  <a:pt x="23576" y="1"/>
                  <a:pt x="22813" y="81"/>
                  <a:pt x="22018" y="271"/>
                </a:cubicBezTo>
                <a:cubicBezTo>
                  <a:pt x="16904" y="1494"/>
                  <a:pt x="14626" y="5778"/>
                  <a:pt x="11611" y="8671"/>
                </a:cubicBezTo>
                <a:cubicBezTo>
                  <a:pt x="10032" y="10186"/>
                  <a:pt x="7766" y="10684"/>
                  <a:pt x="5916" y="11826"/>
                </a:cubicBezTo>
                <a:cubicBezTo>
                  <a:pt x="0" y="15481"/>
                  <a:pt x="539" y="24197"/>
                  <a:pt x="4874" y="27639"/>
                </a:cubicBezTo>
                <a:cubicBezTo>
                  <a:pt x="7150" y="29445"/>
                  <a:pt x="9815" y="30330"/>
                  <a:pt x="12976" y="30330"/>
                </a:cubicBezTo>
                <a:cubicBezTo>
                  <a:pt x="15025" y="30330"/>
                  <a:pt x="17282" y="29958"/>
                  <a:pt x="19778" y="29225"/>
                </a:cubicBezTo>
                <a:cubicBezTo>
                  <a:pt x="26123" y="27360"/>
                  <a:pt x="30656" y="26268"/>
                  <a:pt x="34763" y="20412"/>
                </a:cubicBezTo>
                <a:cubicBezTo>
                  <a:pt x="38869" y="14558"/>
                  <a:pt x="35544" y="6859"/>
                  <a:pt x="30907" y="2368"/>
                </a:cubicBezTo>
                <a:cubicBezTo>
                  <a:pt x="30907" y="2368"/>
                  <a:pt x="28215" y="1"/>
                  <a:pt x="24297" y="1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5" name="Google Shape;905;p35"/>
          <p:cNvSpPr/>
          <p:nvPr/>
        </p:nvSpPr>
        <p:spPr>
          <a:xfrm flipH="1" rot="460623">
            <a:off x="6387251" y="-1517085"/>
            <a:ext cx="4087061" cy="3304707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6" name="Google Shape;906;p35"/>
          <p:cNvSpPr/>
          <p:nvPr/>
        </p:nvSpPr>
        <p:spPr>
          <a:xfrm flipH="1" rot="531593">
            <a:off x="-1222788" y="3829381"/>
            <a:ext cx="2902962" cy="2347327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907" name="Google Shape;907;p35"/>
          <p:cNvGrpSpPr/>
          <p:nvPr/>
        </p:nvGrpSpPr>
        <p:grpSpPr>
          <a:xfrm>
            <a:off x="7441503" y="289852"/>
            <a:ext cx="1366913" cy="1382099"/>
            <a:chOff x="6568493" y="8"/>
            <a:chExt cx="1820608" cy="1840590"/>
          </a:xfrm>
        </p:grpSpPr>
        <p:sp>
          <p:nvSpPr>
            <p:cNvPr id="908" name="Google Shape;908;p35"/>
            <p:cNvSpPr/>
            <p:nvPr/>
          </p:nvSpPr>
          <p:spPr>
            <a:xfrm>
              <a:off x="6737915" y="169351"/>
              <a:ext cx="1651185" cy="1671247"/>
            </a:xfrm>
            <a:custGeom>
              <a:rect b="b" l="l" r="r" t="t"/>
              <a:pathLst>
                <a:path extrusionOk="0" h="1983676" w="1959864">
                  <a:moveTo>
                    <a:pt x="1868520" y="0"/>
                  </a:moveTo>
                  <a:lnTo>
                    <a:pt x="91345" y="0"/>
                  </a:lnTo>
                  <a:cubicBezTo>
                    <a:pt x="40958" y="0"/>
                    <a:pt x="0" y="40958"/>
                    <a:pt x="0" y="91345"/>
                  </a:cubicBezTo>
                  <a:lnTo>
                    <a:pt x="0" y="1892427"/>
                  </a:lnTo>
                  <a:cubicBezTo>
                    <a:pt x="0" y="1942814"/>
                    <a:pt x="40958" y="1983677"/>
                    <a:pt x="91345" y="1983677"/>
                  </a:cubicBezTo>
                  <a:lnTo>
                    <a:pt x="1868520" y="1983677"/>
                  </a:lnTo>
                  <a:cubicBezTo>
                    <a:pt x="1918906" y="1983677"/>
                    <a:pt x="1959864" y="1942814"/>
                    <a:pt x="1959864" y="1892427"/>
                  </a:cubicBezTo>
                  <a:lnTo>
                    <a:pt x="1959864" y="91345"/>
                  </a:lnTo>
                  <a:cubicBezTo>
                    <a:pt x="1959864" y="40958"/>
                    <a:pt x="1918906" y="0"/>
                    <a:pt x="186852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9" name="Google Shape;909;p35"/>
            <p:cNvSpPr/>
            <p:nvPr/>
          </p:nvSpPr>
          <p:spPr>
            <a:xfrm>
              <a:off x="6653203" y="8"/>
              <a:ext cx="1651185" cy="1671247"/>
            </a:xfrm>
            <a:custGeom>
              <a:rect b="b" l="l" r="r" t="t"/>
              <a:pathLst>
                <a:path extrusionOk="0" h="1983676" w="1959864">
                  <a:moveTo>
                    <a:pt x="1868519" y="0"/>
                  </a:moveTo>
                  <a:lnTo>
                    <a:pt x="91345" y="0"/>
                  </a:lnTo>
                  <a:cubicBezTo>
                    <a:pt x="40958" y="0"/>
                    <a:pt x="0" y="40958"/>
                    <a:pt x="0" y="91345"/>
                  </a:cubicBezTo>
                  <a:lnTo>
                    <a:pt x="0" y="1892427"/>
                  </a:lnTo>
                  <a:cubicBezTo>
                    <a:pt x="0" y="1942814"/>
                    <a:pt x="40958" y="1983677"/>
                    <a:pt x="91345" y="1983677"/>
                  </a:cubicBezTo>
                  <a:lnTo>
                    <a:pt x="1868519" y="1983677"/>
                  </a:lnTo>
                  <a:cubicBezTo>
                    <a:pt x="1918907" y="1983677"/>
                    <a:pt x="1959865" y="1942814"/>
                    <a:pt x="1959865" y="1892427"/>
                  </a:cubicBezTo>
                  <a:lnTo>
                    <a:pt x="1959865" y="91345"/>
                  </a:lnTo>
                  <a:cubicBezTo>
                    <a:pt x="1959865" y="40958"/>
                    <a:pt x="1918907" y="0"/>
                    <a:pt x="186851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910" name="Google Shape;910;p35"/>
            <p:cNvGrpSpPr/>
            <p:nvPr/>
          </p:nvGrpSpPr>
          <p:grpSpPr>
            <a:xfrm>
              <a:off x="6568493" y="84720"/>
              <a:ext cx="1649109" cy="1669065"/>
              <a:chOff x="8921020" y="472154"/>
              <a:chExt cx="1959958" cy="1983676"/>
            </a:xfrm>
          </p:grpSpPr>
          <p:sp>
            <p:nvSpPr>
              <p:cNvPr id="911" name="Google Shape;911;p35"/>
              <p:cNvSpPr/>
              <p:nvPr/>
            </p:nvSpPr>
            <p:spPr>
              <a:xfrm>
                <a:off x="8921114" y="472154"/>
                <a:ext cx="1959864" cy="1983676"/>
              </a:xfrm>
              <a:custGeom>
                <a:rect b="b" l="l" r="r" t="t"/>
                <a:pathLst>
                  <a:path extrusionOk="0" h="1983676" w="1959864">
                    <a:moveTo>
                      <a:pt x="1959864" y="91345"/>
                    </a:moveTo>
                    <a:lnTo>
                      <a:pt x="1959864" y="1892427"/>
                    </a:lnTo>
                    <a:cubicBezTo>
                      <a:pt x="1959864" y="1942814"/>
                      <a:pt x="1918907" y="1983677"/>
                      <a:pt x="1868520" y="1983677"/>
                    </a:cubicBezTo>
                    <a:lnTo>
                      <a:pt x="91345" y="1983677"/>
                    </a:lnTo>
                    <a:cubicBezTo>
                      <a:pt x="40958" y="1983677"/>
                      <a:pt x="0" y="1942814"/>
                      <a:pt x="0" y="1892427"/>
                    </a:cubicBezTo>
                    <a:lnTo>
                      <a:pt x="0" y="91345"/>
                    </a:lnTo>
                    <a:cubicBezTo>
                      <a:pt x="0" y="40958"/>
                      <a:pt x="40958" y="0"/>
                      <a:pt x="91345" y="0"/>
                    </a:cubicBezTo>
                    <a:lnTo>
                      <a:pt x="1868520" y="0"/>
                    </a:lnTo>
                    <a:cubicBezTo>
                      <a:pt x="1918907" y="0"/>
                      <a:pt x="1959864" y="40958"/>
                      <a:pt x="1959864" y="91345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12" name="Google Shape;912;p35"/>
              <p:cNvSpPr/>
              <p:nvPr/>
            </p:nvSpPr>
            <p:spPr>
              <a:xfrm>
                <a:off x="8921020" y="472154"/>
                <a:ext cx="1959958" cy="172307"/>
              </a:xfrm>
              <a:custGeom>
                <a:rect b="b" l="l" r="r" t="t"/>
                <a:pathLst>
                  <a:path extrusionOk="0" h="172307" w="1959958">
                    <a:moveTo>
                      <a:pt x="1959959" y="91345"/>
                    </a:moveTo>
                    <a:lnTo>
                      <a:pt x="1959959" y="172307"/>
                    </a:lnTo>
                    <a:lnTo>
                      <a:pt x="0" y="172307"/>
                    </a:lnTo>
                    <a:lnTo>
                      <a:pt x="0" y="91345"/>
                    </a:lnTo>
                    <a:cubicBezTo>
                      <a:pt x="0" y="40958"/>
                      <a:pt x="40957" y="0"/>
                      <a:pt x="91344" y="0"/>
                    </a:cubicBezTo>
                    <a:lnTo>
                      <a:pt x="1868519" y="0"/>
                    </a:lnTo>
                    <a:cubicBezTo>
                      <a:pt x="1918906" y="0"/>
                      <a:pt x="1959864" y="40958"/>
                      <a:pt x="1959864" y="91345"/>
                    </a:cubicBezTo>
                    <a:close/>
                  </a:path>
                </a:pathLst>
              </a:custGeom>
              <a:solidFill>
                <a:srgbClr val="000000">
                  <a:alpha val="10060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913" name="Google Shape;913;p35"/>
              <p:cNvGrpSpPr/>
              <p:nvPr/>
            </p:nvGrpSpPr>
            <p:grpSpPr>
              <a:xfrm>
                <a:off x="9011888" y="537781"/>
                <a:ext cx="255174" cy="64389"/>
                <a:chOff x="9011888" y="537781"/>
                <a:chExt cx="255174" cy="64389"/>
              </a:xfrm>
            </p:grpSpPr>
            <p:sp>
              <p:nvSpPr>
                <p:cNvPr id="914" name="Google Shape;914;p35"/>
                <p:cNvSpPr/>
                <p:nvPr/>
              </p:nvSpPr>
              <p:spPr>
                <a:xfrm>
                  <a:off x="9202673" y="537781"/>
                  <a:ext cx="64389" cy="64389"/>
                </a:xfrm>
                <a:custGeom>
                  <a:rect b="b" l="l" r="r" t="t"/>
                  <a:pathLst>
                    <a:path extrusionOk="0" h="64389" w="64389">
                      <a:moveTo>
                        <a:pt x="64389" y="32195"/>
                      </a:moveTo>
                      <a:cubicBezTo>
                        <a:pt x="64389" y="50006"/>
                        <a:pt x="50006" y="64389"/>
                        <a:pt x="32195" y="64389"/>
                      </a:cubicBezTo>
                      <a:cubicBezTo>
                        <a:pt x="14383" y="64389"/>
                        <a:pt x="0" y="50006"/>
                        <a:pt x="0" y="32195"/>
                      </a:cubicBezTo>
                      <a:cubicBezTo>
                        <a:pt x="0" y="14383"/>
                        <a:pt x="14383" y="0"/>
                        <a:pt x="32195" y="0"/>
                      </a:cubicBezTo>
                      <a:cubicBezTo>
                        <a:pt x="50006" y="0"/>
                        <a:pt x="64389" y="14383"/>
                        <a:pt x="64389" y="32195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15" name="Google Shape;915;p35"/>
                <p:cNvSpPr/>
                <p:nvPr/>
              </p:nvSpPr>
              <p:spPr>
                <a:xfrm>
                  <a:off x="9107233" y="537781"/>
                  <a:ext cx="64389" cy="64389"/>
                </a:xfrm>
                <a:custGeom>
                  <a:rect b="b" l="l" r="r" t="t"/>
                  <a:pathLst>
                    <a:path extrusionOk="0" h="64389" w="64389">
                      <a:moveTo>
                        <a:pt x="64389" y="32195"/>
                      </a:moveTo>
                      <a:cubicBezTo>
                        <a:pt x="64389" y="50006"/>
                        <a:pt x="50006" y="64389"/>
                        <a:pt x="32195" y="64389"/>
                      </a:cubicBezTo>
                      <a:cubicBezTo>
                        <a:pt x="14383" y="64389"/>
                        <a:pt x="0" y="50006"/>
                        <a:pt x="0" y="32195"/>
                      </a:cubicBezTo>
                      <a:cubicBezTo>
                        <a:pt x="0" y="14383"/>
                        <a:pt x="14383" y="0"/>
                        <a:pt x="32195" y="0"/>
                      </a:cubicBezTo>
                      <a:cubicBezTo>
                        <a:pt x="50006" y="0"/>
                        <a:pt x="64389" y="14383"/>
                        <a:pt x="64389" y="32195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16" name="Google Shape;916;p35"/>
                <p:cNvSpPr/>
                <p:nvPr/>
              </p:nvSpPr>
              <p:spPr>
                <a:xfrm>
                  <a:off x="9011888" y="537781"/>
                  <a:ext cx="64389" cy="64389"/>
                </a:xfrm>
                <a:custGeom>
                  <a:rect b="b" l="l" r="r" t="t"/>
                  <a:pathLst>
                    <a:path extrusionOk="0" h="64389" w="64389">
                      <a:moveTo>
                        <a:pt x="64389" y="32195"/>
                      </a:moveTo>
                      <a:cubicBezTo>
                        <a:pt x="64389" y="50006"/>
                        <a:pt x="50006" y="64389"/>
                        <a:pt x="32195" y="64389"/>
                      </a:cubicBezTo>
                      <a:cubicBezTo>
                        <a:pt x="14383" y="64389"/>
                        <a:pt x="0" y="50006"/>
                        <a:pt x="0" y="32195"/>
                      </a:cubicBezTo>
                      <a:cubicBezTo>
                        <a:pt x="0" y="14383"/>
                        <a:pt x="14383" y="0"/>
                        <a:pt x="32195" y="0"/>
                      </a:cubicBezTo>
                      <a:cubicBezTo>
                        <a:pt x="50006" y="0"/>
                        <a:pt x="64389" y="14383"/>
                        <a:pt x="64389" y="32195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917" name="Google Shape;917;p35"/>
            <p:cNvGrpSpPr/>
            <p:nvPr/>
          </p:nvGrpSpPr>
          <p:grpSpPr>
            <a:xfrm>
              <a:off x="6795939" y="406335"/>
              <a:ext cx="1194216" cy="1228757"/>
              <a:chOff x="9191339" y="854392"/>
              <a:chExt cx="1419320" cy="1460372"/>
            </a:xfrm>
          </p:grpSpPr>
          <p:grpSp>
            <p:nvGrpSpPr>
              <p:cNvPr id="918" name="Google Shape;918;p35"/>
              <p:cNvGrpSpPr/>
              <p:nvPr/>
            </p:nvGrpSpPr>
            <p:grpSpPr>
              <a:xfrm>
                <a:off x="9191339" y="1884045"/>
                <a:ext cx="604932" cy="420243"/>
                <a:chOff x="9191339" y="1884045"/>
                <a:chExt cx="604932" cy="420243"/>
              </a:xfrm>
            </p:grpSpPr>
            <p:sp>
              <p:nvSpPr>
                <p:cNvPr id="919" name="Google Shape;919;p35"/>
                <p:cNvSpPr/>
                <p:nvPr/>
              </p:nvSpPr>
              <p:spPr>
                <a:xfrm>
                  <a:off x="9191339" y="1884045"/>
                  <a:ext cx="237077" cy="52959"/>
                </a:xfrm>
                <a:custGeom>
                  <a:rect b="b" l="l" r="r" t="t"/>
                  <a:pathLst>
                    <a:path extrusionOk="0" h="52959" w="237077">
                      <a:moveTo>
                        <a:pt x="0" y="0"/>
                      </a:moveTo>
                      <a:lnTo>
                        <a:pt x="237077" y="0"/>
                      </a:lnTo>
                      <a:lnTo>
                        <a:pt x="237077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20" name="Google Shape;920;p35"/>
                <p:cNvSpPr/>
                <p:nvPr/>
              </p:nvSpPr>
              <p:spPr>
                <a:xfrm>
                  <a:off x="9449466" y="1884045"/>
                  <a:ext cx="182498" cy="52959"/>
                </a:xfrm>
                <a:custGeom>
                  <a:rect b="b" l="l" r="r" t="t"/>
                  <a:pathLst>
                    <a:path extrusionOk="0" h="52959" w="182498">
                      <a:moveTo>
                        <a:pt x="0" y="0"/>
                      </a:moveTo>
                      <a:lnTo>
                        <a:pt x="182499" y="0"/>
                      </a:lnTo>
                      <a:lnTo>
                        <a:pt x="182499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21" name="Google Shape;921;p35"/>
                <p:cNvSpPr/>
                <p:nvPr/>
              </p:nvSpPr>
              <p:spPr>
                <a:xfrm>
                  <a:off x="9651396" y="1884045"/>
                  <a:ext cx="144875" cy="52959"/>
                </a:xfrm>
                <a:custGeom>
                  <a:rect b="b" l="l" r="r" t="t"/>
                  <a:pathLst>
                    <a:path extrusionOk="0" h="52959" w="144875">
                      <a:moveTo>
                        <a:pt x="0" y="0"/>
                      </a:moveTo>
                      <a:lnTo>
                        <a:pt x="144876" y="0"/>
                      </a:lnTo>
                      <a:lnTo>
                        <a:pt x="144876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22" name="Google Shape;922;p35"/>
                <p:cNvSpPr/>
                <p:nvPr/>
              </p:nvSpPr>
              <p:spPr>
                <a:xfrm>
                  <a:off x="9308306" y="2006536"/>
                  <a:ext cx="487965" cy="52959"/>
                </a:xfrm>
                <a:custGeom>
                  <a:rect b="b" l="l" r="r" t="t"/>
                  <a:pathLst>
                    <a:path extrusionOk="0" h="52959" w="487965">
                      <a:moveTo>
                        <a:pt x="0" y="0"/>
                      </a:moveTo>
                      <a:lnTo>
                        <a:pt x="487966" y="0"/>
                      </a:lnTo>
                      <a:lnTo>
                        <a:pt x="487966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23" name="Google Shape;923;p35"/>
                <p:cNvSpPr/>
                <p:nvPr/>
              </p:nvSpPr>
              <p:spPr>
                <a:xfrm>
                  <a:off x="9191339" y="2006536"/>
                  <a:ext cx="89630" cy="52959"/>
                </a:xfrm>
                <a:custGeom>
                  <a:rect b="b" l="l" r="r" t="t"/>
                  <a:pathLst>
                    <a:path extrusionOk="0" h="52959" w="89630">
                      <a:moveTo>
                        <a:pt x="0" y="0"/>
                      </a:moveTo>
                      <a:lnTo>
                        <a:pt x="89630" y="0"/>
                      </a:lnTo>
                      <a:lnTo>
                        <a:pt x="89630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24" name="Google Shape;924;p35"/>
                <p:cNvSpPr/>
                <p:nvPr/>
              </p:nvSpPr>
              <p:spPr>
                <a:xfrm>
                  <a:off x="9460325" y="2128932"/>
                  <a:ext cx="230790" cy="52959"/>
                </a:xfrm>
                <a:custGeom>
                  <a:rect b="b" l="l" r="r" t="t"/>
                  <a:pathLst>
                    <a:path extrusionOk="0" h="52959" w="230790">
                      <a:moveTo>
                        <a:pt x="0" y="0"/>
                      </a:moveTo>
                      <a:lnTo>
                        <a:pt x="230791" y="0"/>
                      </a:lnTo>
                      <a:lnTo>
                        <a:pt x="230791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25" name="Google Shape;925;p35"/>
                <p:cNvSpPr/>
                <p:nvPr/>
              </p:nvSpPr>
              <p:spPr>
                <a:xfrm>
                  <a:off x="9713023" y="2128932"/>
                  <a:ext cx="83248" cy="52959"/>
                </a:xfrm>
                <a:custGeom>
                  <a:rect b="b" l="l" r="r" t="t"/>
                  <a:pathLst>
                    <a:path extrusionOk="0" h="52959" w="83248">
                      <a:moveTo>
                        <a:pt x="0" y="0"/>
                      </a:moveTo>
                      <a:lnTo>
                        <a:pt x="83248" y="0"/>
                      </a:lnTo>
                      <a:lnTo>
                        <a:pt x="83248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26" name="Google Shape;926;p35"/>
                <p:cNvSpPr/>
                <p:nvPr/>
              </p:nvSpPr>
              <p:spPr>
                <a:xfrm>
                  <a:off x="9191339" y="2128932"/>
                  <a:ext cx="247935" cy="52959"/>
                </a:xfrm>
                <a:custGeom>
                  <a:rect b="b" l="l" r="r" t="t"/>
                  <a:pathLst>
                    <a:path extrusionOk="0" h="52959" w="247935">
                      <a:moveTo>
                        <a:pt x="0" y="0"/>
                      </a:moveTo>
                      <a:lnTo>
                        <a:pt x="247936" y="0"/>
                      </a:lnTo>
                      <a:lnTo>
                        <a:pt x="247936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27" name="Google Shape;927;p35"/>
                <p:cNvSpPr/>
                <p:nvPr/>
              </p:nvSpPr>
              <p:spPr>
                <a:xfrm>
                  <a:off x="9365170" y="2251329"/>
                  <a:ext cx="200977" cy="52959"/>
                </a:xfrm>
                <a:custGeom>
                  <a:rect b="b" l="l" r="r" t="t"/>
                  <a:pathLst>
                    <a:path extrusionOk="0" h="52959" w="200977">
                      <a:moveTo>
                        <a:pt x="0" y="0"/>
                      </a:moveTo>
                      <a:lnTo>
                        <a:pt x="200977" y="0"/>
                      </a:lnTo>
                      <a:lnTo>
                        <a:pt x="200977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28" name="Google Shape;928;p35"/>
                <p:cNvSpPr/>
                <p:nvPr/>
              </p:nvSpPr>
              <p:spPr>
                <a:xfrm>
                  <a:off x="9191339" y="2251329"/>
                  <a:ext cx="151256" cy="52959"/>
                </a:xfrm>
                <a:custGeom>
                  <a:rect b="b" l="l" r="r" t="t"/>
                  <a:pathLst>
                    <a:path extrusionOk="0" h="52959" w="151256">
                      <a:moveTo>
                        <a:pt x="0" y="0"/>
                      </a:moveTo>
                      <a:lnTo>
                        <a:pt x="151257" y="0"/>
                      </a:lnTo>
                      <a:lnTo>
                        <a:pt x="151257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929" name="Google Shape;929;p35"/>
              <p:cNvGrpSpPr/>
              <p:nvPr/>
            </p:nvGrpSpPr>
            <p:grpSpPr>
              <a:xfrm>
                <a:off x="10004774" y="854392"/>
                <a:ext cx="604932" cy="420243"/>
                <a:chOff x="10004774" y="854392"/>
                <a:chExt cx="604932" cy="420243"/>
              </a:xfrm>
            </p:grpSpPr>
            <p:sp>
              <p:nvSpPr>
                <p:cNvPr id="930" name="Google Shape;930;p35"/>
                <p:cNvSpPr/>
                <p:nvPr/>
              </p:nvSpPr>
              <p:spPr>
                <a:xfrm>
                  <a:off x="10004774" y="854392"/>
                  <a:ext cx="237077" cy="52959"/>
                </a:xfrm>
                <a:custGeom>
                  <a:rect b="b" l="l" r="r" t="t"/>
                  <a:pathLst>
                    <a:path extrusionOk="0" h="52959" w="237077">
                      <a:moveTo>
                        <a:pt x="0" y="0"/>
                      </a:moveTo>
                      <a:lnTo>
                        <a:pt x="237077" y="0"/>
                      </a:lnTo>
                      <a:lnTo>
                        <a:pt x="237077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31" name="Google Shape;931;p35"/>
                <p:cNvSpPr/>
                <p:nvPr/>
              </p:nvSpPr>
              <p:spPr>
                <a:xfrm>
                  <a:off x="10262901" y="854392"/>
                  <a:ext cx="182498" cy="52959"/>
                </a:xfrm>
                <a:custGeom>
                  <a:rect b="b" l="l" r="r" t="t"/>
                  <a:pathLst>
                    <a:path extrusionOk="0" h="52959" w="182498">
                      <a:moveTo>
                        <a:pt x="0" y="0"/>
                      </a:moveTo>
                      <a:lnTo>
                        <a:pt x="182498" y="0"/>
                      </a:lnTo>
                      <a:lnTo>
                        <a:pt x="182498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32" name="Google Shape;932;p35"/>
                <p:cNvSpPr/>
                <p:nvPr/>
              </p:nvSpPr>
              <p:spPr>
                <a:xfrm>
                  <a:off x="10464831" y="854392"/>
                  <a:ext cx="144875" cy="52959"/>
                </a:xfrm>
                <a:custGeom>
                  <a:rect b="b" l="l" r="r" t="t"/>
                  <a:pathLst>
                    <a:path extrusionOk="0" h="52959" w="144875">
                      <a:moveTo>
                        <a:pt x="0" y="0"/>
                      </a:moveTo>
                      <a:lnTo>
                        <a:pt x="144875" y="0"/>
                      </a:lnTo>
                      <a:lnTo>
                        <a:pt x="144875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33" name="Google Shape;933;p35"/>
                <p:cNvSpPr/>
                <p:nvPr/>
              </p:nvSpPr>
              <p:spPr>
                <a:xfrm>
                  <a:off x="10121741" y="976788"/>
                  <a:ext cx="487965" cy="52959"/>
                </a:xfrm>
                <a:custGeom>
                  <a:rect b="b" l="l" r="r" t="t"/>
                  <a:pathLst>
                    <a:path extrusionOk="0" h="52959" w="487965">
                      <a:moveTo>
                        <a:pt x="0" y="0"/>
                      </a:moveTo>
                      <a:lnTo>
                        <a:pt x="487966" y="0"/>
                      </a:lnTo>
                      <a:lnTo>
                        <a:pt x="487966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34" name="Google Shape;934;p35"/>
                <p:cNvSpPr/>
                <p:nvPr/>
              </p:nvSpPr>
              <p:spPr>
                <a:xfrm>
                  <a:off x="10004774" y="976788"/>
                  <a:ext cx="89630" cy="52959"/>
                </a:xfrm>
                <a:custGeom>
                  <a:rect b="b" l="l" r="r" t="t"/>
                  <a:pathLst>
                    <a:path extrusionOk="0" h="52959" w="89630">
                      <a:moveTo>
                        <a:pt x="0" y="0"/>
                      </a:moveTo>
                      <a:lnTo>
                        <a:pt x="89630" y="0"/>
                      </a:lnTo>
                      <a:lnTo>
                        <a:pt x="89630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35" name="Google Shape;935;p35"/>
                <p:cNvSpPr/>
                <p:nvPr/>
              </p:nvSpPr>
              <p:spPr>
                <a:xfrm>
                  <a:off x="10273760" y="1099280"/>
                  <a:ext cx="230790" cy="52959"/>
                </a:xfrm>
                <a:custGeom>
                  <a:rect b="b" l="l" r="r" t="t"/>
                  <a:pathLst>
                    <a:path extrusionOk="0" h="52959" w="230790">
                      <a:moveTo>
                        <a:pt x="0" y="0"/>
                      </a:moveTo>
                      <a:lnTo>
                        <a:pt x="230790" y="0"/>
                      </a:lnTo>
                      <a:lnTo>
                        <a:pt x="230790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36" name="Google Shape;936;p35"/>
                <p:cNvSpPr/>
                <p:nvPr/>
              </p:nvSpPr>
              <p:spPr>
                <a:xfrm>
                  <a:off x="10526458" y="1099280"/>
                  <a:ext cx="83248" cy="52959"/>
                </a:xfrm>
                <a:custGeom>
                  <a:rect b="b" l="l" r="r" t="t"/>
                  <a:pathLst>
                    <a:path extrusionOk="0" h="52959" w="83248">
                      <a:moveTo>
                        <a:pt x="0" y="0"/>
                      </a:moveTo>
                      <a:lnTo>
                        <a:pt x="83249" y="0"/>
                      </a:lnTo>
                      <a:lnTo>
                        <a:pt x="83249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37" name="Google Shape;937;p35"/>
                <p:cNvSpPr/>
                <p:nvPr/>
              </p:nvSpPr>
              <p:spPr>
                <a:xfrm>
                  <a:off x="10004774" y="1099280"/>
                  <a:ext cx="247935" cy="52959"/>
                </a:xfrm>
                <a:custGeom>
                  <a:rect b="b" l="l" r="r" t="t"/>
                  <a:pathLst>
                    <a:path extrusionOk="0" h="52959" w="247935">
                      <a:moveTo>
                        <a:pt x="0" y="0"/>
                      </a:moveTo>
                      <a:lnTo>
                        <a:pt x="247936" y="0"/>
                      </a:lnTo>
                      <a:lnTo>
                        <a:pt x="247936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38" name="Google Shape;938;p35"/>
                <p:cNvSpPr/>
                <p:nvPr/>
              </p:nvSpPr>
              <p:spPr>
                <a:xfrm>
                  <a:off x="10178700" y="1221676"/>
                  <a:ext cx="200977" cy="52959"/>
                </a:xfrm>
                <a:custGeom>
                  <a:rect b="b" l="l" r="r" t="t"/>
                  <a:pathLst>
                    <a:path extrusionOk="0" h="52959" w="200977">
                      <a:moveTo>
                        <a:pt x="0" y="0"/>
                      </a:moveTo>
                      <a:lnTo>
                        <a:pt x="200977" y="0"/>
                      </a:lnTo>
                      <a:lnTo>
                        <a:pt x="200977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39" name="Google Shape;939;p35"/>
                <p:cNvSpPr/>
                <p:nvPr/>
              </p:nvSpPr>
              <p:spPr>
                <a:xfrm>
                  <a:off x="10004774" y="1221676"/>
                  <a:ext cx="151256" cy="52959"/>
                </a:xfrm>
                <a:custGeom>
                  <a:rect b="b" l="l" r="r" t="t"/>
                  <a:pathLst>
                    <a:path extrusionOk="0" h="52959" w="151256">
                      <a:moveTo>
                        <a:pt x="0" y="0"/>
                      </a:moveTo>
                      <a:lnTo>
                        <a:pt x="151257" y="0"/>
                      </a:lnTo>
                      <a:lnTo>
                        <a:pt x="151257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940" name="Google Shape;940;p35"/>
              <p:cNvGrpSpPr/>
              <p:nvPr/>
            </p:nvGrpSpPr>
            <p:grpSpPr>
              <a:xfrm>
                <a:off x="10004774" y="1374362"/>
                <a:ext cx="604932" cy="303466"/>
                <a:chOff x="10004774" y="1374362"/>
                <a:chExt cx="604932" cy="303466"/>
              </a:xfrm>
            </p:grpSpPr>
            <p:sp>
              <p:nvSpPr>
                <p:cNvPr id="941" name="Google Shape;941;p35"/>
                <p:cNvSpPr/>
                <p:nvPr/>
              </p:nvSpPr>
              <p:spPr>
                <a:xfrm>
                  <a:off x="10004774" y="1374362"/>
                  <a:ext cx="237077" cy="52959"/>
                </a:xfrm>
                <a:custGeom>
                  <a:rect b="b" l="l" r="r" t="t"/>
                  <a:pathLst>
                    <a:path extrusionOk="0" h="52959" w="237077">
                      <a:moveTo>
                        <a:pt x="0" y="0"/>
                      </a:moveTo>
                      <a:lnTo>
                        <a:pt x="237077" y="0"/>
                      </a:lnTo>
                      <a:lnTo>
                        <a:pt x="237077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42" name="Google Shape;942;p35"/>
                <p:cNvSpPr/>
                <p:nvPr/>
              </p:nvSpPr>
              <p:spPr>
                <a:xfrm>
                  <a:off x="10262901" y="1374362"/>
                  <a:ext cx="182498" cy="52959"/>
                </a:xfrm>
                <a:custGeom>
                  <a:rect b="b" l="l" r="r" t="t"/>
                  <a:pathLst>
                    <a:path extrusionOk="0" h="52959" w="182498">
                      <a:moveTo>
                        <a:pt x="0" y="0"/>
                      </a:moveTo>
                      <a:lnTo>
                        <a:pt x="182498" y="0"/>
                      </a:lnTo>
                      <a:lnTo>
                        <a:pt x="182498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43" name="Google Shape;943;p35"/>
                <p:cNvSpPr/>
                <p:nvPr/>
              </p:nvSpPr>
              <p:spPr>
                <a:xfrm>
                  <a:off x="10464831" y="1374362"/>
                  <a:ext cx="144875" cy="52959"/>
                </a:xfrm>
                <a:custGeom>
                  <a:rect b="b" l="l" r="r" t="t"/>
                  <a:pathLst>
                    <a:path extrusionOk="0" h="52959" w="144875">
                      <a:moveTo>
                        <a:pt x="0" y="0"/>
                      </a:moveTo>
                      <a:lnTo>
                        <a:pt x="144875" y="0"/>
                      </a:lnTo>
                      <a:lnTo>
                        <a:pt x="144875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44" name="Google Shape;944;p35"/>
                <p:cNvSpPr/>
                <p:nvPr/>
              </p:nvSpPr>
              <p:spPr>
                <a:xfrm>
                  <a:off x="10273760" y="1502378"/>
                  <a:ext cx="230790" cy="52959"/>
                </a:xfrm>
                <a:custGeom>
                  <a:rect b="b" l="l" r="r" t="t"/>
                  <a:pathLst>
                    <a:path extrusionOk="0" h="52959" w="230790">
                      <a:moveTo>
                        <a:pt x="0" y="0"/>
                      </a:moveTo>
                      <a:lnTo>
                        <a:pt x="230790" y="0"/>
                      </a:lnTo>
                      <a:lnTo>
                        <a:pt x="230790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45" name="Google Shape;945;p35"/>
                <p:cNvSpPr/>
                <p:nvPr/>
              </p:nvSpPr>
              <p:spPr>
                <a:xfrm>
                  <a:off x="10526458" y="1502378"/>
                  <a:ext cx="83248" cy="52959"/>
                </a:xfrm>
                <a:custGeom>
                  <a:rect b="b" l="l" r="r" t="t"/>
                  <a:pathLst>
                    <a:path extrusionOk="0" h="52959" w="83248">
                      <a:moveTo>
                        <a:pt x="0" y="0"/>
                      </a:moveTo>
                      <a:lnTo>
                        <a:pt x="83249" y="0"/>
                      </a:lnTo>
                      <a:lnTo>
                        <a:pt x="83249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46" name="Google Shape;946;p35"/>
                <p:cNvSpPr/>
                <p:nvPr/>
              </p:nvSpPr>
              <p:spPr>
                <a:xfrm>
                  <a:off x="10004774" y="1502378"/>
                  <a:ext cx="247935" cy="52959"/>
                </a:xfrm>
                <a:custGeom>
                  <a:rect b="b" l="l" r="r" t="t"/>
                  <a:pathLst>
                    <a:path extrusionOk="0" h="52959" w="247935">
                      <a:moveTo>
                        <a:pt x="0" y="0"/>
                      </a:moveTo>
                      <a:lnTo>
                        <a:pt x="247936" y="0"/>
                      </a:lnTo>
                      <a:lnTo>
                        <a:pt x="247936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47" name="Google Shape;947;p35"/>
                <p:cNvSpPr/>
                <p:nvPr/>
              </p:nvSpPr>
              <p:spPr>
                <a:xfrm>
                  <a:off x="10178700" y="1624869"/>
                  <a:ext cx="200977" cy="52959"/>
                </a:xfrm>
                <a:custGeom>
                  <a:rect b="b" l="l" r="r" t="t"/>
                  <a:pathLst>
                    <a:path extrusionOk="0" h="52959" w="200977">
                      <a:moveTo>
                        <a:pt x="0" y="0"/>
                      </a:moveTo>
                      <a:lnTo>
                        <a:pt x="200977" y="0"/>
                      </a:lnTo>
                      <a:lnTo>
                        <a:pt x="200977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48" name="Google Shape;948;p35"/>
                <p:cNvSpPr/>
                <p:nvPr/>
              </p:nvSpPr>
              <p:spPr>
                <a:xfrm>
                  <a:off x="10004774" y="1624869"/>
                  <a:ext cx="151256" cy="52959"/>
                </a:xfrm>
                <a:custGeom>
                  <a:rect b="b" l="l" r="r" t="t"/>
                  <a:pathLst>
                    <a:path extrusionOk="0" h="52959" w="151256">
                      <a:moveTo>
                        <a:pt x="0" y="0"/>
                      </a:moveTo>
                      <a:lnTo>
                        <a:pt x="151257" y="0"/>
                      </a:lnTo>
                      <a:lnTo>
                        <a:pt x="151257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949" name="Google Shape;949;p35"/>
              <p:cNvSpPr/>
              <p:nvPr/>
            </p:nvSpPr>
            <p:spPr>
              <a:xfrm>
                <a:off x="10004774" y="1875948"/>
                <a:ext cx="605885" cy="438816"/>
              </a:xfrm>
              <a:custGeom>
                <a:rect b="b" l="l" r="r" t="t"/>
                <a:pathLst>
                  <a:path extrusionOk="0" h="438816" w="605885">
                    <a:moveTo>
                      <a:pt x="572167" y="0"/>
                    </a:moveTo>
                    <a:cubicBezTo>
                      <a:pt x="590789" y="0"/>
                      <a:pt x="605885" y="15096"/>
                      <a:pt x="605885" y="33718"/>
                    </a:cubicBezTo>
                    <a:lnTo>
                      <a:pt x="605885" y="405098"/>
                    </a:lnTo>
                    <a:cubicBezTo>
                      <a:pt x="605885" y="423720"/>
                      <a:pt x="590789" y="438817"/>
                      <a:pt x="572167" y="438817"/>
                    </a:cubicBezTo>
                    <a:lnTo>
                      <a:pt x="33718" y="438817"/>
                    </a:lnTo>
                    <a:cubicBezTo>
                      <a:pt x="15096" y="438817"/>
                      <a:pt x="0" y="423720"/>
                      <a:pt x="0" y="405098"/>
                    </a:cubicBezTo>
                    <a:lnTo>
                      <a:pt x="0" y="33718"/>
                    </a:lnTo>
                    <a:cubicBezTo>
                      <a:pt x="0" y="15096"/>
                      <a:pt x="15096" y="0"/>
                      <a:pt x="33718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50" name="Google Shape;950;p35"/>
              <p:cNvSpPr/>
              <p:nvPr/>
            </p:nvSpPr>
            <p:spPr>
              <a:xfrm>
                <a:off x="9191339" y="860202"/>
                <a:ext cx="605885" cy="815149"/>
              </a:xfrm>
              <a:custGeom>
                <a:rect b="b" l="l" r="r" t="t"/>
                <a:pathLst>
                  <a:path extrusionOk="0" h="815149" w="605885">
                    <a:moveTo>
                      <a:pt x="554260" y="0"/>
                    </a:moveTo>
                    <a:cubicBezTo>
                      <a:pt x="582772" y="0"/>
                      <a:pt x="605885" y="23114"/>
                      <a:pt x="605885" y="51625"/>
                    </a:cubicBezTo>
                    <a:lnTo>
                      <a:pt x="605885" y="763524"/>
                    </a:lnTo>
                    <a:cubicBezTo>
                      <a:pt x="605885" y="792036"/>
                      <a:pt x="582771" y="815150"/>
                      <a:pt x="554260" y="815150"/>
                    </a:cubicBezTo>
                    <a:lnTo>
                      <a:pt x="51625" y="815150"/>
                    </a:lnTo>
                    <a:cubicBezTo>
                      <a:pt x="23113" y="815150"/>
                      <a:pt x="0" y="792036"/>
                      <a:pt x="0" y="763524"/>
                    </a:cubicBezTo>
                    <a:lnTo>
                      <a:pt x="0" y="51625"/>
                    </a:lnTo>
                    <a:cubicBezTo>
                      <a:pt x="0" y="23114"/>
                      <a:pt x="23113" y="0"/>
                      <a:pt x="5162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51" name="Google Shape;951;p35"/>
            <p:cNvGrpSpPr/>
            <p:nvPr/>
          </p:nvGrpSpPr>
          <p:grpSpPr>
            <a:xfrm>
              <a:off x="6717319" y="354723"/>
              <a:ext cx="656533" cy="799751"/>
              <a:chOff x="9097899" y="793051"/>
              <a:chExt cx="780287" cy="950500"/>
            </a:xfrm>
          </p:grpSpPr>
          <p:grpSp>
            <p:nvGrpSpPr>
              <p:cNvPr id="952" name="Google Shape;952;p35"/>
              <p:cNvGrpSpPr/>
              <p:nvPr/>
            </p:nvGrpSpPr>
            <p:grpSpPr>
              <a:xfrm>
                <a:off x="9118758" y="814006"/>
                <a:ext cx="747999" cy="918020"/>
                <a:chOff x="9118758" y="814006"/>
                <a:chExt cx="747999" cy="918020"/>
              </a:xfrm>
            </p:grpSpPr>
            <p:sp>
              <p:nvSpPr>
                <p:cNvPr id="953" name="Google Shape;953;p35"/>
                <p:cNvSpPr/>
                <p:nvPr/>
              </p:nvSpPr>
              <p:spPr>
                <a:xfrm>
                  <a:off x="9131522" y="1722501"/>
                  <a:ext cx="700277" cy="9525"/>
                </a:xfrm>
                <a:custGeom>
                  <a:rect b="b" l="l" r="r" t="t"/>
                  <a:pathLst>
                    <a:path extrusionOk="0" h="9525" w="700277">
                      <a:moveTo>
                        <a:pt x="700278" y="0"/>
                      </a:moveTo>
                      <a:lnTo>
                        <a:pt x="0" y="0"/>
                      </a:lnTo>
                    </a:path>
                  </a:pathLst>
                </a:custGeom>
                <a:solidFill>
                  <a:schemeClr val="dk1"/>
                </a:solidFill>
                <a:ln cap="rnd" cmpd="sng" w="12750">
                  <a:solidFill>
                    <a:schemeClr val="dk1"/>
                  </a:solidFill>
                  <a:prstDash val="dashDot"/>
                  <a:miter lim="8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54" name="Google Shape;954;p35"/>
                <p:cNvSpPr/>
                <p:nvPr/>
              </p:nvSpPr>
              <p:spPr>
                <a:xfrm>
                  <a:off x="9118758" y="826579"/>
                  <a:ext cx="9525" cy="870680"/>
                </a:xfrm>
                <a:custGeom>
                  <a:rect b="b" l="l" r="r" t="t"/>
                  <a:pathLst>
                    <a:path extrusionOk="0" h="870680" w="9525">
                      <a:moveTo>
                        <a:pt x="0" y="870680"/>
                      </a:moveTo>
                      <a:lnTo>
                        <a:pt x="0" y="0"/>
                      </a:lnTo>
                    </a:path>
                  </a:pathLst>
                </a:custGeom>
                <a:solidFill>
                  <a:schemeClr val="dk1"/>
                </a:solidFill>
                <a:ln cap="rnd" cmpd="sng" w="12750">
                  <a:solidFill>
                    <a:schemeClr val="dk1"/>
                  </a:solidFill>
                  <a:prstDash val="dashDot"/>
                  <a:miter lim="8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55" name="Google Shape;955;p35"/>
                <p:cNvSpPr/>
                <p:nvPr/>
              </p:nvSpPr>
              <p:spPr>
                <a:xfrm>
                  <a:off x="9144285" y="814006"/>
                  <a:ext cx="700277" cy="9525"/>
                </a:xfrm>
                <a:custGeom>
                  <a:rect b="b" l="l" r="r" t="t"/>
                  <a:pathLst>
                    <a:path extrusionOk="0" h="9525" w="700277">
                      <a:moveTo>
                        <a:pt x="0" y="0"/>
                      </a:moveTo>
                      <a:lnTo>
                        <a:pt x="700278" y="0"/>
                      </a:lnTo>
                    </a:path>
                  </a:pathLst>
                </a:custGeom>
                <a:solidFill>
                  <a:schemeClr val="dk1"/>
                </a:solidFill>
                <a:ln cap="rnd" cmpd="sng" w="12750">
                  <a:solidFill>
                    <a:schemeClr val="dk1"/>
                  </a:solidFill>
                  <a:prstDash val="dashDot"/>
                  <a:miter lim="8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56" name="Google Shape;956;p35"/>
                <p:cNvSpPr/>
                <p:nvPr/>
              </p:nvSpPr>
              <p:spPr>
                <a:xfrm>
                  <a:off x="9857232" y="839247"/>
                  <a:ext cx="9525" cy="870680"/>
                </a:xfrm>
                <a:custGeom>
                  <a:rect b="b" l="l" r="r" t="t"/>
                  <a:pathLst>
                    <a:path extrusionOk="0" h="870680" w="9525">
                      <a:moveTo>
                        <a:pt x="0" y="0"/>
                      </a:moveTo>
                      <a:lnTo>
                        <a:pt x="0" y="870680"/>
                      </a:lnTo>
                    </a:path>
                  </a:pathLst>
                </a:custGeom>
                <a:solidFill>
                  <a:schemeClr val="dk1"/>
                </a:solidFill>
                <a:ln cap="rnd" cmpd="sng" w="12750">
                  <a:solidFill>
                    <a:schemeClr val="dk1"/>
                  </a:solidFill>
                  <a:prstDash val="dashDot"/>
                  <a:miter lim="8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957" name="Google Shape;957;p35"/>
              <p:cNvGrpSpPr/>
              <p:nvPr/>
            </p:nvGrpSpPr>
            <p:grpSpPr>
              <a:xfrm>
                <a:off x="9097899" y="793051"/>
                <a:ext cx="780287" cy="950500"/>
                <a:chOff x="9097899" y="793051"/>
                <a:chExt cx="780287" cy="950500"/>
              </a:xfrm>
            </p:grpSpPr>
            <p:grpSp>
              <p:nvGrpSpPr>
                <p:cNvPr id="958" name="Google Shape;958;p35"/>
                <p:cNvGrpSpPr/>
                <p:nvPr/>
              </p:nvGrpSpPr>
              <p:grpSpPr>
                <a:xfrm>
                  <a:off x="9097899" y="793051"/>
                  <a:ext cx="780287" cy="41909"/>
                  <a:chOff x="9097899" y="793051"/>
                  <a:chExt cx="780287" cy="41909"/>
                </a:xfrm>
              </p:grpSpPr>
              <p:sp>
                <p:nvSpPr>
                  <p:cNvPr id="959" name="Google Shape;959;p35"/>
                  <p:cNvSpPr/>
                  <p:nvPr/>
                </p:nvSpPr>
                <p:spPr>
                  <a:xfrm>
                    <a:off x="9097899" y="793051"/>
                    <a:ext cx="41909" cy="41909"/>
                  </a:xfrm>
                  <a:custGeom>
                    <a:rect b="b" l="l" r="r" t="t"/>
                    <a:pathLst>
                      <a:path extrusionOk="0" h="41909" w="41909">
                        <a:moveTo>
                          <a:pt x="0" y="0"/>
                        </a:moveTo>
                        <a:lnTo>
                          <a:pt x="41910" y="0"/>
                        </a:lnTo>
                        <a:lnTo>
                          <a:pt x="41910" y="41910"/>
                        </a:lnTo>
                        <a:lnTo>
                          <a:pt x="0" y="4191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60" name="Google Shape;960;p35"/>
                  <p:cNvSpPr/>
                  <p:nvPr/>
                </p:nvSpPr>
                <p:spPr>
                  <a:xfrm>
                    <a:off x="9467088" y="793051"/>
                    <a:ext cx="41909" cy="41909"/>
                  </a:xfrm>
                  <a:custGeom>
                    <a:rect b="b" l="l" r="r" t="t"/>
                    <a:pathLst>
                      <a:path extrusionOk="0" h="41909" w="41909">
                        <a:moveTo>
                          <a:pt x="0" y="0"/>
                        </a:moveTo>
                        <a:lnTo>
                          <a:pt x="41910" y="0"/>
                        </a:lnTo>
                        <a:lnTo>
                          <a:pt x="41910" y="41910"/>
                        </a:lnTo>
                        <a:lnTo>
                          <a:pt x="0" y="4191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61" name="Google Shape;961;p35"/>
                  <p:cNvSpPr/>
                  <p:nvPr/>
                </p:nvSpPr>
                <p:spPr>
                  <a:xfrm>
                    <a:off x="9836277" y="793051"/>
                    <a:ext cx="41909" cy="41909"/>
                  </a:xfrm>
                  <a:custGeom>
                    <a:rect b="b" l="l" r="r" t="t"/>
                    <a:pathLst>
                      <a:path extrusionOk="0" h="41909" w="41909">
                        <a:moveTo>
                          <a:pt x="0" y="0"/>
                        </a:moveTo>
                        <a:lnTo>
                          <a:pt x="41910" y="0"/>
                        </a:lnTo>
                        <a:lnTo>
                          <a:pt x="41910" y="41910"/>
                        </a:lnTo>
                        <a:lnTo>
                          <a:pt x="0" y="4191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962" name="Google Shape;962;p35"/>
                <p:cNvGrpSpPr/>
                <p:nvPr/>
              </p:nvGrpSpPr>
              <p:grpSpPr>
                <a:xfrm>
                  <a:off x="9097899" y="1247298"/>
                  <a:ext cx="780287" cy="41910"/>
                  <a:chOff x="9097899" y="1247298"/>
                  <a:chExt cx="780287" cy="41910"/>
                </a:xfrm>
              </p:grpSpPr>
              <p:sp>
                <p:nvSpPr>
                  <p:cNvPr id="963" name="Google Shape;963;p35"/>
                  <p:cNvSpPr/>
                  <p:nvPr/>
                </p:nvSpPr>
                <p:spPr>
                  <a:xfrm>
                    <a:off x="9097899" y="1247298"/>
                    <a:ext cx="41909" cy="41910"/>
                  </a:xfrm>
                  <a:custGeom>
                    <a:rect b="b" l="l" r="r" t="t"/>
                    <a:pathLst>
                      <a:path extrusionOk="0" h="41910" w="41909">
                        <a:moveTo>
                          <a:pt x="0" y="0"/>
                        </a:moveTo>
                        <a:lnTo>
                          <a:pt x="41910" y="0"/>
                        </a:lnTo>
                        <a:lnTo>
                          <a:pt x="41910" y="41910"/>
                        </a:lnTo>
                        <a:lnTo>
                          <a:pt x="0" y="4191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64" name="Google Shape;964;p35"/>
                  <p:cNvSpPr/>
                  <p:nvPr/>
                </p:nvSpPr>
                <p:spPr>
                  <a:xfrm>
                    <a:off x="9836277" y="1247298"/>
                    <a:ext cx="41909" cy="41910"/>
                  </a:xfrm>
                  <a:custGeom>
                    <a:rect b="b" l="l" r="r" t="t"/>
                    <a:pathLst>
                      <a:path extrusionOk="0" h="41910" w="41909">
                        <a:moveTo>
                          <a:pt x="0" y="0"/>
                        </a:moveTo>
                        <a:lnTo>
                          <a:pt x="41910" y="0"/>
                        </a:lnTo>
                        <a:lnTo>
                          <a:pt x="41910" y="41910"/>
                        </a:lnTo>
                        <a:lnTo>
                          <a:pt x="0" y="4191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965" name="Google Shape;965;p35"/>
                <p:cNvGrpSpPr/>
                <p:nvPr/>
              </p:nvGrpSpPr>
              <p:grpSpPr>
                <a:xfrm>
                  <a:off x="9097899" y="1701641"/>
                  <a:ext cx="780287" cy="41910"/>
                  <a:chOff x="9097899" y="1701641"/>
                  <a:chExt cx="780287" cy="41910"/>
                </a:xfrm>
              </p:grpSpPr>
              <p:sp>
                <p:nvSpPr>
                  <p:cNvPr id="966" name="Google Shape;966;p35"/>
                  <p:cNvSpPr/>
                  <p:nvPr/>
                </p:nvSpPr>
                <p:spPr>
                  <a:xfrm>
                    <a:off x="9097899" y="1701641"/>
                    <a:ext cx="41909" cy="41910"/>
                  </a:xfrm>
                  <a:custGeom>
                    <a:rect b="b" l="l" r="r" t="t"/>
                    <a:pathLst>
                      <a:path extrusionOk="0" h="41910" w="41909">
                        <a:moveTo>
                          <a:pt x="0" y="0"/>
                        </a:moveTo>
                        <a:lnTo>
                          <a:pt x="41910" y="0"/>
                        </a:lnTo>
                        <a:lnTo>
                          <a:pt x="41910" y="41910"/>
                        </a:lnTo>
                        <a:lnTo>
                          <a:pt x="0" y="4191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67" name="Google Shape;967;p35"/>
                  <p:cNvSpPr/>
                  <p:nvPr/>
                </p:nvSpPr>
                <p:spPr>
                  <a:xfrm>
                    <a:off x="9467088" y="1701641"/>
                    <a:ext cx="41909" cy="41910"/>
                  </a:xfrm>
                  <a:custGeom>
                    <a:rect b="b" l="l" r="r" t="t"/>
                    <a:pathLst>
                      <a:path extrusionOk="0" h="41910" w="41909">
                        <a:moveTo>
                          <a:pt x="0" y="0"/>
                        </a:moveTo>
                        <a:lnTo>
                          <a:pt x="41910" y="0"/>
                        </a:lnTo>
                        <a:lnTo>
                          <a:pt x="41910" y="41910"/>
                        </a:lnTo>
                        <a:lnTo>
                          <a:pt x="0" y="4191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68" name="Google Shape;968;p35"/>
                  <p:cNvSpPr/>
                  <p:nvPr/>
                </p:nvSpPr>
                <p:spPr>
                  <a:xfrm>
                    <a:off x="9836277" y="1701641"/>
                    <a:ext cx="41909" cy="41910"/>
                  </a:xfrm>
                  <a:custGeom>
                    <a:rect b="b" l="l" r="r" t="t"/>
                    <a:pathLst>
                      <a:path extrusionOk="0" h="41910" w="41909">
                        <a:moveTo>
                          <a:pt x="0" y="0"/>
                        </a:moveTo>
                        <a:lnTo>
                          <a:pt x="41910" y="0"/>
                        </a:lnTo>
                        <a:lnTo>
                          <a:pt x="41910" y="41910"/>
                        </a:lnTo>
                        <a:lnTo>
                          <a:pt x="0" y="4191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</p:grpSp>
        <p:grpSp>
          <p:nvGrpSpPr>
            <p:cNvPr id="969" name="Google Shape;969;p35"/>
            <p:cNvGrpSpPr/>
            <p:nvPr/>
          </p:nvGrpSpPr>
          <p:grpSpPr>
            <a:xfrm>
              <a:off x="7074117" y="956519"/>
              <a:ext cx="215826" cy="125825"/>
              <a:chOff x="9521952" y="1508283"/>
              <a:chExt cx="256508" cy="149542"/>
            </a:xfrm>
          </p:grpSpPr>
          <p:sp>
            <p:nvSpPr>
              <p:cNvPr id="970" name="Google Shape;970;p35"/>
              <p:cNvSpPr/>
              <p:nvPr/>
            </p:nvSpPr>
            <p:spPr>
              <a:xfrm>
                <a:off x="9521952" y="1508283"/>
                <a:ext cx="256508" cy="149542"/>
              </a:xfrm>
              <a:custGeom>
                <a:rect b="b" l="l" r="r" t="t"/>
                <a:pathLst>
                  <a:path extrusionOk="0" h="149542" w="256508">
                    <a:moveTo>
                      <a:pt x="218694" y="0"/>
                    </a:moveTo>
                    <a:cubicBezTo>
                      <a:pt x="239578" y="0"/>
                      <a:pt x="256508" y="16930"/>
                      <a:pt x="256508" y="37814"/>
                    </a:cubicBezTo>
                    <a:lnTo>
                      <a:pt x="256508" y="111728"/>
                    </a:lnTo>
                    <a:cubicBezTo>
                      <a:pt x="256508" y="132612"/>
                      <a:pt x="239578" y="149543"/>
                      <a:pt x="218694" y="149543"/>
                    </a:cubicBezTo>
                    <a:lnTo>
                      <a:pt x="37814" y="149543"/>
                    </a:lnTo>
                    <a:cubicBezTo>
                      <a:pt x="16930" y="149543"/>
                      <a:pt x="1" y="132612"/>
                      <a:pt x="1" y="111728"/>
                    </a:cubicBezTo>
                    <a:lnTo>
                      <a:pt x="1" y="37814"/>
                    </a:lnTo>
                    <a:cubicBezTo>
                      <a:pt x="1" y="16930"/>
                      <a:pt x="16930" y="0"/>
                      <a:pt x="3781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971" name="Google Shape;971;p35"/>
              <p:cNvGrpSpPr/>
              <p:nvPr/>
            </p:nvGrpSpPr>
            <p:grpSpPr>
              <a:xfrm>
                <a:off x="9556578" y="1534618"/>
                <a:ext cx="183763" cy="98921"/>
                <a:chOff x="9556578" y="1534618"/>
                <a:chExt cx="183763" cy="98921"/>
              </a:xfrm>
            </p:grpSpPr>
            <p:grpSp>
              <p:nvGrpSpPr>
                <p:cNvPr id="972" name="Google Shape;972;p35"/>
                <p:cNvGrpSpPr/>
                <p:nvPr/>
              </p:nvGrpSpPr>
              <p:grpSpPr>
                <a:xfrm>
                  <a:off x="9645396" y="1536115"/>
                  <a:ext cx="94945" cy="94946"/>
                  <a:chOff x="9645396" y="1536115"/>
                  <a:chExt cx="94945" cy="94946"/>
                </a:xfrm>
              </p:grpSpPr>
              <p:sp>
                <p:nvSpPr>
                  <p:cNvPr id="973" name="Google Shape;973;p35"/>
                  <p:cNvSpPr/>
                  <p:nvPr/>
                </p:nvSpPr>
                <p:spPr>
                  <a:xfrm>
                    <a:off x="9645396" y="1588389"/>
                    <a:ext cx="42671" cy="42672"/>
                  </a:xfrm>
                  <a:custGeom>
                    <a:rect b="b" l="l" r="r" t="t"/>
                    <a:pathLst>
                      <a:path extrusionOk="0" h="42672" w="42671">
                        <a:moveTo>
                          <a:pt x="16764" y="31147"/>
                        </a:moveTo>
                        <a:lnTo>
                          <a:pt x="42672" y="5144"/>
                        </a:lnTo>
                        <a:lnTo>
                          <a:pt x="37529" y="0"/>
                        </a:lnTo>
                        <a:lnTo>
                          <a:pt x="11525" y="25908"/>
                        </a:lnTo>
                        <a:lnTo>
                          <a:pt x="6382" y="28765"/>
                        </a:lnTo>
                        <a:lnTo>
                          <a:pt x="0" y="38576"/>
                        </a:lnTo>
                        <a:lnTo>
                          <a:pt x="4096" y="42672"/>
                        </a:lnTo>
                        <a:lnTo>
                          <a:pt x="13906" y="36290"/>
                        </a:lnTo>
                        <a:lnTo>
                          <a:pt x="16764" y="31147"/>
                        </a:ln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74" name="Google Shape;974;p35"/>
                  <p:cNvSpPr/>
                  <p:nvPr/>
                </p:nvSpPr>
                <p:spPr>
                  <a:xfrm>
                    <a:off x="9674923" y="1536115"/>
                    <a:ext cx="65418" cy="65418"/>
                  </a:xfrm>
                  <a:custGeom>
                    <a:rect b="b" l="l" r="r" t="t"/>
                    <a:pathLst>
                      <a:path extrusionOk="0" h="65418" w="65418">
                        <a:moveTo>
                          <a:pt x="36576" y="54845"/>
                        </a:moveTo>
                        <a:lnTo>
                          <a:pt x="63246" y="28175"/>
                        </a:lnTo>
                        <a:cubicBezTo>
                          <a:pt x="64008" y="27413"/>
                          <a:pt x="64484" y="26461"/>
                          <a:pt x="64770" y="25413"/>
                        </a:cubicBezTo>
                        <a:cubicBezTo>
                          <a:pt x="65627" y="21794"/>
                          <a:pt x="66866" y="13602"/>
                          <a:pt x="59341" y="6077"/>
                        </a:cubicBezTo>
                        <a:cubicBezTo>
                          <a:pt x="51816" y="-1447"/>
                          <a:pt x="43625" y="-209"/>
                          <a:pt x="40005" y="648"/>
                        </a:cubicBezTo>
                        <a:cubicBezTo>
                          <a:pt x="38958" y="934"/>
                          <a:pt x="38005" y="1410"/>
                          <a:pt x="37243" y="2172"/>
                        </a:cubicBezTo>
                        <a:lnTo>
                          <a:pt x="10573" y="28842"/>
                        </a:lnTo>
                        <a:cubicBezTo>
                          <a:pt x="14669" y="32938"/>
                          <a:pt x="14669" y="39701"/>
                          <a:pt x="10573" y="43796"/>
                        </a:cubicBezTo>
                        <a:lnTo>
                          <a:pt x="8287" y="46082"/>
                        </a:lnTo>
                        <a:lnTo>
                          <a:pt x="4286" y="42082"/>
                        </a:lnTo>
                        <a:lnTo>
                          <a:pt x="0" y="46368"/>
                        </a:lnTo>
                        <a:lnTo>
                          <a:pt x="19050" y="65418"/>
                        </a:lnTo>
                        <a:lnTo>
                          <a:pt x="23336" y="61132"/>
                        </a:lnTo>
                        <a:lnTo>
                          <a:pt x="19336" y="57131"/>
                        </a:lnTo>
                        <a:lnTo>
                          <a:pt x="21622" y="54845"/>
                        </a:lnTo>
                        <a:cubicBezTo>
                          <a:pt x="25718" y="50750"/>
                          <a:pt x="32481" y="50750"/>
                          <a:pt x="36576" y="54845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975" name="Google Shape;975;p35"/>
                <p:cNvGrpSpPr/>
                <p:nvPr/>
              </p:nvGrpSpPr>
              <p:grpSpPr>
                <a:xfrm>
                  <a:off x="9556578" y="1534618"/>
                  <a:ext cx="98773" cy="98921"/>
                  <a:chOff x="9556578" y="1534618"/>
                  <a:chExt cx="98773" cy="98921"/>
                </a:xfrm>
              </p:grpSpPr>
              <p:sp>
                <p:nvSpPr>
                  <p:cNvPr id="976" name="Google Shape;976;p35"/>
                  <p:cNvSpPr/>
                  <p:nvPr/>
                </p:nvSpPr>
                <p:spPr>
                  <a:xfrm>
                    <a:off x="9556578" y="1534618"/>
                    <a:ext cx="98773" cy="98921"/>
                  </a:xfrm>
                  <a:custGeom>
                    <a:rect b="b" l="l" r="r" t="t"/>
                    <a:pathLst>
                      <a:path extrusionOk="0" h="98921" w="98773">
                        <a:moveTo>
                          <a:pt x="40717" y="72440"/>
                        </a:moveTo>
                        <a:lnTo>
                          <a:pt x="72244" y="40912"/>
                        </a:lnTo>
                        <a:cubicBezTo>
                          <a:pt x="74149" y="39007"/>
                          <a:pt x="76721" y="38054"/>
                          <a:pt x="79388" y="38054"/>
                        </a:cubicBezTo>
                        <a:cubicBezTo>
                          <a:pt x="84341" y="38150"/>
                          <a:pt x="89389" y="36340"/>
                          <a:pt x="93199" y="32530"/>
                        </a:cubicBezTo>
                        <a:cubicBezTo>
                          <a:pt x="98247" y="27482"/>
                          <a:pt x="99866" y="20243"/>
                          <a:pt x="98057" y="13766"/>
                        </a:cubicBezTo>
                        <a:lnTo>
                          <a:pt x="88722" y="23100"/>
                        </a:lnTo>
                        <a:lnTo>
                          <a:pt x="78435" y="20338"/>
                        </a:lnTo>
                        <a:lnTo>
                          <a:pt x="75673" y="10051"/>
                        </a:lnTo>
                        <a:lnTo>
                          <a:pt x="85007" y="716"/>
                        </a:lnTo>
                        <a:cubicBezTo>
                          <a:pt x="78626" y="-1093"/>
                          <a:pt x="71482" y="526"/>
                          <a:pt x="66434" y="5574"/>
                        </a:cubicBezTo>
                        <a:cubicBezTo>
                          <a:pt x="62624" y="9384"/>
                          <a:pt x="60814" y="14432"/>
                          <a:pt x="60909" y="19385"/>
                        </a:cubicBezTo>
                        <a:cubicBezTo>
                          <a:pt x="60909" y="22052"/>
                          <a:pt x="59957" y="24624"/>
                          <a:pt x="58052" y="26529"/>
                        </a:cubicBezTo>
                        <a:lnTo>
                          <a:pt x="26524" y="58057"/>
                        </a:lnTo>
                        <a:cubicBezTo>
                          <a:pt x="24619" y="59962"/>
                          <a:pt x="22047" y="60914"/>
                          <a:pt x="19380" y="60914"/>
                        </a:cubicBezTo>
                        <a:cubicBezTo>
                          <a:pt x="14427" y="60819"/>
                          <a:pt x="9379" y="62629"/>
                          <a:pt x="5569" y="66439"/>
                        </a:cubicBezTo>
                        <a:cubicBezTo>
                          <a:pt x="-2146" y="74154"/>
                          <a:pt x="-1861" y="86918"/>
                          <a:pt x="6522" y="94252"/>
                        </a:cubicBezTo>
                        <a:cubicBezTo>
                          <a:pt x="13761" y="100634"/>
                          <a:pt x="24905" y="100443"/>
                          <a:pt x="32048" y="93871"/>
                        </a:cubicBezTo>
                        <a:cubicBezTo>
                          <a:pt x="36239" y="89966"/>
                          <a:pt x="38240" y="84632"/>
                          <a:pt x="38145" y="79393"/>
                        </a:cubicBezTo>
                        <a:cubicBezTo>
                          <a:pt x="38145" y="76821"/>
                          <a:pt x="39097" y="74249"/>
                          <a:pt x="41002" y="72440"/>
                        </a:cubicBezTo>
                        <a:close/>
                        <a:moveTo>
                          <a:pt x="16618" y="87965"/>
                        </a:moveTo>
                        <a:lnTo>
                          <a:pt x="10713" y="82060"/>
                        </a:lnTo>
                        <a:lnTo>
                          <a:pt x="12903" y="73964"/>
                        </a:lnTo>
                        <a:lnTo>
                          <a:pt x="21000" y="71773"/>
                        </a:lnTo>
                        <a:lnTo>
                          <a:pt x="26905" y="77678"/>
                        </a:lnTo>
                        <a:lnTo>
                          <a:pt x="24714" y="85775"/>
                        </a:lnTo>
                        <a:lnTo>
                          <a:pt x="16618" y="87965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77" name="Google Shape;977;p35"/>
                  <p:cNvSpPr/>
                  <p:nvPr/>
                </p:nvSpPr>
                <p:spPr>
                  <a:xfrm>
                    <a:off x="9597270" y="1577125"/>
                    <a:ext cx="15573" cy="15573"/>
                  </a:xfrm>
                  <a:custGeom>
                    <a:rect b="b" l="l" r="r" t="t"/>
                    <a:pathLst>
                      <a:path extrusionOk="0" h="15573" w="15573">
                        <a:moveTo>
                          <a:pt x="786" y="14883"/>
                        </a:moveTo>
                        <a:lnTo>
                          <a:pt x="786" y="14883"/>
                        </a:lnTo>
                        <a:cubicBezTo>
                          <a:pt x="-262" y="13835"/>
                          <a:pt x="-262" y="12025"/>
                          <a:pt x="786" y="10882"/>
                        </a:cubicBezTo>
                        <a:lnTo>
                          <a:pt x="10882" y="786"/>
                        </a:lnTo>
                        <a:cubicBezTo>
                          <a:pt x="11930" y="-262"/>
                          <a:pt x="13740" y="-262"/>
                          <a:pt x="14788" y="786"/>
                        </a:cubicBezTo>
                        <a:lnTo>
                          <a:pt x="14788" y="786"/>
                        </a:lnTo>
                        <a:cubicBezTo>
                          <a:pt x="15835" y="1834"/>
                          <a:pt x="15835" y="3643"/>
                          <a:pt x="14788" y="4691"/>
                        </a:cubicBezTo>
                        <a:lnTo>
                          <a:pt x="4691" y="14788"/>
                        </a:lnTo>
                        <a:cubicBezTo>
                          <a:pt x="3643" y="15835"/>
                          <a:pt x="1834" y="15835"/>
                          <a:pt x="690" y="14788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</p:grpSp>
      </p:grp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rgbClr val="FFFFFF"/>
        </a:solidFill>
      </p:bgPr>
    </p:bg>
    <p:spTree>
      <p:nvGrpSpPr>
        <p:cNvPr id="978" name="Shape 97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_1_1_1_1_1">
    <p:spTree>
      <p:nvGrpSpPr>
        <p:cNvPr id="979" name="Shape 9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0" name="Google Shape;980;p3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981" name="Google Shape;981;p37"/>
          <p:cNvSpPr txBox="1"/>
          <p:nvPr>
            <p:ph hasCustomPrompt="1" idx="2" type="title"/>
          </p:nvPr>
        </p:nvSpPr>
        <p:spPr>
          <a:xfrm>
            <a:off x="1100975" y="1203373"/>
            <a:ext cx="734700" cy="5727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82" name="Google Shape;982;p37"/>
          <p:cNvSpPr txBox="1"/>
          <p:nvPr>
            <p:ph hasCustomPrompt="1" idx="3" type="title"/>
          </p:nvPr>
        </p:nvSpPr>
        <p:spPr>
          <a:xfrm>
            <a:off x="1100975" y="2789203"/>
            <a:ext cx="734700" cy="5727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83" name="Google Shape;983;p37"/>
          <p:cNvSpPr txBox="1"/>
          <p:nvPr>
            <p:ph hasCustomPrompt="1" idx="4" type="title"/>
          </p:nvPr>
        </p:nvSpPr>
        <p:spPr>
          <a:xfrm>
            <a:off x="3419250" y="1203373"/>
            <a:ext cx="734700" cy="5727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84" name="Google Shape;984;p37"/>
          <p:cNvSpPr txBox="1"/>
          <p:nvPr>
            <p:ph hasCustomPrompt="1" idx="5" type="title"/>
          </p:nvPr>
        </p:nvSpPr>
        <p:spPr>
          <a:xfrm>
            <a:off x="3419250" y="2789203"/>
            <a:ext cx="734700" cy="5727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85" name="Google Shape;985;p37"/>
          <p:cNvSpPr txBox="1"/>
          <p:nvPr>
            <p:ph hasCustomPrompt="1" idx="6" type="title"/>
          </p:nvPr>
        </p:nvSpPr>
        <p:spPr>
          <a:xfrm>
            <a:off x="5737525" y="1203373"/>
            <a:ext cx="734700" cy="5727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86" name="Google Shape;986;p37"/>
          <p:cNvSpPr txBox="1"/>
          <p:nvPr>
            <p:ph hasCustomPrompt="1" idx="7" type="title"/>
          </p:nvPr>
        </p:nvSpPr>
        <p:spPr>
          <a:xfrm>
            <a:off x="5737525" y="2789203"/>
            <a:ext cx="734700" cy="5727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87" name="Google Shape;987;p37"/>
          <p:cNvSpPr txBox="1"/>
          <p:nvPr>
            <p:ph idx="1" type="subTitle"/>
          </p:nvPr>
        </p:nvSpPr>
        <p:spPr>
          <a:xfrm>
            <a:off x="1100975" y="1912475"/>
            <a:ext cx="2305500" cy="75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8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988" name="Google Shape;988;p37"/>
          <p:cNvSpPr txBox="1"/>
          <p:nvPr>
            <p:ph idx="8" type="subTitle"/>
          </p:nvPr>
        </p:nvSpPr>
        <p:spPr>
          <a:xfrm>
            <a:off x="3419250" y="1912475"/>
            <a:ext cx="2305500" cy="75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8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989" name="Google Shape;989;p37"/>
          <p:cNvSpPr txBox="1"/>
          <p:nvPr>
            <p:ph idx="9" type="subTitle"/>
          </p:nvPr>
        </p:nvSpPr>
        <p:spPr>
          <a:xfrm>
            <a:off x="5737525" y="1912475"/>
            <a:ext cx="2305500" cy="75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8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990" name="Google Shape;990;p37"/>
          <p:cNvSpPr txBox="1"/>
          <p:nvPr>
            <p:ph idx="13" type="subTitle"/>
          </p:nvPr>
        </p:nvSpPr>
        <p:spPr>
          <a:xfrm>
            <a:off x="1100975" y="3498350"/>
            <a:ext cx="2305500" cy="75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8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991" name="Google Shape;991;p37"/>
          <p:cNvSpPr txBox="1"/>
          <p:nvPr>
            <p:ph idx="14" type="subTitle"/>
          </p:nvPr>
        </p:nvSpPr>
        <p:spPr>
          <a:xfrm>
            <a:off x="3419250" y="3498350"/>
            <a:ext cx="2305500" cy="75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8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992" name="Google Shape;992;p37"/>
          <p:cNvSpPr txBox="1"/>
          <p:nvPr>
            <p:ph idx="15" type="subTitle"/>
          </p:nvPr>
        </p:nvSpPr>
        <p:spPr>
          <a:xfrm>
            <a:off x="5737525" y="3498350"/>
            <a:ext cx="2305500" cy="75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8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993" name="Google Shape;993;p37"/>
          <p:cNvSpPr/>
          <p:nvPr/>
        </p:nvSpPr>
        <p:spPr>
          <a:xfrm flipH="1" rot="8819869">
            <a:off x="7035528" y="3933627"/>
            <a:ext cx="3158468" cy="2509642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4" name="Google Shape;994;p37"/>
          <p:cNvSpPr/>
          <p:nvPr/>
        </p:nvSpPr>
        <p:spPr>
          <a:xfrm flipH="1" rot="-3657034">
            <a:off x="-1336268" y="-858934"/>
            <a:ext cx="2746020" cy="1921695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995" name="Google Shape;995;p37"/>
          <p:cNvGrpSpPr/>
          <p:nvPr/>
        </p:nvGrpSpPr>
        <p:grpSpPr>
          <a:xfrm>
            <a:off x="8114970" y="266839"/>
            <a:ext cx="829992" cy="750888"/>
            <a:chOff x="8114596" y="445039"/>
            <a:chExt cx="633002" cy="572716"/>
          </a:xfrm>
        </p:grpSpPr>
        <p:grpSp>
          <p:nvGrpSpPr>
            <p:cNvPr id="996" name="Google Shape;996;p37"/>
            <p:cNvGrpSpPr/>
            <p:nvPr/>
          </p:nvGrpSpPr>
          <p:grpSpPr>
            <a:xfrm>
              <a:off x="8114596" y="445039"/>
              <a:ext cx="633002" cy="572716"/>
              <a:chOff x="7189660" y="520827"/>
              <a:chExt cx="598074" cy="541115"/>
            </a:xfrm>
          </p:grpSpPr>
          <p:sp>
            <p:nvSpPr>
              <p:cNvPr id="997" name="Google Shape;997;p37"/>
              <p:cNvSpPr/>
              <p:nvPr/>
            </p:nvSpPr>
            <p:spPr>
              <a:xfrm>
                <a:off x="7189660" y="520827"/>
                <a:ext cx="598074" cy="541115"/>
              </a:xfrm>
              <a:custGeom>
                <a:rect b="b" l="l" r="r" t="t"/>
                <a:pathLst>
                  <a:path extrusionOk="0" h="541115" w="598074">
                    <a:moveTo>
                      <a:pt x="557022" y="0"/>
                    </a:moveTo>
                    <a:cubicBezTo>
                      <a:pt x="579695" y="0"/>
                      <a:pt x="598075" y="18380"/>
                      <a:pt x="598075" y="41053"/>
                    </a:cubicBezTo>
                    <a:lnTo>
                      <a:pt x="598075" y="500063"/>
                    </a:lnTo>
                    <a:cubicBezTo>
                      <a:pt x="598075" y="522735"/>
                      <a:pt x="579695" y="541115"/>
                      <a:pt x="557022" y="541115"/>
                    </a:cubicBezTo>
                    <a:lnTo>
                      <a:pt x="41053" y="541115"/>
                    </a:lnTo>
                    <a:cubicBezTo>
                      <a:pt x="18380" y="541115"/>
                      <a:pt x="0" y="522735"/>
                      <a:pt x="0" y="500063"/>
                    </a:cubicBezTo>
                    <a:lnTo>
                      <a:pt x="0" y="41053"/>
                    </a:lnTo>
                    <a:cubicBezTo>
                      <a:pt x="0" y="18380"/>
                      <a:pt x="18380" y="0"/>
                      <a:pt x="410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998" name="Google Shape;998;p37"/>
              <p:cNvGrpSpPr/>
              <p:nvPr/>
            </p:nvGrpSpPr>
            <p:grpSpPr>
              <a:xfrm>
                <a:off x="7579137" y="551973"/>
                <a:ext cx="164782" cy="41529"/>
                <a:chOff x="7579137" y="551973"/>
                <a:chExt cx="164782" cy="41529"/>
              </a:xfrm>
            </p:grpSpPr>
            <p:sp>
              <p:nvSpPr>
                <p:cNvPr id="999" name="Google Shape;999;p37"/>
                <p:cNvSpPr/>
                <p:nvPr/>
              </p:nvSpPr>
              <p:spPr>
                <a:xfrm>
                  <a:off x="7702391" y="551973"/>
                  <a:ext cx="41528" cy="41529"/>
                </a:xfrm>
                <a:custGeom>
                  <a:rect b="b" l="l" r="r" t="t"/>
                  <a:pathLst>
                    <a:path extrusionOk="0" h="41529" w="41528">
                      <a:moveTo>
                        <a:pt x="41529" y="20765"/>
                      </a:moveTo>
                      <a:cubicBezTo>
                        <a:pt x="41529" y="32290"/>
                        <a:pt x="32195" y="41529"/>
                        <a:pt x="20764" y="41529"/>
                      </a:cubicBezTo>
                      <a:cubicBezTo>
                        <a:pt x="9334" y="41529"/>
                        <a:pt x="0" y="32195"/>
                        <a:pt x="0" y="20765"/>
                      </a:cubicBezTo>
                      <a:cubicBezTo>
                        <a:pt x="0" y="9335"/>
                        <a:pt x="9334" y="0"/>
                        <a:pt x="20764" y="0"/>
                      </a:cubicBezTo>
                      <a:cubicBezTo>
                        <a:pt x="32195" y="0"/>
                        <a:pt x="41529" y="9335"/>
                        <a:pt x="41529" y="20765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00" name="Google Shape;1000;p37"/>
                <p:cNvSpPr/>
                <p:nvPr/>
              </p:nvSpPr>
              <p:spPr>
                <a:xfrm>
                  <a:off x="7640764" y="551973"/>
                  <a:ext cx="41528" cy="41529"/>
                </a:xfrm>
                <a:custGeom>
                  <a:rect b="b" l="l" r="r" t="t"/>
                  <a:pathLst>
                    <a:path extrusionOk="0" h="41529" w="41528">
                      <a:moveTo>
                        <a:pt x="41529" y="20765"/>
                      </a:moveTo>
                      <a:cubicBezTo>
                        <a:pt x="41529" y="32290"/>
                        <a:pt x="32195" y="41529"/>
                        <a:pt x="20764" y="41529"/>
                      </a:cubicBezTo>
                      <a:cubicBezTo>
                        <a:pt x="9334" y="41529"/>
                        <a:pt x="0" y="32195"/>
                        <a:pt x="0" y="20765"/>
                      </a:cubicBezTo>
                      <a:cubicBezTo>
                        <a:pt x="0" y="9335"/>
                        <a:pt x="9334" y="0"/>
                        <a:pt x="20764" y="0"/>
                      </a:cubicBezTo>
                      <a:cubicBezTo>
                        <a:pt x="32195" y="0"/>
                        <a:pt x="41529" y="9335"/>
                        <a:pt x="41529" y="20765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01" name="Google Shape;1001;p37"/>
                <p:cNvSpPr/>
                <p:nvPr/>
              </p:nvSpPr>
              <p:spPr>
                <a:xfrm>
                  <a:off x="7579137" y="551973"/>
                  <a:ext cx="41528" cy="41529"/>
                </a:xfrm>
                <a:custGeom>
                  <a:rect b="b" l="l" r="r" t="t"/>
                  <a:pathLst>
                    <a:path extrusionOk="0" h="41529" w="41528">
                      <a:moveTo>
                        <a:pt x="41529" y="20765"/>
                      </a:moveTo>
                      <a:cubicBezTo>
                        <a:pt x="41529" y="32290"/>
                        <a:pt x="32195" y="41529"/>
                        <a:pt x="20764" y="41529"/>
                      </a:cubicBezTo>
                      <a:cubicBezTo>
                        <a:pt x="9334" y="41529"/>
                        <a:pt x="0" y="32195"/>
                        <a:pt x="0" y="20765"/>
                      </a:cubicBezTo>
                      <a:cubicBezTo>
                        <a:pt x="0" y="9335"/>
                        <a:pt x="9334" y="0"/>
                        <a:pt x="20764" y="0"/>
                      </a:cubicBezTo>
                      <a:cubicBezTo>
                        <a:pt x="32195" y="0"/>
                        <a:pt x="41529" y="9335"/>
                        <a:pt x="41529" y="20765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002" name="Google Shape;1002;p37"/>
            <p:cNvGrpSpPr/>
            <p:nvPr/>
          </p:nvGrpSpPr>
          <p:grpSpPr>
            <a:xfrm>
              <a:off x="8184962" y="619646"/>
              <a:ext cx="498115" cy="257273"/>
              <a:chOff x="7256144" y="685800"/>
              <a:chExt cx="470630" cy="243077"/>
            </a:xfrm>
          </p:grpSpPr>
          <p:sp>
            <p:nvSpPr>
              <p:cNvPr id="1003" name="Google Shape;1003;p37"/>
              <p:cNvSpPr/>
              <p:nvPr/>
            </p:nvSpPr>
            <p:spPr>
              <a:xfrm>
                <a:off x="7256144" y="694753"/>
                <a:ext cx="218503" cy="218217"/>
              </a:xfrm>
              <a:custGeom>
                <a:rect b="b" l="l" r="r" t="t"/>
                <a:pathLst>
                  <a:path extrusionOk="0" h="218217" w="218503">
                    <a:moveTo>
                      <a:pt x="216598" y="129540"/>
                    </a:moveTo>
                    <a:cubicBezTo>
                      <a:pt x="217837" y="122968"/>
                      <a:pt x="218504" y="116110"/>
                      <a:pt x="218504" y="109156"/>
                    </a:cubicBezTo>
                    <a:cubicBezTo>
                      <a:pt x="218504" y="102203"/>
                      <a:pt x="217837" y="95440"/>
                      <a:pt x="216598" y="88773"/>
                    </a:cubicBezTo>
                    <a:lnTo>
                      <a:pt x="181261" y="88773"/>
                    </a:lnTo>
                    <a:cubicBezTo>
                      <a:pt x="179641" y="83058"/>
                      <a:pt x="177451" y="77724"/>
                      <a:pt x="174593" y="72676"/>
                    </a:cubicBezTo>
                    <a:lnTo>
                      <a:pt x="199549" y="47720"/>
                    </a:lnTo>
                    <a:cubicBezTo>
                      <a:pt x="191834" y="36385"/>
                      <a:pt x="182118" y="26670"/>
                      <a:pt x="170783" y="18955"/>
                    </a:cubicBezTo>
                    <a:lnTo>
                      <a:pt x="145732" y="44005"/>
                    </a:lnTo>
                    <a:cubicBezTo>
                      <a:pt x="140684" y="41148"/>
                      <a:pt x="135255" y="38957"/>
                      <a:pt x="129635" y="37338"/>
                    </a:cubicBezTo>
                    <a:lnTo>
                      <a:pt x="129635" y="1905"/>
                    </a:lnTo>
                    <a:cubicBezTo>
                      <a:pt x="123063" y="667"/>
                      <a:pt x="116205" y="0"/>
                      <a:pt x="109252" y="0"/>
                    </a:cubicBezTo>
                    <a:cubicBezTo>
                      <a:pt x="102298" y="0"/>
                      <a:pt x="95536" y="667"/>
                      <a:pt x="88868" y="1905"/>
                    </a:cubicBezTo>
                    <a:lnTo>
                      <a:pt x="88868" y="37338"/>
                    </a:lnTo>
                    <a:cubicBezTo>
                      <a:pt x="83154" y="38957"/>
                      <a:pt x="77819" y="41148"/>
                      <a:pt x="72771" y="44005"/>
                    </a:cubicBezTo>
                    <a:lnTo>
                      <a:pt x="47720" y="18955"/>
                    </a:lnTo>
                    <a:cubicBezTo>
                      <a:pt x="36386" y="26670"/>
                      <a:pt x="26670" y="36481"/>
                      <a:pt x="18955" y="47720"/>
                    </a:cubicBezTo>
                    <a:lnTo>
                      <a:pt x="43910" y="72676"/>
                    </a:lnTo>
                    <a:cubicBezTo>
                      <a:pt x="41053" y="77724"/>
                      <a:pt x="38862" y="83153"/>
                      <a:pt x="37243" y="88773"/>
                    </a:cubicBezTo>
                    <a:lnTo>
                      <a:pt x="1905" y="88773"/>
                    </a:lnTo>
                    <a:cubicBezTo>
                      <a:pt x="667" y="95345"/>
                      <a:pt x="0" y="102203"/>
                      <a:pt x="0" y="109156"/>
                    </a:cubicBezTo>
                    <a:cubicBezTo>
                      <a:pt x="0" y="116110"/>
                      <a:pt x="667" y="122873"/>
                      <a:pt x="1905" y="129540"/>
                    </a:cubicBezTo>
                    <a:lnTo>
                      <a:pt x="37243" y="129540"/>
                    </a:lnTo>
                    <a:cubicBezTo>
                      <a:pt x="38862" y="135255"/>
                      <a:pt x="41053" y="140589"/>
                      <a:pt x="43910" y="145637"/>
                    </a:cubicBezTo>
                    <a:lnTo>
                      <a:pt x="18955" y="170593"/>
                    </a:lnTo>
                    <a:cubicBezTo>
                      <a:pt x="26670" y="181928"/>
                      <a:pt x="36386" y="191643"/>
                      <a:pt x="47720" y="199358"/>
                    </a:cubicBezTo>
                    <a:lnTo>
                      <a:pt x="72771" y="174308"/>
                    </a:lnTo>
                    <a:cubicBezTo>
                      <a:pt x="77819" y="177165"/>
                      <a:pt x="83248" y="179356"/>
                      <a:pt x="88868" y="180975"/>
                    </a:cubicBezTo>
                    <a:lnTo>
                      <a:pt x="88868" y="216313"/>
                    </a:lnTo>
                    <a:cubicBezTo>
                      <a:pt x="95441" y="217551"/>
                      <a:pt x="102298" y="218218"/>
                      <a:pt x="109252" y="218218"/>
                    </a:cubicBezTo>
                    <a:cubicBezTo>
                      <a:pt x="116205" y="218218"/>
                      <a:pt x="122968" y="217551"/>
                      <a:pt x="129635" y="216313"/>
                    </a:cubicBezTo>
                    <a:lnTo>
                      <a:pt x="129635" y="180975"/>
                    </a:lnTo>
                    <a:cubicBezTo>
                      <a:pt x="135350" y="179356"/>
                      <a:pt x="140684" y="177070"/>
                      <a:pt x="145732" y="174308"/>
                    </a:cubicBezTo>
                    <a:lnTo>
                      <a:pt x="170783" y="199358"/>
                    </a:lnTo>
                    <a:cubicBezTo>
                      <a:pt x="182118" y="191643"/>
                      <a:pt x="191834" y="181928"/>
                      <a:pt x="199549" y="170593"/>
                    </a:cubicBezTo>
                    <a:lnTo>
                      <a:pt x="174593" y="145542"/>
                    </a:lnTo>
                    <a:cubicBezTo>
                      <a:pt x="177451" y="140494"/>
                      <a:pt x="179641" y="135064"/>
                      <a:pt x="181261" y="129445"/>
                    </a:cubicBezTo>
                    <a:lnTo>
                      <a:pt x="216598" y="129445"/>
                    </a:lnTo>
                    <a:close/>
                    <a:moveTo>
                      <a:pt x="109252" y="131255"/>
                    </a:moveTo>
                    <a:cubicBezTo>
                      <a:pt x="97060" y="131255"/>
                      <a:pt x="87249" y="121349"/>
                      <a:pt x="87249" y="109252"/>
                    </a:cubicBezTo>
                    <a:cubicBezTo>
                      <a:pt x="87249" y="97155"/>
                      <a:pt x="97155" y="87249"/>
                      <a:pt x="109252" y="87249"/>
                    </a:cubicBezTo>
                    <a:cubicBezTo>
                      <a:pt x="121348" y="87249"/>
                      <a:pt x="131255" y="97155"/>
                      <a:pt x="131255" y="109252"/>
                    </a:cubicBezTo>
                    <a:cubicBezTo>
                      <a:pt x="131255" y="121349"/>
                      <a:pt x="121348" y="131255"/>
                      <a:pt x="109252" y="131255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004" name="Google Shape;1004;p37"/>
              <p:cNvGrpSpPr/>
              <p:nvPr/>
            </p:nvGrpSpPr>
            <p:grpSpPr>
              <a:xfrm>
                <a:off x="7512843" y="685800"/>
                <a:ext cx="213931" cy="243077"/>
                <a:chOff x="7512843" y="685800"/>
                <a:chExt cx="213931" cy="243077"/>
              </a:xfrm>
            </p:grpSpPr>
            <p:grpSp>
              <p:nvGrpSpPr>
                <p:cNvPr id="1005" name="Google Shape;1005;p37"/>
                <p:cNvGrpSpPr/>
                <p:nvPr/>
              </p:nvGrpSpPr>
              <p:grpSpPr>
                <a:xfrm>
                  <a:off x="7512843" y="836580"/>
                  <a:ext cx="213931" cy="92297"/>
                  <a:chOff x="7512843" y="836580"/>
                  <a:chExt cx="213931" cy="92297"/>
                </a:xfrm>
              </p:grpSpPr>
              <p:sp>
                <p:nvSpPr>
                  <p:cNvPr id="1006" name="Google Shape;1006;p37"/>
                  <p:cNvSpPr/>
                  <p:nvPr/>
                </p:nvSpPr>
                <p:spPr>
                  <a:xfrm>
                    <a:off x="7512843" y="856011"/>
                    <a:ext cx="213931" cy="72866"/>
                  </a:xfrm>
                  <a:custGeom>
                    <a:rect b="b" l="l" r="r" t="t"/>
                    <a:pathLst>
                      <a:path extrusionOk="0" h="72866" w="213931">
                        <a:moveTo>
                          <a:pt x="0" y="0"/>
                        </a:moveTo>
                        <a:lnTo>
                          <a:pt x="0" y="53435"/>
                        </a:lnTo>
                        <a:cubicBezTo>
                          <a:pt x="0" y="64199"/>
                          <a:pt x="47911" y="72866"/>
                          <a:pt x="106966" y="72866"/>
                        </a:cubicBezTo>
                        <a:cubicBezTo>
                          <a:pt x="166021" y="72866"/>
                          <a:pt x="213932" y="64199"/>
                          <a:pt x="213932" y="53435"/>
                        </a:cubicBezTo>
                        <a:lnTo>
                          <a:pt x="213932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007" name="Google Shape;1007;p37"/>
                  <p:cNvSpPr/>
                  <p:nvPr/>
                </p:nvSpPr>
                <p:spPr>
                  <a:xfrm>
                    <a:off x="7512843" y="836580"/>
                    <a:ext cx="213931" cy="38861"/>
                  </a:xfrm>
                  <a:custGeom>
                    <a:rect b="b" l="l" r="r" t="t"/>
                    <a:pathLst>
                      <a:path extrusionOk="0" h="38861" w="213931">
                        <a:moveTo>
                          <a:pt x="213932" y="19431"/>
                        </a:moveTo>
                        <a:cubicBezTo>
                          <a:pt x="213932" y="30162"/>
                          <a:pt x="166042" y="38862"/>
                          <a:pt x="106966" y="38862"/>
                        </a:cubicBezTo>
                        <a:cubicBezTo>
                          <a:pt x="47891" y="38862"/>
                          <a:pt x="1" y="30162"/>
                          <a:pt x="1" y="19431"/>
                        </a:cubicBezTo>
                        <a:cubicBezTo>
                          <a:pt x="1" y="8700"/>
                          <a:pt x="47891" y="0"/>
                          <a:pt x="106966" y="0"/>
                        </a:cubicBezTo>
                        <a:cubicBezTo>
                          <a:pt x="166042" y="0"/>
                          <a:pt x="213932" y="8700"/>
                          <a:pt x="213932" y="19431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1008" name="Google Shape;1008;p37"/>
                <p:cNvGrpSpPr/>
                <p:nvPr/>
              </p:nvGrpSpPr>
              <p:grpSpPr>
                <a:xfrm>
                  <a:off x="7512843" y="761238"/>
                  <a:ext cx="213931" cy="92296"/>
                  <a:chOff x="7512843" y="761238"/>
                  <a:chExt cx="213931" cy="92296"/>
                </a:xfrm>
              </p:grpSpPr>
              <p:sp>
                <p:nvSpPr>
                  <p:cNvPr id="1009" name="Google Shape;1009;p37"/>
                  <p:cNvSpPr/>
                  <p:nvPr/>
                </p:nvSpPr>
                <p:spPr>
                  <a:xfrm>
                    <a:off x="7512843" y="780668"/>
                    <a:ext cx="213931" cy="72866"/>
                  </a:xfrm>
                  <a:custGeom>
                    <a:rect b="b" l="l" r="r" t="t"/>
                    <a:pathLst>
                      <a:path extrusionOk="0" h="72866" w="213931">
                        <a:moveTo>
                          <a:pt x="0" y="0"/>
                        </a:moveTo>
                        <a:lnTo>
                          <a:pt x="0" y="53435"/>
                        </a:lnTo>
                        <a:cubicBezTo>
                          <a:pt x="0" y="64199"/>
                          <a:pt x="47911" y="72866"/>
                          <a:pt x="106966" y="72866"/>
                        </a:cubicBezTo>
                        <a:cubicBezTo>
                          <a:pt x="166021" y="72866"/>
                          <a:pt x="213932" y="64199"/>
                          <a:pt x="213932" y="53435"/>
                        </a:cubicBezTo>
                        <a:lnTo>
                          <a:pt x="213932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010" name="Google Shape;1010;p37"/>
                  <p:cNvSpPr/>
                  <p:nvPr/>
                </p:nvSpPr>
                <p:spPr>
                  <a:xfrm>
                    <a:off x="7512843" y="761238"/>
                    <a:ext cx="213931" cy="38861"/>
                  </a:xfrm>
                  <a:custGeom>
                    <a:rect b="b" l="l" r="r" t="t"/>
                    <a:pathLst>
                      <a:path extrusionOk="0" h="38861" w="213931">
                        <a:moveTo>
                          <a:pt x="213932" y="19431"/>
                        </a:moveTo>
                        <a:cubicBezTo>
                          <a:pt x="213932" y="30162"/>
                          <a:pt x="166042" y="38862"/>
                          <a:pt x="106966" y="38862"/>
                        </a:cubicBezTo>
                        <a:cubicBezTo>
                          <a:pt x="47891" y="38862"/>
                          <a:pt x="1" y="30162"/>
                          <a:pt x="1" y="19431"/>
                        </a:cubicBezTo>
                        <a:cubicBezTo>
                          <a:pt x="1" y="8700"/>
                          <a:pt x="47891" y="0"/>
                          <a:pt x="106966" y="0"/>
                        </a:cubicBezTo>
                        <a:cubicBezTo>
                          <a:pt x="166042" y="0"/>
                          <a:pt x="213932" y="8700"/>
                          <a:pt x="213932" y="19431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1011" name="Google Shape;1011;p37"/>
                <p:cNvGrpSpPr/>
                <p:nvPr/>
              </p:nvGrpSpPr>
              <p:grpSpPr>
                <a:xfrm>
                  <a:off x="7512843" y="685800"/>
                  <a:ext cx="213931" cy="92297"/>
                  <a:chOff x="7512843" y="685800"/>
                  <a:chExt cx="213931" cy="92297"/>
                </a:xfrm>
              </p:grpSpPr>
              <p:sp>
                <p:nvSpPr>
                  <p:cNvPr id="1012" name="Google Shape;1012;p37"/>
                  <p:cNvSpPr/>
                  <p:nvPr/>
                </p:nvSpPr>
                <p:spPr>
                  <a:xfrm>
                    <a:off x="7512843" y="705231"/>
                    <a:ext cx="213931" cy="72866"/>
                  </a:xfrm>
                  <a:custGeom>
                    <a:rect b="b" l="l" r="r" t="t"/>
                    <a:pathLst>
                      <a:path extrusionOk="0" h="72866" w="213931">
                        <a:moveTo>
                          <a:pt x="0" y="0"/>
                        </a:moveTo>
                        <a:lnTo>
                          <a:pt x="0" y="53435"/>
                        </a:lnTo>
                        <a:cubicBezTo>
                          <a:pt x="0" y="64198"/>
                          <a:pt x="47911" y="72866"/>
                          <a:pt x="106966" y="72866"/>
                        </a:cubicBezTo>
                        <a:cubicBezTo>
                          <a:pt x="166021" y="72866"/>
                          <a:pt x="213932" y="64198"/>
                          <a:pt x="213932" y="53435"/>
                        </a:cubicBezTo>
                        <a:lnTo>
                          <a:pt x="213932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013" name="Google Shape;1013;p37"/>
                  <p:cNvSpPr/>
                  <p:nvPr/>
                </p:nvSpPr>
                <p:spPr>
                  <a:xfrm>
                    <a:off x="7512843" y="685800"/>
                    <a:ext cx="213931" cy="38861"/>
                  </a:xfrm>
                  <a:custGeom>
                    <a:rect b="b" l="l" r="r" t="t"/>
                    <a:pathLst>
                      <a:path extrusionOk="0" h="38861" w="213931">
                        <a:moveTo>
                          <a:pt x="213932" y="19431"/>
                        </a:moveTo>
                        <a:cubicBezTo>
                          <a:pt x="213932" y="30162"/>
                          <a:pt x="166042" y="38862"/>
                          <a:pt x="106966" y="38862"/>
                        </a:cubicBezTo>
                        <a:cubicBezTo>
                          <a:pt x="47891" y="38862"/>
                          <a:pt x="1" y="30162"/>
                          <a:pt x="1" y="19431"/>
                        </a:cubicBezTo>
                        <a:cubicBezTo>
                          <a:pt x="1" y="8700"/>
                          <a:pt x="47891" y="0"/>
                          <a:pt x="106966" y="0"/>
                        </a:cubicBezTo>
                        <a:cubicBezTo>
                          <a:pt x="166042" y="0"/>
                          <a:pt x="213932" y="8700"/>
                          <a:pt x="213932" y="19431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</p:grpSp>
      </p:grpSp>
      <p:sp>
        <p:nvSpPr>
          <p:cNvPr id="1014" name="Google Shape;1014;p37"/>
          <p:cNvSpPr/>
          <p:nvPr/>
        </p:nvSpPr>
        <p:spPr>
          <a:xfrm>
            <a:off x="62832" y="4828541"/>
            <a:ext cx="734045" cy="45268"/>
          </a:xfrm>
          <a:custGeom>
            <a:rect b="b" l="l" r="r" t="t"/>
            <a:pathLst>
              <a:path extrusionOk="0" h="50863" w="824770">
                <a:moveTo>
                  <a:pt x="799338" y="50863"/>
                </a:moveTo>
                <a:lnTo>
                  <a:pt x="25432" y="50863"/>
                </a:lnTo>
                <a:cubicBezTo>
                  <a:pt x="11430" y="50863"/>
                  <a:pt x="0" y="39433"/>
                  <a:pt x="0" y="25432"/>
                </a:cubicBezTo>
                <a:lnTo>
                  <a:pt x="0" y="25432"/>
                </a:lnTo>
                <a:cubicBezTo>
                  <a:pt x="0" y="11430"/>
                  <a:pt x="11430" y="0"/>
                  <a:pt x="25432" y="0"/>
                </a:cubicBezTo>
                <a:lnTo>
                  <a:pt x="799338" y="0"/>
                </a:lnTo>
                <a:cubicBezTo>
                  <a:pt x="813339" y="0"/>
                  <a:pt x="824770" y="11430"/>
                  <a:pt x="824770" y="25432"/>
                </a:cubicBezTo>
                <a:lnTo>
                  <a:pt x="824770" y="25432"/>
                </a:lnTo>
                <a:cubicBezTo>
                  <a:pt x="824770" y="39433"/>
                  <a:pt x="813339" y="50863"/>
                  <a:pt x="799338" y="50863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015" name="Google Shape;1015;p37"/>
          <p:cNvGrpSpPr/>
          <p:nvPr/>
        </p:nvGrpSpPr>
        <p:grpSpPr>
          <a:xfrm>
            <a:off x="103395" y="3891186"/>
            <a:ext cx="668783" cy="959747"/>
            <a:chOff x="10519314" y="4728596"/>
            <a:chExt cx="751780" cy="1078731"/>
          </a:xfrm>
        </p:grpSpPr>
        <p:grpSp>
          <p:nvGrpSpPr>
            <p:cNvPr id="1016" name="Google Shape;1016;p37"/>
            <p:cNvGrpSpPr/>
            <p:nvPr/>
          </p:nvGrpSpPr>
          <p:grpSpPr>
            <a:xfrm>
              <a:off x="10519314" y="4728596"/>
              <a:ext cx="626662" cy="1078731"/>
              <a:chOff x="10519314" y="4728596"/>
              <a:chExt cx="626662" cy="1078731"/>
            </a:xfrm>
          </p:grpSpPr>
          <p:grpSp>
            <p:nvGrpSpPr>
              <p:cNvPr id="1017" name="Google Shape;1017;p37"/>
              <p:cNvGrpSpPr/>
              <p:nvPr/>
            </p:nvGrpSpPr>
            <p:grpSpPr>
              <a:xfrm>
                <a:off x="10903220" y="4888205"/>
                <a:ext cx="242756" cy="919122"/>
                <a:chOff x="10903220" y="4888205"/>
                <a:chExt cx="242756" cy="919122"/>
              </a:xfrm>
            </p:grpSpPr>
            <p:sp>
              <p:nvSpPr>
                <p:cNvPr id="1018" name="Google Shape;1018;p37"/>
                <p:cNvSpPr/>
                <p:nvPr/>
              </p:nvSpPr>
              <p:spPr>
                <a:xfrm rot="-447735">
                  <a:off x="10961814" y="4892503"/>
                  <a:ext cx="125567" cy="910526"/>
                </a:xfrm>
                <a:custGeom>
                  <a:rect b="b" l="l" r="r" t="t"/>
                  <a:pathLst>
                    <a:path extrusionOk="0" h="909637" w="125444">
                      <a:moveTo>
                        <a:pt x="0" y="0"/>
                      </a:moveTo>
                      <a:lnTo>
                        <a:pt x="125445" y="0"/>
                      </a:lnTo>
                      <a:lnTo>
                        <a:pt x="125445" y="909637"/>
                      </a:lnTo>
                      <a:lnTo>
                        <a:pt x="0" y="909637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19" name="Google Shape;1019;p37"/>
                <p:cNvSpPr/>
                <p:nvPr/>
              </p:nvSpPr>
              <p:spPr>
                <a:xfrm>
                  <a:off x="10952422" y="4933194"/>
                  <a:ext cx="42088" cy="42088"/>
                </a:xfrm>
                <a:custGeom>
                  <a:rect b="b" l="l" r="r" t="t"/>
                  <a:pathLst>
                    <a:path extrusionOk="0" h="42088" w="42088">
                      <a:moveTo>
                        <a:pt x="41904" y="18282"/>
                      </a:moveTo>
                      <a:cubicBezTo>
                        <a:pt x="43428" y="29807"/>
                        <a:pt x="35331" y="40380"/>
                        <a:pt x="23806" y="41904"/>
                      </a:cubicBezTo>
                      <a:cubicBezTo>
                        <a:pt x="12281" y="43428"/>
                        <a:pt x="1709" y="35332"/>
                        <a:pt x="184" y="23806"/>
                      </a:cubicBezTo>
                      <a:cubicBezTo>
                        <a:pt x="-1340" y="12281"/>
                        <a:pt x="6756" y="1708"/>
                        <a:pt x="18282" y="184"/>
                      </a:cubicBezTo>
                      <a:cubicBezTo>
                        <a:pt x="29807" y="-1340"/>
                        <a:pt x="40380" y="6757"/>
                        <a:pt x="41904" y="18282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20" name="Google Shape;1020;p37"/>
                <p:cNvSpPr/>
                <p:nvPr/>
              </p:nvSpPr>
              <p:spPr>
                <a:xfrm>
                  <a:off x="10961186" y="5000250"/>
                  <a:ext cx="42087" cy="42087"/>
                </a:xfrm>
                <a:custGeom>
                  <a:rect b="b" l="l" r="r" t="t"/>
                  <a:pathLst>
                    <a:path extrusionOk="0" h="42087" w="42087">
                      <a:moveTo>
                        <a:pt x="41904" y="18282"/>
                      </a:moveTo>
                      <a:cubicBezTo>
                        <a:pt x="43427" y="29807"/>
                        <a:pt x="35331" y="40380"/>
                        <a:pt x="23806" y="41904"/>
                      </a:cubicBezTo>
                      <a:cubicBezTo>
                        <a:pt x="12280" y="43428"/>
                        <a:pt x="1708" y="35332"/>
                        <a:pt x="184" y="23806"/>
                      </a:cubicBezTo>
                      <a:cubicBezTo>
                        <a:pt x="-1340" y="12281"/>
                        <a:pt x="6756" y="1708"/>
                        <a:pt x="18281" y="184"/>
                      </a:cubicBezTo>
                      <a:cubicBezTo>
                        <a:pt x="29807" y="-1340"/>
                        <a:pt x="40380" y="6757"/>
                        <a:pt x="41904" y="18282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021" name="Google Shape;1021;p37"/>
                <p:cNvGrpSpPr/>
                <p:nvPr/>
              </p:nvGrpSpPr>
              <p:grpSpPr>
                <a:xfrm>
                  <a:off x="11014221" y="5588618"/>
                  <a:ext cx="100021" cy="114784"/>
                  <a:chOff x="11014221" y="5588618"/>
                  <a:chExt cx="100021" cy="114784"/>
                </a:xfrm>
              </p:grpSpPr>
              <p:sp>
                <p:nvSpPr>
                  <p:cNvPr id="1022" name="Google Shape;1022;p37"/>
                  <p:cNvSpPr/>
                  <p:nvPr/>
                </p:nvSpPr>
                <p:spPr>
                  <a:xfrm rot="-447735">
                    <a:off x="11014826" y="5594269"/>
                    <a:ext cx="88001" cy="15064"/>
                  </a:xfrm>
                  <a:custGeom>
                    <a:rect b="b" l="l" r="r" t="t"/>
                    <a:pathLst>
                      <a:path extrusionOk="0" h="15049" w="87915">
                        <a:moveTo>
                          <a:pt x="0" y="0"/>
                        </a:moveTo>
                        <a:lnTo>
                          <a:pt x="87916" y="0"/>
                        </a:lnTo>
                        <a:lnTo>
                          <a:pt x="87916" y="15049"/>
                        </a:lnTo>
                        <a:lnTo>
                          <a:pt x="0" y="15049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023" name="Google Shape;1023;p37"/>
                  <p:cNvSpPr/>
                  <p:nvPr/>
                </p:nvSpPr>
                <p:spPr>
                  <a:xfrm rot="-447735">
                    <a:off x="11018646" y="5623150"/>
                    <a:ext cx="88001" cy="15064"/>
                  </a:xfrm>
                  <a:custGeom>
                    <a:rect b="b" l="l" r="r" t="t"/>
                    <a:pathLst>
                      <a:path extrusionOk="0" h="15049" w="87915">
                        <a:moveTo>
                          <a:pt x="0" y="0"/>
                        </a:moveTo>
                        <a:lnTo>
                          <a:pt x="87916" y="0"/>
                        </a:lnTo>
                        <a:lnTo>
                          <a:pt x="87916" y="15050"/>
                        </a:lnTo>
                        <a:lnTo>
                          <a:pt x="0" y="1505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024" name="Google Shape;1024;p37"/>
                  <p:cNvSpPr/>
                  <p:nvPr/>
                </p:nvSpPr>
                <p:spPr>
                  <a:xfrm rot="-447735">
                    <a:off x="11021820" y="5653805"/>
                    <a:ext cx="88001" cy="15064"/>
                  </a:xfrm>
                  <a:custGeom>
                    <a:rect b="b" l="l" r="r" t="t"/>
                    <a:pathLst>
                      <a:path extrusionOk="0" h="15049" w="87915">
                        <a:moveTo>
                          <a:pt x="0" y="0"/>
                        </a:moveTo>
                        <a:lnTo>
                          <a:pt x="87916" y="0"/>
                        </a:lnTo>
                        <a:lnTo>
                          <a:pt x="87916" y="15050"/>
                        </a:lnTo>
                        <a:lnTo>
                          <a:pt x="0" y="1505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025" name="Google Shape;1025;p37"/>
                  <p:cNvSpPr/>
                  <p:nvPr/>
                </p:nvSpPr>
                <p:spPr>
                  <a:xfrm rot="-447735">
                    <a:off x="11025635" y="5682688"/>
                    <a:ext cx="88001" cy="15064"/>
                  </a:xfrm>
                  <a:custGeom>
                    <a:rect b="b" l="l" r="r" t="t"/>
                    <a:pathLst>
                      <a:path extrusionOk="0" h="15049" w="87915">
                        <a:moveTo>
                          <a:pt x="0" y="0"/>
                        </a:moveTo>
                        <a:lnTo>
                          <a:pt x="87915" y="0"/>
                        </a:lnTo>
                        <a:lnTo>
                          <a:pt x="87915" y="15050"/>
                        </a:lnTo>
                        <a:lnTo>
                          <a:pt x="0" y="1505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grpSp>
            <p:nvGrpSpPr>
              <p:cNvPr id="1026" name="Google Shape;1026;p37"/>
              <p:cNvGrpSpPr/>
              <p:nvPr/>
            </p:nvGrpSpPr>
            <p:grpSpPr>
              <a:xfrm>
                <a:off x="10718623" y="4728596"/>
                <a:ext cx="229169" cy="1075979"/>
                <a:chOff x="10718623" y="4728596"/>
                <a:chExt cx="229169" cy="1075979"/>
              </a:xfrm>
            </p:grpSpPr>
            <p:sp>
              <p:nvSpPr>
                <p:cNvPr id="1027" name="Google Shape;1027;p37"/>
                <p:cNvSpPr/>
                <p:nvPr/>
              </p:nvSpPr>
              <p:spPr>
                <a:xfrm rot="-172174">
                  <a:off x="10745259" y="4732329"/>
                  <a:ext cx="175897" cy="1068513"/>
                </a:xfrm>
                <a:custGeom>
                  <a:rect b="b" l="l" r="r" t="t"/>
                  <a:pathLst>
                    <a:path extrusionOk="0" h="1069848" w="176117">
                      <a:moveTo>
                        <a:pt x="0" y="0"/>
                      </a:moveTo>
                      <a:lnTo>
                        <a:pt x="176117" y="0"/>
                      </a:lnTo>
                      <a:lnTo>
                        <a:pt x="176117" y="1069848"/>
                      </a:lnTo>
                      <a:lnTo>
                        <a:pt x="0" y="1069848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28" name="Google Shape;1028;p37"/>
                <p:cNvSpPr/>
                <p:nvPr/>
              </p:nvSpPr>
              <p:spPr>
                <a:xfrm>
                  <a:off x="10787634" y="5182743"/>
                  <a:ext cx="87629" cy="87630"/>
                </a:xfrm>
                <a:custGeom>
                  <a:rect b="b" l="l" r="r" t="t"/>
                  <a:pathLst>
                    <a:path extrusionOk="0" h="87630" w="87629">
                      <a:moveTo>
                        <a:pt x="87630" y="43815"/>
                      </a:moveTo>
                      <a:cubicBezTo>
                        <a:pt x="87630" y="68013"/>
                        <a:pt x="68014" y="87630"/>
                        <a:pt x="43815" y="87630"/>
                      </a:cubicBezTo>
                      <a:cubicBezTo>
                        <a:pt x="19617" y="87630"/>
                        <a:pt x="1" y="68014"/>
                        <a:pt x="1" y="43815"/>
                      </a:cubicBezTo>
                      <a:cubicBezTo>
                        <a:pt x="1" y="19617"/>
                        <a:pt x="19617" y="0"/>
                        <a:pt x="43815" y="0"/>
                      </a:cubicBezTo>
                      <a:cubicBezTo>
                        <a:pt x="68014" y="0"/>
                        <a:pt x="87630" y="19616"/>
                        <a:pt x="87630" y="43815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029" name="Google Shape;1029;p37"/>
                <p:cNvGrpSpPr/>
                <p:nvPr/>
              </p:nvGrpSpPr>
              <p:grpSpPr>
                <a:xfrm>
                  <a:off x="10765015" y="5040134"/>
                  <a:ext cx="116314" cy="49775"/>
                  <a:chOff x="10765015" y="5040134"/>
                  <a:chExt cx="116314" cy="49775"/>
                </a:xfrm>
              </p:grpSpPr>
              <p:sp>
                <p:nvSpPr>
                  <p:cNvPr id="1030" name="Google Shape;1030;p37"/>
                  <p:cNvSpPr/>
                  <p:nvPr/>
                </p:nvSpPr>
                <p:spPr>
                  <a:xfrm rot="-172174">
                    <a:off x="10765318" y="5042987"/>
                    <a:ext cx="114347" cy="14935"/>
                  </a:xfrm>
                  <a:custGeom>
                    <a:rect b="b" l="l" r="r" t="t"/>
                    <a:pathLst>
                      <a:path extrusionOk="0" h="14954" w="114490">
                        <a:moveTo>
                          <a:pt x="0" y="0"/>
                        </a:moveTo>
                        <a:lnTo>
                          <a:pt x="114490" y="0"/>
                        </a:lnTo>
                        <a:lnTo>
                          <a:pt x="114490" y="14954"/>
                        </a:lnTo>
                        <a:lnTo>
                          <a:pt x="0" y="1495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031" name="Google Shape;1031;p37"/>
                  <p:cNvSpPr/>
                  <p:nvPr/>
                </p:nvSpPr>
                <p:spPr>
                  <a:xfrm rot="-172174">
                    <a:off x="10766681" y="5072121"/>
                    <a:ext cx="114347" cy="14935"/>
                  </a:xfrm>
                  <a:custGeom>
                    <a:rect b="b" l="l" r="r" t="t"/>
                    <a:pathLst>
                      <a:path extrusionOk="0" h="14954" w="114490">
                        <a:moveTo>
                          <a:pt x="0" y="0"/>
                        </a:moveTo>
                        <a:lnTo>
                          <a:pt x="114491" y="0"/>
                        </a:lnTo>
                        <a:lnTo>
                          <a:pt x="114491" y="14954"/>
                        </a:lnTo>
                        <a:lnTo>
                          <a:pt x="0" y="1495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1032" name="Google Shape;1032;p37"/>
                <p:cNvGrpSpPr/>
                <p:nvPr/>
              </p:nvGrpSpPr>
              <p:grpSpPr>
                <a:xfrm>
                  <a:off x="10784825" y="5436314"/>
                  <a:ext cx="116414" cy="49961"/>
                  <a:chOff x="10784825" y="5436314"/>
                  <a:chExt cx="116414" cy="49961"/>
                </a:xfrm>
              </p:grpSpPr>
              <p:sp>
                <p:nvSpPr>
                  <p:cNvPr id="1033" name="Google Shape;1033;p37"/>
                  <p:cNvSpPr/>
                  <p:nvPr/>
                </p:nvSpPr>
                <p:spPr>
                  <a:xfrm rot="-172174">
                    <a:off x="10785128" y="5439167"/>
                    <a:ext cx="114347" cy="14935"/>
                  </a:xfrm>
                  <a:custGeom>
                    <a:rect b="b" l="l" r="r" t="t"/>
                    <a:pathLst>
                      <a:path extrusionOk="0" h="14954" w="114490">
                        <a:moveTo>
                          <a:pt x="0" y="0"/>
                        </a:moveTo>
                        <a:lnTo>
                          <a:pt x="114491" y="0"/>
                        </a:lnTo>
                        <a:lnTo>
                          <a:pt x="114491" y="14955"/>
                        </a:lnTo>
                        <a:lnTo>
                          <a:pt x="0" y="14955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034" name="Google Shape;1034;p37"/>
                  <p:cNvSpPr/>
                  <p:nvPr/>
                </p:nvSpPr>
                <p:spPr>
                  <a:xfrm rot="-172174">
                    <a:off x="10786591" y="5468487"/>
                    <a:ext cx="114347" cy="14935"/>
                  </a:xfrm>
                  <a:custGeom>
                    <a:rect b="b" l="l" r="r" t="t"/>
                    <a:pathLst>
                      <a:path extrusionOk="0" h="14954" w="114490">
                        <a:moveTo>
                          <a:pt x="0" y="0"/>
                        </a:moveTo>
                        <a:lnTo>
                          <a:pt x="114490" y="0"/>
                        </a:lnTo>
                        <a:lnTo>
                          <a:pt x="114490" y="14955"/>
                        </a:lnTo>
                        <a:lnTo>
                          <a:pt x="0" y="14955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grpSp>
            <p:nvGrpSpPr>
              <p:cNvPr id="1035" name="Google Shape;1035;p37"/>
              <p:cNvGrpSpPr/>
              <p:nvPr/>
            </p:nvGrpSpPr>
            <p:grpSpPr>
              <a:xfrm>
                <a:off x="10519314" y="4813458"/>
                <a:ext cx="202120" cy="992123"/>
                <a:chOff x="10519314" y="4813458"/>
                <a:chExt cx="202120" cy="992123"/>
              </a:xfrm>
            </p:grpSpPr>
            <p:sp>
              <p:nvSpPr>
                <p:cNvPr id="1036" name="Google Shape;1036;p37"/>
                <p:cNvSpPr/>
                <p:nvPr/>
              </p:nvSpPr>
              <p:spPr>
                <a:xfrm>
                  <a:off x="10519314" y="4813458"/>
                  <a:ext cx="202120" cy="992123"/>
                </a:xfrm>
                <a:custGeom>
                  <a:rect b="b" l="l" r="r" t="t"/>
                  <a:pathLst>
                    <a:path extrusionOk="0" h="992123" w="202120">
                      <a:moveTo>
                        <a:pt x="0" y="0"/>
                      </a:moveTo>
                      <a:lnTo>
                        <a:pt x="202120" y="0"/>
                      </a:lnTo>
                      <a:lnTo>
                        <a:pt x="202120" y="992124"/>
                      </a:lnTo>
                      <a:lnTo>
                        <a:pt x="0" y="992124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37" name="Google Shape;1037;p37"/>
                <p:cNvSpPr/>
                <p:nvPr/>
              </p:nvSpPr>
              <p:spPr>
                <a:xfrm>
                  <a:off x="10558843" y="4891468"/>
                  <a:ext cx="123063" cy="123062"/>
                </a:xfrm>
                <a:custGeom>
                  <a:rect b="b" l="l" r="r" t="t"/>
                  <a:pathLst>
                    <a:path extrusionOk="0" h="123062" w="123063">
                      <a:moveTo>
                        <a:pt x="123063" y="61532"/>
                      </a:moveTo>
                      <a:cubicBezTo>
                        <a:pt x="123063" y="95514"/>
                        <a:pt x="95514" y="123063"/>
                        <a:pt x="61531" y="123063"/>
                      </a:cubicBezTo>
                      <a:cubicBezTo>
                        <a:pt x="27548" y="123063"/>
                        <a:pt x="-1" y="95514"/>
                        <a:pt x="-1" y="61532"/>
                      </a:cubicBezTo>
                      <a:cubicBezTo>
                        <a:pt x="-1" y="27549"/>
                        <a:pt x="27548" y="0"/>
                        <a:pt x="61531" y="0"/>
                      </a:cubicBezTo>
                      <a:cubicBezTo>
                        <a:pt x="95514" y="0"/>
                        <a:pt x="123063" y="27549"/>
                        <a:pt x="123063" y="61532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038" name="Google Shape;1038;p37"/>
                <p:cNvGrpSpPr/>
                <p:nvPr/>
              </p:nvGrpSpPr>
              <p:grpSpPr>
                <a:xfrm>
                  <a:off x="10556176" y="5465730"/>
                  <a:ext cx="128397" cy="44196"/>
                  <a:chOff x="10556176" y="5465730"/>
                  <a:chExt cx="128397" cy="44196"/>
                </a:xfrm>
              </p:grpSpPr>
              <p:sp>
                <p:nvSpPr>
                  <p:cNvPr id="1039" name="Google Shape;1039;p37"/>
                  <p:cNvSpPr/>
                  <p:nvPr/>
                </p:nvSpPr>
                <p:spPr>
                  <a:xfrm>
                    <a:off x="10556176" y="5465730"/>
                    <a:ext cx="128397" cy="14954"/>
                  </a:xfrm>
                  <a:custGeom>
                    <a:rect b="b" l="l" r="r" t="t"/>
                    <a:pathLst>
                      <a:path extrusionOk="0" h="14954" w="128397">
                        <a:moveTo>
                          <a:pt x="0" y="0"/>
                        </a:moveTo>
                        <a:lnTo>
                          <a:pt x="128397" y="0"/>
                        </a:lnTo>
                        <a:lnTo>
                          <a:pt x="128397" y="14954"/>
                        </a:lnTo>
                        <a:lnTo>
                          <a:pt x="0" y="1495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040" name="Google Shape;1040;p37"/>
                  <p:cNvSpPr/>
                  <p:nvPr/>
                </p:nvSpPr>
                <p:spPr>
                  <a:xfrm>
                    <a:off x="10556176" y="5494972"/>
                    <a:ext cx="128397" cy="14954"/>
                  </a:xfrm>
                  <a:custGeom>
                    <a:rect b="b" l="l" r="r" t="t"/>
                    <a:pathLst>
                      <a:path extrusionOk="0" h="14954" w="128397">
                        <a:moveTo>
                          <a:pt x="0" y="0"/>
                        </a:moveTo>
                        <a:lnTo>
                          <a:pt x="128397" y="0"/>
                        </a:lnTo>
                        <a:lnTo>
                          <a:pt x="128397" y="14955"/>
                        </a:lnTo>
                        <a:lnTo>
                          <a:pt x="0" y="14955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1041" name="Google Shape;1041;p37"/>
                <p:cNvGrpSpPr/>
                <p:nvPr/>
              </p:nvGrpSpPr>
              <p:grpSpPr>
                <a:xfrm>
                  <a:off x="10556176" y="5689187"/>
                  <a:ext cx="128397" cy="44196"/>
                  <a:chOff x="10556176" y="5689187"/>
                  <a:chExt cx="128397" cy="44196"/>
                </a:xfrm>
              </p:grpSpPr>
              <p:sp>
                <p:nvSpPr>
                  <p:cNvPr id="1042" name="Google Shape;1042;p37"/>
                  <p:cNvSpPr/>
                  <p:nvPr/>
                </p:nvSpPr>
                <p:spPr>
                  <a:xfrm>
                    <a:off x="10556176" y="5689187"/>
                    <a:ext cx="128397" cy="14954"/>
                  </a:xfrm>
                  <a:custGeom>
                    <a:rect b="b" l="l" r="r" t="t"/>
                    <a:pathLst>
                      <a:path extrusionOk="0" h="14954" w="128397">
                        <a:moveTo>
                          <a:pt x="0" y="0"/>
                        </a:moveTo>
                        <a:lnTo>
                          <a:pt x="128397" y="0"/>
                        </a:lnTo>
                        <a:lnTo>
                          <a:pt x="128397" y="14954"/>
                        </a:lnTo>
                        <a:lnTo>
                          <a:pt x="0" y="1495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043" name="Google Shape;1043;p37"/>
                  <p:cNvSpPr/>
                  <p:nvPr/>
                </p:nvSpPr>
                <p:spPr>
                  <a:xfrm>
                    <a:off x="10556176" y="5718429"/>
                    <a:ext cx="128397" cy="14954"/>
                  </a:xfrm>
                  <a:custGeom>
                    <a:rect b="b" l="l" r="r" t="t"/>
                    <a:pathLst>
                      <a:path extrusionOk="0" h="14954" w="128397">
                        <a:moveTo>
                          <a:pt x="0" y="0"/>
                        </a:moveTo>
                        <a:lnTo>
                          <a:pt x="128397" y="0"/>
                        </a:lnTo>
                        <a:lnTo>
                          <a:pt x="128397" y="14954"/>
                        </a:lnTo>
                        <a:lnTo>
                          <a:pt x="0" y="1495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</p:grpSp>
        <p:grpSp>
          <p:nvGrpSpPr>
            <p:cNvPr id="1044" name="Google Shape;1044;p37"/>
            <p:cNvGrpSpPr/>
            <p:nvPr/>
          </p:nvGrpSpPr>
          <p:grpSpPr>
            <a:xfrm>
              <a:off x="11058042" y="5088325"/>
              <a:ext cx="213052" cy="717953"/>
              <a:chOff x="11058042" y="5088325"/>
              <a:chExt cx="213052" cy="717953"/>
            </a:xfrm>
          </p:grpSpPr>
          <p:sp>
            <p:nvSpPr>
              <p:cNvPr id="1045" name="Google Shape;1045;p37"/>
              <p:cNvSpPr/>
              <p:nvPr/>
            </p:nvSpPr>
            <p:spPr>
              <a:xfrm rot="-631368">
                <a:off x="11122592" y="5089982"/>
                <a:ext cx="83952" cy="714640"/>
              </a:xfrm>
              <a:custGeom>
                <a:rect b="b" l="l" r="r" t="t"/>
                <a:pathLst>
                  <a:path extrusionOk="0" h="715136" w="84010">
                    <a:moveTo>
                      <a:pt x="0" y="0"/>
                    </a:moveTo>
                    <a:lnTo>
                      <a:pt x="84010" y="0"/>
                    </a:lnTo>
                    <a:lnTo>
                      <a:pt x="84010" y="715137"/>
                    </a:lnTo>
                    <a:lnTo>
                      <a:pt x="0" y="715137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6" name="Google Shape;1046;p37"/>
              <p:cNvSpPr/>
              <p:nvPr/>
            </p:nvSpPr>
            <p:spPr>
              <a:xfrm rot="-631368">
                <a:off x="11154645" y="5271518"/>
                <a:ext cx="25985" cy="411004"/>
              </a:xfrm>
              <a:custGeom>
                <a:rect b="b" l="l" r="r" t="t"/>
                <a:pathLst>
                  <a:path extrusionOk="0" h="411289" w="26003">
                    <a:moveTo>
                      <a:pt x="0" y="0"/>
                    </a:moveTo>
                    <a:lnTo>
                      <a:pt x="26003" y="0"/>
                    </a:lnTo>
                    <a:lnTo>
                      <a:pt x="26003" y="411289"/>
                    </a:lnTo>
                    <a:lnTo>
                      <a:pt x="0" y="411289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047" name="Google Shape;1047;p37"/>
          <p:cNvGrpSpPr/>
          <p:nvPr/>
        </p:nvGrpSpPr>
        <p:grpSpPr>
          <a:xfrm>
            <a:off x="150676" y="2823493"/>
            <a:ext cx="516117" cy="779220"/>
            <a:chOff x="10572463" y="3528536"/>
            <a:chExt cx="580168" cy="875823"/>
          </a:xfrm>
        </p:grpSpPr>
        <p:grpSp>
          <p:nvGrpSpPr>
            <p:cNvPr id="1048" name="Google Shape;1048;p37"/>
            <p:cNvGrpSpPr/>
            <p:nvPr/>
          </p:nvGrpSpPr>
          <p:grpSpPr>
            <a:xfrm>
              <a:off x="10713815" y="3528536"/>
              <a:ext cx="438816" cy="746664"/>
              <a:chOff x="10713815" y="3528536"/>
              <a:chExt cx="438816" cy="746664"/>
            </a:xfrm>
          </p:grpSpPr>
          <p:sp>
            <p:nvSpPr>
              <p:cNvPr id="1049" name="Google Shape;1049;p37"/>
              <p:cNvSpPr/>
              <p:nvPr/>
            </p:nvSpPr>
            <p:spPr>
              <a:xfrm>
                <a:off x="10713815" y="3528536"/>
                <a:ext cx="438816" cy="746664"/>
              </a:xfrm>
              <a:custGeom>
                <a:rect b="b" l="l" r="r" t="t"/>
                <a:pathLst>
                  <a:path extrusionOk="0" h="746664" w="438816">
                    <a:moveTo>
                      <a:pt x="438721" y="746569"/>
                    </a:moveTo>
                    <a:lnTo>
                      <a:pt x="0" y="746569"/>
                    </a:lnTo>
                    <a:lnTo>
                      <a:pt x="0" y="0"/>
                    </a:lnTo>
                    <a:lnTo>
                      <a:pt x="326231" y="0"/>
                    </a:lnTo>
                    <a:cubicBezTo>
                      <a:pt x="370141" y="43910"/>
                      <a:pt x="394811" y="68580"/>
                      <a:pt x="438816" y="112585"/>
                    </a:cubicBezTo>
                    <a:lnTo>
                      <a:pt x="438816" y="746665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050" name="Google Shape;1050;p37"/>
              <p:cNvGrpSpPr/>
              <p:nvPr/>
            </p:nvGrpSpPr>
            <p:grpSpPr>
              <a:xfrm>
                <a:off x="10776489" y="3625310"/>
                <a:ext cx="313848" cy="288226"/>
                <a:chOff x="10776489" y="3625310"/>
                <a:chExt cx="313848" cy="288226"/>
              </a:xfrm>
            </p:grpSpPr>
            <p:sp>
              <p:nvSpPr>
                <p:cNvPr id="1051" name="Google Shape;1051;p37"/>
                <p:cNvSpPr/>
                <p:nvPr/>
              </p:nvSpPr>
              <p:spPr>
                <a:xfrm>
                  <a:off x="10776489" y="3625310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52" name="Google Shape;1052;p37"/>
                <p:cNvSpPr/>
                <p:nvPr/>
              </p:nvSpPr>
              <p:spPr>
                <a:xfrm>
                  <a:off x="10776489" y="3678650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53" name="Google Shape;1053;p37"/>
                <p:cNvSpPr/>
                <p:nvPr/>
              </p:nvSpPr>
              <p:spPr>
                <a:xfrm>
                  <a:off x="10776489" y="3731990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54" name="Google Shape;1054;p37"/>
                <p:cNvSpPr/>
                <p:nvPr/>
              </p:nvSpPr>
              <p:spPr>
                <a:xfrm>
                  <a:off x="10776489" y="3785425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55" name="Google Shape;1055;p37"/>
                <p:cNvSpPr/>
                <p:nvPr/>
              </p:nvSpPr>
              <p:spPr>
                <a:xfrm>
                  <a:off x="10776489" y="3838765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56" name="Google Shape;1056;p37"/>
                <p:cNvSpPr/>
                <p:nvPr/>
              </p:nvSpPr>
              <p:spPr>
                <a:xfrm>
                  <a:off x="10776489" y="3892105"/>
                  <a:ext cx="184689" cy="21431"/>
                </a:xfrm>
                <a:custGeom>
                  <a:rect b="b" l="l" r="r" t="t"/>
                  <a:pathLst>
                    <a:path extrusionOk="0" h="21431" w="184689">
                      <a:moveTo>
                        <a:pt x="0" y="0"/>
                      </a:moveTo>
                      <a:lnTo>
                        <a:pt x="184690" y="0"/>
                      </a:lnTo>
                      <a:lnTo>
                        <a:pt x="184690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rgbClr val="42444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057" name="Google Shape;1057;p37"/>
              <p:cNvGrpSpPr/>
              <p:nvPr/>
            </p:nvGrpSpPr>
            <p:grpSpPr>
              <a:xfrm>
                <a:off x="10776489" y="3999547"/>
                <a:ext cx="313848" cy="181546"/>
                <a:chOff x="10776489" y="3999547"/>
                <a:chExt cx="313848" cy="181546"/>
              </a:xfrm>
            </p:grpSpPr>
            <p:sp>
              <p:nvSpPr>
                <p:cNvPr id="1058" name="Google Shape;1058;p37"/>
                <p:cNvSpPr/>
                <p:nvPr/>
              </p:nvSpPr>
              <p:spPr>
                <a:xfrm>
                  <a:off x="10776489" y="3999547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59" name="Google Shape;1059;p37"/>
                <p:cNvSpPr/>
                <p:nvPr/>
              </p:nvSpPr>
              <p:spPr>
                <a:xfrm>
                  <a:off x="10776489" y="4052887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60" name="Google Shape;1060;p37"/>
                <p:cNvSpPr/>
                <p:nvPr/>
              </p:nvSpPr>
              <p:spPr>
                <a:xfrm>
                  <a:off x="10776489" y="4106322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61" name="Google Shape;1061;p37"/>
                <p:cNvSpPr/>
                <p:nvPr/>
              </p:nvSpPr>
              <p:spPr>
                <a:xfrm>
                  <a:off x="10776489" y="4159662"/>
                  <a:ext cx="184689" cy="21431"/>
                </a:xfrm>
                <a:custGeom>
                  <a:rect b="b" l="l" r="r" t="t"/>
                  <a:pathLst>
                    <a:path extrusionOk="0" h="21431" w="184689">
                      <a:moveTo>
                        <a:pt x="0" y="0"/>
                      </a:moveTo>
                      <a:lnTo>
                        <a:pt x="184690" y="0"/>
                      </a:lnTo>
                      <a:lnTo>
                        <a:pt x="184690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rgbClr val="42444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1062" name="Google Shape;1062;p37"/>
              <p:cNvSpPr/>
              <p:nvPr/>
            </p:nvSpPr>
            <p:spPr>
              <a:xfrm>
                <a:off x="11039951" y="3528536"/>
                <a:ext cx="112584" cy="112585"/>
              </a:xfrm>
              <a:custGeom>
                <a:rect b="b" l="l" r="r" t="t"/>
                <a:pathLst>
                  <a:path extrusionOk="0" h="112585" w="112584">
                    <a:moveTo>
                      <a:pt x="112585" y="112585"/>
                    </a:moveTo>
                    <a:lnTo>
                      <a:pt x="0" y="112585"/>
                    </a:lnTo>
                    <a:lnTo>
                      <a:pt x="0" y="0"/>
                    </a:lnTo>
                    <a:lnTo>
                      <a:pt x="0" y="0"/>
                    </a:lnTo>
                    <a:cubicBezTo>
                      <a:pt x="43910" y="43910"/>
                      <a:pt x="68580" y="68580"/>
                      <a:pt x="112585" y="112585"/>
                    </a:cubicBezTo>
                    <a:lnTo>
                      <a:pt x="112585" y="112585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63" name="Google Shape;1063;p37"/>
            <p:cNvGrpSpPr/>
            <p:nvPr/>
          </p:nvGrpSpPr>
          <p:grpSpPr>
            <a:xfrm>
              <a:off x="10572463" y="3657790"/>
              <a:ext cx="438817" cy="746569"/>
              <a:chOff x="10572463" y="3657790"/>
              <a:chExt cx="438817" cy="746569"/>
            </a:xfrm>
          </p:grpSpPr>
          <p:sp>
            <p:nvSpPr>
              <p:cNvPr id="1064" name="Google Shape;1064;p37"/>
              <p:cNvSpPr/>
              <p:nvPr/>
            </p:nvSpPr>
            <p:spPr>
              <a:xfrm>
                <a:off x="10572463" y="3657790"/>
                <a:ext cx="438817" cy="746569"/>
              </a:xfrm>
              <a:custGeom>
                <a:rect b="b" l="l" r="r" t="t"/>
                <a:pathLst>
                  <a:path extrusionOk="0" h="746569" w="438817">
                    <a:moveTo>
                      <a:pt x="438722" y="746570"/>
                    </a:moveTo>
                    <a:lnTo>
                      <a:pt x="0" y="746570"/>
                    </a:lnTo>
                    <a:lnTo>
                      <a:pt x="0" y="0"/>
                    </a:lnTo>
                    <a:lnTo>
                      <a:pt x="326231" y="0"/>
                    </a:lnTo>
                    <a:cubicBezTo>
                      <a:pt x="370141" y="43910"/>
                      <a:pt x="394812" y="68580"/>
                      <a:pt x="438817" y="112586"/>
                    </a:cubicBezTo>
                    <a:lnTo>
                      <a:pt x="438817" y="74657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065" name="Google Shape;1065;p37"/>
              <p:cNvGrpSpPr/>
              <p:nvPr/>
            </p:nvGrpSpPr>
            <p:grpSpPr>
              <a:xfrm>
                <a:off x="10635138" y="3754469"/>
                <a:ext cx="313848" cy="288321"/>
                <a:chOff x="10635138" y="3754469"/>
                <a:chExt cx="313848" cy="288321"/>
              </a:xfrm>
            </p:grpSpPr>
            <p:sp>
              <p:nvSpPr>
                <p:cNvPr id="1066" name="Google Shape;1066;p37"/>
                <p:cNvSpPr/>
                <p:nvPr/>
              </p:nvSpPr>
              <p:spPr>
                <a:xfrm>
                  <a:off x="10635138" y="3754469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67" name="Google Shape;1067;p37"/>
                <p:cNvSpPr/>
                <p:nvPr/>
              </p:nvSpPr>
              <p:spPr>
                <a:xfrm>
                  <a:off x="10635138" y="3807904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68" name="Google Shape;1068;p37"/>
                <p:cNvSpPr/>
                <p:nvPr/>
              </p:nvSpPr>
              <p:spPr>
                <a:xfrm>
                  <a:off x="10635138" y="3861244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69" name="Google Shape;1069;p37"/>
                <p:cNvSpPr/>
                <p:nvPr/>
              </p:nvSpPr>
              <p:spPr>
                <a:xfrm>
                  <a:off x="10635138" y="3914584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70" name="Google Shape;1070;p37"/>
                <p:cNvSpPr/>
                <p:nvPr/>
              </p:nvSpPr>
              <p:spPr>
                <a:xfrm>
                  <a:off x="10635138" y="3968019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71" name="Google Shape;1071;p37"/>
                <p:cNvSpPr/>
                <p:nvPr/>
              </p:nvSpPr>
              <p:spPr>
                <a:xfrm>
                  <a:off x="10635138" y="4021359"/>
                  <a:ext cx="184689" cy="21431"/>
                </a:xfrm>
                <a:custGeom>
                  <a:rect b="b" l="l" r="r" t="t"/>
                  <a:pathLst>
                    <a:path extrusionOk="0" h="21431" w="184689">
                      <a:moveTo>
                        <a:pt x="0" y="0"/>
                      </a:moveTo>
                      <a:lnTo>
                        <a:pt x="184689" y="0"/>
                      </a:lnTo>
                      <a:lnTo>
                        <a:pt x="184689" y="21431"/>
                      </a:lnTo>
                      <a:lnTo>
                        <a:pt x="-1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072" name="Google Shape;1072;p37"/>
              <p:cNvGrpSpPr/>
              <p:nvPr/>
            </p:nvGrpSpPr>
            <p:grpSpPr>
              <a:xfrm>
                <a:off x="10635138" y="4128801"/>
                <a:ext cx="313848" cy="181547"/>
                <a:chOff x="10635138" y="4128801"/>
                <a:chExt cx="313848" cy="181547"/>
              </a:xfrm>
            </p:grpSpPr>
            <p:sp>
              <p:nvSpPr>
                <p:cNvPr id="1073" name="Google Shape;1073;p37"/>
                <p:cNvSpPr/>
                <p:nvPr/>
              </p:nvSpPr>
              <p:spPr>
                <a:xfrm>
                  <a:off x="10635138" y="4128801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74" name="Google Shape;1074;p37"/>
                <p:cNvSpPr/>
                <p:nvPr/>
              </p:nvSpPr>
              <p:spPr>
                <a:xfrm>
                  <a:off x="10635138" y="4182141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75" name="Google Shape;1075;p37"/>
                <p:cNvSpPr/>
                <p:nvPr/>
              </p:nvSpPr>
              <p:spPr>
                <a:xfrm>
                  <a:off x="10635138" y="4235481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76" name="Google Shape;1076;p37"/>
                <p:cNvSpPr/>
                <p:nvPr/>
              </p:nvSpPr>
              <p:spPr>
                <a:xfrm>
                  <a:off x="10635138" y="4288917"/>
                  <a:ext cx="184689" cy="21431"/>
                </a:xfrm>
                <a:custGeom>
                  <a:rect b="b" l="l" r="r" t="t"/>
                  <a:pathLst>
                    <a:path extrusionOk="0" h="21431" w="184689">
                      <a:moveTo>
                        <a:pt x="0" y="0"/>
                      </a:moveTo>
                      <a:lnTo>
                        <a:pt x="184689" y="0"/>
                      </a:lnTo>
                      <a:lnTo>
                        <a:pt x="184689" y="21431"/>
                      </a:lnTo>
                      <a:lnTo>
                        <a:pt x="-1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1077" name="Google Shape;1077;p37"/>
              <p:cNvSpPr/>
              <p:nvPr/>
            </p:nvSpPr>
            <p:spPr>
              <a:xfrm>
                <a:off x="10898599" y="3657790"/>
                <a:ext cx="112586" cy="112585"/>
              </a:xfrm>
              <a:custGeom>
                <a:rect b="b" l="l" r="r" t="t"/>
                <a:pathLst>
                  <a:path extrusionOk="0" h="112585" w="112586">
                    <a:moveTo>
                      <a:pt x="112586" y="112586"/>
                    </a:moveTo>
                    <a:lnTo>
                      <a:pt x="0" y="112586"/>
                    </a:lnTo>
                    <a:lnTo>
                      <a:pt x="0" y="0"/>
                    </a:lnTo>
                    <a:lnTo>
                      <a:pt x="0" y="0"/>
                    </a:lnTo>
                    <a:cubicBezTo>
                      <a:pt x="43910" y="43910"/>
                      <a:pt x="68581" y="68580"/>
                      <a:pt x="112586" y="112586"/>
                    </a:cubicBezTo>
                    <a:lnTo>
                      <a:pt x="112586" y="112586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078" name="Google Shape;1078;p37"/>
          <p:cNvGrpSpPr/>
          <p:nvPr/>
        </p:nvGrpSpPr>
        <p:grpSpPr>
          <a:xfrm>
            <a:off x="361835" y="3601018"/>
            <a:ext cx="22030" cy="294484"/>
            <a:chOff x="10809827" y="4402455"/>
            <a:chExt cx="24764" cy="330993"/>
          </a:xfrm>
        </p:grpSpPr>
        <p:sp>
          <p:nvSpPr>
            <p:cNvPr id="1079" name="Google Shape;1079;p37"/>
            <p:cNvSpPr/>
            <p:nvPr/>
          </p:nvSpPr>
          <p:spPr>
            <a:xfrm>
              <a:off x="10822209" y="4414266"/>
              <a:ext cx="9525" cy="307467"/>
            </a:xfrm>
            <a:custGeom>
              <a:rect b="b" l="l" r="r" t="t"/>
              <a:pathLst>
                <a:path extrusionOk="0" h="307467" w="9525">
                  <a:moveTo>
                    <a:pt x="-1" y="307467"/>
                  </a:moveTo>
                  <a:lnTo>
                    <a:pt x="-1" y="0"/>
                  </a:lnTo>
                </a:path>
              </a:pathLst>
            </a:custGeom>
            <a:solidFill>
              <a:schemeClr val="accent4"/>
            </a:solidFill>
            <a:ln cap="flat" cmpd="sng" w="10950">
              <a:solidFill>
                <a:schemeClr val="accent4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0" name="Google Shape;1080;p37"/>
            <p:cNvSpPr/>
            <p:nvPr/>
          </p:nvSpPr>
          <p:spPr>
            <a:xfrm>
              <a:off x="10809827" y="4708683"/>
              <a:ext cx="24764" cy="24765"/>
            </a:xfrm>
            <a:custGeom>
              <a:rect b="b" l="l" r="r" t="t"/>
              <a:pathLst>
                <a:path extrusionOk="0" h="24765" w="24764">
                  <a:moveTo>
                    <a:pt x="24765" y="12382"/>
                  </a:moveTo>
                  <a:cubicBezTo>
                    <a:pt x="24765" y="19240"/>
                    <a:pt x="19241" y="24765"/>
                    <a:pt x="12382" y="24765"/>
                  </a:cubicBezTo>
                  <a:cubicBezTo>
                    <a:pt x="5524" y="24765"/>
                    <a:pt x="0" y="19240"/>
                    <a:pt x="0" y="12382"/>
                  </a:cubicBezTo>
                  <a:cubicBezTo>
                    <a:pt x="0" y="5524"/>
                    <a:pt x="5524" y="0"/>
                    <a:pt x="12382" y="0"/>
                  </a:cubicBezTo>
                  <a:cubicBezTo>
                    <a:pt x="19241" y="0"/>
                    <a:pt x="24765" y="5524"/>
                    <a:pt x="24765" y="12382"/>
                  </a:cubicBezTo>
                  <a:close/>
                </a:path>
              </a:pathLst>
            </a:cu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1" name="Google Shape;1081;p37"/>
            <p:cNvSpPr/>
            <p:nvPr/>
          </p:nvSpPr>
          <p:spPr>
            <a:xfrm>
              <a:off x="10809827" y="4402455"/>
              <a:ext cx="24764" cy="24764"/>
            </a:xfrm>
            <a:custGeom>
              <a:rect b="b" l="l" r="r" t="t"/>
              <a:pathLst>
                <a:path extrusionOk="0" h="24764" w="24764">
                  <a:moveTo>
                    <a:pt x="24765" y="12382"/>
                  </a:moveTo>
                  <a:cubicBezTo>
                    <a:pt x="24765" y="5524"/>
                    <a:pt x="19241" y="0"/>
                    <a:pt x="12382" y="0"/>
                  </a:cubicBezTo>
                  <a:cubicBezTo>
                    <a:pt x="5524" y="0"/>
                    <a:pt x="0" y="5524"/>
                    <a:pt x="0" y="12382"/>
                  </a:cubicBezTo>
                  <a:cubicBezTo>
                    <a:pt x="0" y="19240"/>
                    <a:pt x="5524" y="24765"/>
                    <a:pt x="12382" y="24765"/>
                  </a:cubicBezTo>
                  <a:cubicBezTo>
                    <a:pt x="19241" y="24765"/>
                    <a:pt x="24765" y="19240"/>
                    <a:pt x="24765" y="12382"/>
                  </a:cubicBezTo>
                  <a:close/>
                </a:path>
              </a:pathLst>
            </a:cu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ONE_COLUMN_TEXT_1">
    <p:spTree>
      <p:nvGrpSpPr>
        <p:cNvPr id="1082" name="Shape 10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3" name="Google Shape;1083;p38"/>
          <p:cNvSpPr txBox="1"/>
          <p:nvPr>
            <p:ph type="title"/>
          </p:nvPr>
        </p:nvSpPr>
        <p:spPr>
          <a:xfrm>
            <a:off x="811975" y="1032900"/>
            <a:ext cx="2804400" cy="1006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084" name="Google Shape;1084;p38"/>
          <p:cNvSpPr txBox="1"/>
          <p:nvPr>
            <p:ph idx="1" type="subTitle"/>
          </p:nvPr>
        </p:nvSpPr>
        <p:spPr>
          <a:xfrm>
            <a:off x="811975" y="2039700"/>
            <a:ext cx="4294800" cy="207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■"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●"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●"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○"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9pPr>
          </a:lstStyle>
          <a:p/>
        </p:txBody>
      </p:sp>
      <p:sp>
        <p:nvSpPr>
          <p:cNvPr id="1085" name="Google Shape;1085;p38"/>
          <p:cNvSpPr/>
          <p:nvPr>
            <p:ph idx="2" type="pic"/>
          </p:nvPr>
        </p:nvSpPr>
        <p:spPr>
          <a:xfrm>
            <a:off x="5668975" y="1076550"/>
            <a:ext cx="2990400" cy="29904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1086" name="Google Shape;1086;p38"/>
          <p:cNvSpPr/>
          <p:nvPr/>
        </p:nvSpPr>
        <p:spPr>
          <a:xfrm rot="-2381697">
            <a:off x="-1265120" y="-661594"/>
            <a:ext cx="3096202" cy="2008988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7" name="Google Shape;1087;p38"/>
          <p:cNvSpPr/>
          <p:nvPr/>
        </p:nvSpPr>
        <p:spPr>
          <a:xfrm rot="-7296874">
            <a:off x="-735040" y="4231574"/>
            <a:ext cx="2036053" cy="1508864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088" name="Google Shape;1088;p38"/>
          <p:cNvGrpSpPr/>
          <p:nvPr/>
        </p:nvGrpSpPr>
        <p:grpSpPr>
          <a:xfrm>
            <a:off x="65066" y="4373044"/>
            <a:ext cx="878158" cy="654532"/>
            <a:chOff x="1114425" y="4361211"/>
            <a:chExt cx="573023" cy="427101"/>
          </a:xfrm>
        </p:grpSpPr>
        <p:grpSp>
          <p:nvGrpSpPr>
            <p:cNvPr id="1089" name="Google Shape;1089;p38"/>
            <p:cNvGrpSpPr/>
            <p:nvPr/>
          </p:nvGrpSpPr>
          <p:grpSpPr>
            <a:xfrm>
              <a:off x="1114425" y="4361211"/>
              <a:ext cx="573023" cy="427101"/>
              <a:chOff x="1114425" y="4361211"/>
              <a:chExt cx="573023" cy="427101"/>
            </a:xfrm>
          </p:grpSpPr>
          <p:sp>
            <p:nvSpPr>
              <p:cNvPr id="1090" name="Google Shape;1090;p38"/>
              <p:cNvSpPr/>
              <p:nvPr/>
            </p:nvSpPr>
            <p:spPr>
              <a:xfrm>
                <a:off x="1241964" y="4361211"/>
                <a:ext cx="445484" cy="299466"/>
              </a:xfrm>
              <a:custGeom>
                <a:rect b="b" l="l" r="r" t="t"/>
                <a:pathLst>
                  <a:path extrusionOk="0" h="299466" w="445484">
                    <a:moveTo>
                      <a:pt x="139160" y="7715"/>
                    </a:moveTo>
                    <a:lnTo>
                      <a:pt x="173450" y="42005"/>
                    </a:lnTo>
                    <a:cubicBezTo>
                      <a:pt x="178403" y="46958"/>
                      <a:pt x="185166" y="49721"/>
                      <a:pt x="192215" y="49721"/>
                    </a:cubicBezTo>
                    <a:lnTo>
                      <a:pt x="419005" y="49721"/>
                    </a:lnTo>
                    <a:cubicBezTo>
                      <a:pt x="433673" y="49721"/>
                      <a:pt x="445484" y="61627"/>
                      <a:pt x="445484" y="76200"/>
                    </a:cubicBezTo>
                    <a:lnTo>
                      <a:pt x="445484" y="272987"/>
                    </a:lnTo>
                    <a:cubicBezTo>
                      <a:pt x="445484" y="287655"/>
                      <a:pt x="433578" y="299466"/>
                      <a:pt x="419005" y="299466"/>
                    </a:cubicBezTo>
                    <a:lnTo>
                      <a:pt x="26479" y="299466"/>
                    </a:lnTo>
                    <a:cubicBezTo>
                      <a:pt x="11811" y="299466"/>
                      <a:pt x="0" y="287560"/>
                      <a:pt x="0" y="272987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79" y="0"/>
                    </a:cubicBezTo>
                    <a:lnTo>
                      <a:pt x="120396" y="0"/>
                    </a:lnTo>
                    <a:cubicBezTo>
                      <a:pt x="127445" y="0"/>
                      <a:pt x="134207" y="2762"/>
                      <a:pt x="139160" y="7715"/>
                    </a:cubicBezTo>
                    <a:close/>
                  </a:path>
                </a:pathLst>
              </a:custGeom>
              <a:solidFill>
                <a:srgbClr val="35363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91" name="Google Shape;1091;p38"/>
              <p:cNvSpPr/>
              <p:nvPr/>
            </p:nvSpPr>
            <p:spPr>
              <a:xfrm>
                <a:off x="1178242" y="4425029"/>
                <a:ext cx="445484" cy="299466"/>
              </a:xfrm>
              <a:custGeom>
                <a:rect b="b" l="l" r="r" t="t"/>
                <a:pathLst>
                  <a:path extrusionOk="0" h="299466" w="445484">
                    <a:moveTo>
                      <a:pt x="139160" y="7620"/>
                    </a:moveTo>
                    <a:lnTo>
                      <a:pt x="173450" y="41910"/>
                    </a:lnTo>
                    <a:cubicBezTo>
                      <a:pt x="178403" y="46863"/>
                      <a:pt x="185166" y="49721"/>
                      <a:pt x="192215" y="49721"/>
                    </a:cubicBezTo>
                    <a:lnTo>
                      <a:pt x="419005" y="49721"/>
                    </a:lnTo>
                    <a:cubicBezTo>
                      <a:pt x="433673" y="49721"/>
                      <a:pt x="445484" y="61627"/>
                      <a:pt x="445484" y="76200"/>
                    </a:cubicBezTo>
                    <a:lnTo>
                      <a:pt x="445484" y="272987"/>
                    </a:lnTo>
                    <a:cubicBezTo>
                      <a:pt x="445484" y="287655"/>
                      <a:pt x="433578" y="299466"/>
                      <a:pt x="419005" y="299466"/>
                    </a:cubicBezTo>
                    <a:lnTo>
                      <a:pt x="26479" y="299466"/>
                    </a:lnTo>
                    <a:cubicBezTo>
                      <a:pt x="11811" y="299466"/>
                      <a:pt x="0" y="287560"/>
                      <a:pt x="0" y="272987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79" y="0"/>
                    </a:cubicBezTo>
                    <a:lnTo>
                      <a:pt x="120396" y="0"/>
                    </a:lnTo>
                    <a:cubicBezTo>
                      <a:pt x="127445" y="0"/>
                      <a:pt x="134207" y="2762"/>
                      <a:pt x="139160" y="7715"/>
                    </a:cubicBezTo>
                    <a:close/>
                  </a:path>
                </a:pathLst>
              </a:custGeom>
              <a:solidFill>
                <a:srgbClr val="42444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92" name="Google Shape;1092;p38"/>
              <p:cNvSpPr/>
              <p:nvPr/>
            </p:nvSpPr>
            <p:spPr>
              <a:xfrm>
                <a:off x="1114425" y="4488846"/>
                <a:ext cx="445484" cy="299466"/>
              </a:xfrm>
              <a:custGeom>
                <a:rect b="b" l="l" r="r" t="t"/>
                <a:pathLst>
                  <a:path extrusionOk="0" h="299466" w="445484">
                    <a:moveTo>
                      <a:pt x="139160" y="7620"/>
                    </a:moveTo>
                    <a:lnTo>
                      <a:pt x="173450" y="41910"/>
                    </a:lnTo>
                    <a:cubicBezTo>
                      <a:pt x="178403" y="46863"/>
                      <a:pt x="185166" y="49721"/>
                      <a:pt x="192215" y="49721"/>
                    </a:cubicBezTo>
                    <a:lnTo>
                      <a:pt x="419005" y="49721"/>
                    </a:lnTo>
                    <a:cubicBezTo>
                      <a:pt x="433673" y="49721"/>
                      <a:pt x="445484" y="61627"/>
                      <a:pt x="445484" y="76200"/>
                    </a:cubicBezTo>
                    <a:lnTo>
                      <a:pt x="445484" y="272987"/>
                    </a:lnTo>
                    <a:cubicBezTo>
                      <a:pt x="445484" y="287655"/>
                      <a:pt x="433578" y="299466"/>
                      <a:pt x="419005" y="299466"/>
                    </a:cubicBezTo>
                    <a:lnTo>
                      <a:pt x="26480" y="299466"/>
                    </a:lnTo>
                    <a:cubicBezTo>
                      <a:pt x="11811" y="299466"/>
                      <a:pt x="0" y="287560"/>
                      <a:pt x="0" y="272987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80" y="0"/>
                    </a:cubicBezTo>
                    <a:lnTo>
                      <a:pt x="120396" y="0"/>
                    </a:lnTo>
                    <a:cubicBezTo>
                      <a:pt x="127445" y="0"/>
                      <a:pt x="134207" y="2762"/>
                      <a:pt x="139160" y="7811"/>
                    </a:cubicBezTo>
                    <a:close/>
                  </a:path>
                </a:pathLst>
              </a:custGeom>
              <a:solidFill>
                <a:srgbClr val="6F708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093" name="Google Shape;1093;p38"/>
            <p:cNvSpPr/>
            <p:nvPr/>
          </p:nvSpPr>
          <p:spPr>
            <a:xfrm>
              <a:off x="1303210" y="4628965"/>
              <a:ext cx="68735" cy="82063"/>
            </a:xfrm>
            <a:custGeom>
              <a:rect b="b" l="l" r="r" t="t"/>
              <a:pathLst>
                <a:path extrusionOk="0" h="82063" w="68735">
                  <a:moveTo>
                    <a:pt x="0" y="6471"/>
                  </a:moveTo>
                  <a:lnTo>
                    <a:pt x="0" y="75527"/>
                  </a:lnTo>
                  <a:cubicBezTo>
                    <a:pt x="0" y="80575"/>
                    <a:pt x="5524" y="83719"/>
                    <a:pt x="9811" y="81147"/>
                  </a:cubicBezTo>
                  <a:lnTo>
                    <a:pt x="65532" y="48095"/>
                  </a:lnTo>
                  <a:cubicBezTo>
                    <a:pt x="69723" y="45619"/>
                    <a:pt x="69818" y="39618"/>
                    <a:pt x="65723" y="37046"/>
                  </a:cubicBezTo>
                  <a:lnTo>
                    <a:pt x="10001" y="1042"/>
                  </a:lnTo>
                  <a:cubicBezTo>
                    <a:pt x="5715" y="-1721"/>
                    <a:pt x="0" y="1327"/>
                    <a:pt x="0" y="647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ONE_COLUMN_TEXT_1_1">
    <p:spTree>
      <p:nvGrpSpPr>
        <p:cNvPr id="1094" name="Shape 10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" name="Google Shape;1095;p39"/>
          <p:cNvSpPr txBox="1"/>
          <p:nvPr>
            <p:ph type="title"/>
          </p:nvPr>
        </p:nvSpPr>
        <p:spPr>
          <a:xfrm>
            <a:off x="2013850" y="841075"/>
            <a:ext cx="5116200" cy="1390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096" name="Google Shape;1096;p39"/>
          <p:cNvSpPr txBox="1"/>
          <p:nvPr>
            <p:ph idx="1" type="subTitle"/>
          </p:nvPr>
        </p:nvSpPr>
        <p:spPr>
          <a:xfrm>
            <a:off x="2013850" y="2231525"/>
            <a:ext cx="5116200" cy="207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■"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●"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●"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○"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9pPr>
          </a:lstStyle>
          <a:p/>
        </p:txBody>
      </p:sp>
      <p:sp>
        <p:nvSpPr>
          <p:cNvPr id="1097" name="Google Shape;1097;p39"/>
          <p:cNvSpPr/>
          <p:nvPr/>
        </p:nvSpPr>
        <p:spPr>
          <a:xfrm flipH="1" rot="9076707">
            <a:off x="7972821" y="-586852"/>
            <a:ext cx="1683799" cy="1672812"/>
          </a:xfrm>
          <a:custGeom>
            <a:rect b="b" l="l" r="r" t="t"/>
            <a:pathLst>
              <a:path extrusionOk="0" h="30330" w="38869">
                <a:moveTo>
                  <a:pt x="24297" y="1"/>
                </a:moveTo>
                <a:cubicBezTo>
                  <a:pt x="23576" y="1"/>
                  <a:pt x="22813" y="81"/>
                  <a:pt x="22018" y="271"/>
                </a:cubicBezTo>
                <a:cubicBezTo>
                  <a:pt x="16904" y="1494"/>
                  <a:pt x="14626" y="5778"/>
                  <a:pt x="11611" y="8671"/>
                </a:cubicBezTo>
                <a:cubicBezTo>
                  <a:pt x="10032" y="10186"/>
                  <a:pt x="7766" y="10684"/>
                  <a:pt x="5916" y="11826"/>
                </a:cubicBezTo>
                <a:cubicBezTo>
                  <a:pt x="0" y="15481"/>
                  <a:pt x="539" y="24197"/>
                  <a:pt x="4874" y="27639"/>
                </a:cubicBezTo>
                <a:cubicBezTo>
                  <a:pt x="7150" y="29445"/>
                  <a:pt x="9815" y="30330"/>
                  <a:pt x="12976" y="30330"/>
                </a:cubicBezTo>
                <a:cubicBezTo>
                  <a:pt x="15025" y="30330"/>
                  <a:pt x="17282" y="29958"/>
                  <a:pt x="19778" y="29225"/>
                </a:cubicBezTo>
                <a:cubicBezTo>
                  <a:pt x="26123" y="27360"/>
                  <a:pt x="30656" y="26268"/>
                  <a:pt x="34763" y="20412"/>
                </a:cubicBezTo>
                <a:cubicBezTo>
                  <a:pt x="38869" y="14558"/>
                  <a:pt x="35544" y="6859"/>
                  <a:pt x="30907" y="2368"/>
                </a:cubicBezTo>
                <a:cubicBezTo>
                  <a:pt x="30907" y="2368"/>
                  <a:pt x="28215" y="1"/>
                  <a:pt x="24297" y="1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098" name="Google Shape;1098;p39"/>
          <p:cNvGrpSpPr/>
          <p:nvPr/>
        </p:nvGrpSpPr>
        <p:grpSpPr>
          <a:xfrm flipH="1">
            <a:off x="683048" y="4696520"/>
            <a:ext cx="325927" cy="404808"/>
            <a:chOff x="7385113" y="1535430"/>
            <a:chExt cx="435673" cy="541115"/>
          </a:xfrm>
        </p:grpSpPr>
        <p:sp>
          <p:nvSpPr>
            <p:cNvPr id="1099" name="Google Shape;1099;p39"/>
            <p:cNvSpPr/>
            <p:nvPr/>
          </p:nvSpPr>
          <p:spPr>
            <a:xfrm>
              <a:off x="7385113" y="1535430"/>
              <a:ext cx="435673" cy="541115"/>
            </a:xfrm>
            <a:custGeom>
              <a:rect b="b" l="l" r="r" t="t"/>
              <a:pathLst>
                <a:path extrusionOk="0" h="541115" w="435673">
                  <a:moveTo>
                    <a:pt x="394621" y="0"/>
                  </a:moveTo>
                  <a:cubicBezTo>
                    <a:pt x="417294" y="0"/>
                    <a:pt x="435674" y="18380"/>
                    <a:pt x="435674" y="41053"/>
                  </a:cubicBezTo>
                  <a:lnTo>
                    <a:pt x="435674" y="500062"/>
                  </a:lnTo>
                  <a:cubicBezTo>
                    <a:pt x="435674" y="522735"/>
                    <a:pt x="417294" y="541115"/>
                    <a:pt x="394621" y="541115"/>
                  </a:cubicBezTo>
                  <a:lnTo>
                    <a:pt x="41053" y="541115"/>
                  </a:lnTo>
                  <a:cubicBezTo>
                    <a:pt x="18380" y="541115"/>
                    <a:pt x="0" y="522735"/>
                    <a:pt x="0" y="500062"/>
                  </a:cubicBezTo>
                  <a:lnTo>
                    <a:pt x="0" y="41053"/>
                  </a:lnTo>
                  <a:cubicBezTo>
                    <a:pt x="0" y="18380"/>
                    <a:pt x="18380" y="0"/>
                    <a:pt x="4105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100" name="Google Shape;1100;p39"/>
            <p:cNvGrpSpPr/>
            <p:nvPr/>
          </p:nvGrpSpPr>
          <p:grpSpPr>
            <a:xfrm>
              <a:off x="7612094" y="1566576"/>
              <a:ext cx="164781" cy="41529"/>
              <a:chOff x="7612094" y="1566576"/>
              <a:chExt cx="164781" cy="41529"/>
            </a:xfrm>
          </p:grpSpPr>
          <p:sp>
            <p:nvSpPr>
              <p:cNvPr id="1101" name="Google Shape;1101;p39"/>
              <p:cNvSpPr/>
              <p:nvPr/>
            </p:nvSpPr>
            <p:spPr>
              <a:xfrm>
                <a:off x="7735347" y="1566576"/>
                <a:ext cx="41528" cy="41529"/>
              </a:xfrm>
              <a:custGeom>
                <a:rect b="b" l="l" r="r" t="t"/>
                <a:pathLst>
                  <a:path extrusionOk="0" h="41529" w="41528">
                    <a:moveTo>
                      <a:pt x="41529" y="20765"/>
                    </a:moveTo>
                    <a:cubicBezTo>
                      <a:pt x="41529" y="32290"/>
                      <a:pt x="32195" y="41529"/>
                      <a:pt x="20764" y="41529"/>
                    </a:cubicBezTo>
                    <a:cubicBezTo>
                      <a:pt x="9335" y="41529"/>
                      <a:pt x="0" y="32194"/>
                      <a:pt x="0" y="20765"/>
                    </a:cubicBezTo>
                    <a:cubicBezTo>
                      <a:pt x="0" y="9334"/>
                      <a:pt x="9335" y="0"/>
                      <a:pt x="20764" y="0"/>
                    </a:cubicBezTo>
                    <a:cubicBezTo>
                      <a:pt x="32195" y="0"/>
                      <a:pt x="41529" y="9334"/>
                      <a:pt x="41529" y="20765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02" name="Google Shape;1102;p39"/>
              <p:cNvSpPr/>
              <p:nvPr/>
            </p:nvSpPr>
            <p:spPr>
              <a:xfrm>
                <a:off x="7673721" y="1566576"/>
                <a:ext cx="41528" cy="41529"/>
              </a:xfrm>
              <a:custGeom>
                <a:rect b="b" l="l" r="r" t="t"/>
                <a:pathLst>
                  <a:path extrusionOk="0" h="41529" w="41528">
                    <a:moveTo>
                      <a:pt x="41529" y="20765"/>
                    </a:moveTo>
                    <a:cubicBezTo>
                      <a:pt x="41529" y="32290"/>
                      <a:pt x="32195" y="41529"/>
                      <a:pt x="20764" y="41529"/>
                    </a:cubicBezTo>
                    <a:cubicBezTo>
                      <a:pt x="9334" y="41529"/>
                      <a:pt x="0" y="32194"/>
                      <a:pt x="0" y="20765"/>
                    </a:cubicBezTo>
                    <a:cubicBezTo>
                      <a:pt x="0" y="9334"/>
                      <a:pt x="9334" y="0"/>
                      <a:pt x="20764" y="0"/>
                    </a:cubicBezTo>
                    <a:cubicBezTo>
                      <a:pt x="32195" y="0"/>
                      <a:pt x="41529" y="9334"/>
                      <a:pt x="41529" y="2076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03" name="Google Shape;1103;p39"/>
              <p:cNvSpPr/>
              <p:nvPr/>
            </p:nvSpPr>
            <p:spPr>
              <a:xfrm>
                <a:off x="7612094" y="1566576"/>
                <a:ext cx="41529" cy="41529"/>
              </a:xfrm>
              <a:custGeom>
                <a:rect b="b" l="l" r="r" t="t"/>
                <a:pathLst>
                  <a:path extrusionOk="0" h="41529" w="41529">
                    <a:moveTo>
                      <a:pt x="41529" y="20765"/>
                    </a:moveTo>
                    <a:cubicBezTo>
                      <a:pt x="41529" y="32290"/>
                      <a:pt x="32195" y="41529"/>
                      <a:pt x="20764" y="41529"/>
                    </a:cubicBezTo>
                    <a:cubicBezTo>
                      <a:pt x="9335" y="41529"/>
                      <a:pt x="0" y="32194"/>
                      <a:pt x="0" y="20765"/>
                    </a:cubicBezTo>
                    <a:cubicBezTo>
                      <a:pt x="0" y="9334"/>
                      <a:pt x="9335" y="0"/>
                      <a:pt x="20764" y="0"/>
                    </a:cubicBezTo>
                    <a:cubicBezTo>
                      <a:pt x="32195" y="0"/>
                      <a:pt x="41529" y="9334"/>
                      <a:pt x="41529" y="20765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104" name="Google Shape;1104;p39"/>
          <p:cNvGrpSpPr/>
          <p:nvPr/>
        </p:nvGrpSpPr>
        <p:grpSpPr>
          <a:xfrm flipH="1">
            <a:off x="713902" y="4774546"/>
            <a:ext cx="268636" cy="280965"/>
            <a:chOff x="7420451" y="1639728"/>
            <a:chExt cx="359091" cy="375571"/>
          </a:xfrm>
        </p:grpSpPr>
        <p:sp>
          <p:nvSpPr>
            <p:cNvPr id="1105" name="Google Shape;1105;p39"/>
            <p:cNvSpPr/>
            <p:nvPr/>
          </p:nvSpPr>
          <p:spPr>
            <a:xfrm>
              <a:off x="7420451" y="1852041"/>
              <a:ext cx="357473" cy="163258"/>
            </a:xfrm>
            <a:custGeom>
              <a:rect b="b" l="l" r="r" t="t"/>
              <a:pathLst>
                <a:path extrusionOk="0" h="163258" w="357473">
                  <a:moveTo>
                    <a:pt x="40196" y="72962"/>
                  </a:moveTo>
                  <a:lnTo>
                    <a:pt x="0" y="72962"/>
                  </a:lnTo>
                  <a:lnTo>
                    <a:pt x="0" y="90297"/>
                  </a:lnTo>
                  <a:lnTo>
                    <a:pt x="40196" y="90297"/>
                  </a:lnTo>
                  <a:lnTo>
                    <a:pt x="40196" y="72962"/>
                  </a:lnTo>
                  <a:close/>
                  <a:moveTo>
                    <a:pt x="185166" y="126778"/>
                  </a:moveTo>
                  <a:lnTo>
                    <a:pt x="294894" y="126778"/>
                  </a:lnTo>
                  <a:lnTo>
                    <a:pt x="294894" y="109347"/>
                  </a:lnTo>
                  <a:lnTo>
                    <a:pt x="185166" y="109347"/>
                  </a:lnTo>
                  <a:lnTo>
                    <a:pt x="185166" y="126778"/>
                  </a:lnTo>
                  <a:close/>
                  <a:moveTo>
                    <a:pt x="294894" y="0"/>
                  </a:moveTo>
                  <a:lnTo>
                    <a:pt x="38291" y="0"/>
                  </a:lnTo>
                  <a:lnTo>
                    <a:pt x="38291" y="17335"/>
                  </a:lnTo>
                  <a:lnTo>
                    <a:pt x="294894" y="17335"/>
                  </a:lnTo>
                  <a:lnTo>
                    <a:pt x="294894" y="0"/>
                  </a:lnTo>
                  <a:close/>
                  <a:moveTo>
                    <a:pt x="0" y="163259"/>
                  </a:moveTo>
                  <a:lnTo>
                    <a:pt x="99632" y="163259"/>
                  </a:lnTo>
                  <a:lnTo>
                    <a:pt x="99632" y="145828"/>
                  </a:lnTo>
                  <a:lnTo>
                    <a:pt x="0" y="145828"/>
                  </a:lnTo>
                  <a:lnTo>
                    <a:pt x="0" y="163259"/>
                  </a:lnTo>
                  <a:close/>
                  <a:moveTo>
                    <a:pt x="76581" y="36481"/>
                  </a:moveTo>
                  <a:lnTo>
                    <a:pt x="0" y="36481"/>
                  </a:lnTo>
                  <a:lnTo>
                    <a:pt x="0" y="53816"/>
                  </a:lnTo>
                  <a:lnTo>
                    <a:pt x="76581" y="53816"/>
                  </a:lnTo>
                  <a:lnTo>
                    <a:pt x="76581" y="36481"/>
                  </a:lnTo>
                  <a:close/>
                  <a:moveTo>
                    <a:pt x="52483" y="90297"/>
                  </a:moveTo>
                  <a:lnTo>
                    <a:pt x="207836" y="90297"/>
                  </a:lnTo>
                  <a:lnTo>
                    <a:pt x="207836" y="72962"/>
                  </a:lnTo>
                  <a:lnTo>
                    <a:pt x="52483" y="72962"/>
                  </a:lnTo>
                  <a:lnTo>
                    <a:pt x="52483" y="90297"/>
                  </a:lnTo>
                  <a:close/>
                  <a:moveTo>
                    <a:pt x="164402" y="109347"/>
                  </a:moveTo>
                  <a:lnTo>
                    <a:pt x="0" y="109347"/>
                  </a:lnTo>
                  <a:lnTo>
                    <a:pt x="0" y="126778"/>
                  </a:lnTo>
                  <a:lnTo>
                    <a:pt x="164402" y="126778"/>
                  </a:lnTo>
                  <a:lnTo>
                    <a:pt x="164402" y="109347"/>
                  </a:lnTo>
                  <a:close/>
                  <a:moveTo>
                    <a:pt x="220218" y="90297"/>
                  </a:moveTo>
                  <a:lnTo>
                    <a:pt x="357378" y="90297"/>
                  </a:lnTo>
                  <a:lnTo>
                    <a:pt x="357378" y="72962"/>
                  </a:lnTo>
                  <a:lnTo>
                    <a:pt x="220218" y="72962"/>
                  </a:lnTo>
                  <a:lnTo>
                    <a:pt x="220218" y="90297"/>
                  </a:lnTo>
                  <a:close/>
                  <a:moveTo>
                    <a:pt x="97441" y="53816"/>
                  </a:moveTo>
                  <a:lnTo>
                    <a:pt x="357474" y="53816"/>
                  </a:lnTo>
                  <a:lnTo>
                    <a:pt x="357474" y="36481"/>
                  </a:lnTo>
                  <a:lnTo>
                    <a:pt x="97441" y="36481"/>
                  </a:lnTo>
                  <a:lnTo>
                    <a:pt x="97441" y="53816"/>
                  </a:lnTo>
                  <a:close/>
                  <a:moveTo>
                    <a:pt x="305371" y="0"/>
                  </a:moveTo>
                  <a:lnTo>
                    <a:pt x="305371" y="17335"/>
                  </a:lnTo>
                  <a:lnTo>
                    <a:pt x="357378" y="17335"/>
                  </a:lnTo>
                  <a:lnTo>
                    <a:pt x="357378" y="0"/>
                  </a:lnTo>
                  <a:lnTo>
                    <a:pt x="305371" y="0"/>
                  </a:lnTo>
                  <a:close/>
                  <a:moveTo>
                    <a:pt x="315659" y="126778"/>
                  </a:moveTo>
                  <a:lnTo>
                    <a:pt x="357378" y="126778"/>
                  </a:lnTo>
                  <a:lnTo>
                    <a:pt x="357378" y="109347"/>
                  </a:lnTo>
                  <a:lnTo>
                    <a:pt x="315659" y="109347"/>
                  </a:lnTo>
                  <a:lnTo>
                    <a:pt x="315659" y="126778"/>
                  </a:lnTo>
                  <a:close/>
                  <a:moveTo>
                    <a:pt x="120396" y="163259"/>
                  </a:moveTo>
                  <a:lnTo>
                    <a:pt x="222981" y="163259"/>
                  </a:lnTo>
                  <a:lnTo>
                    <a:pt x="222981" y="145828"/>
                  </a:lnTo>
                  <a:lnTo>
                    <a:pt x="120396" y="145828"/>
                  </a:lnTo>
                  <a:lnTo>
                    <a:pt x="120396" y="163259"/>
                  </a:lnTo>
                  <a:close/>
                  <a:moveTo>
                    <a:pt x="235363" y="163259"/>
                  </a:moveTo>
                  <a:lnTo>
                    <a:pt x="313563" y="163259"/>
                  </a:lnTo>
                  <a:lnTo>
                    <a:pt x="313563" y="145828"/>
                  </a:lnTo>
                  <a:lnTo>
                    <a:pt x="235363" y="145828"/>
                  </a:lnTo>
                  <a:lnTo>
                    <a:pt x="235363" y="163259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6" name="Google Shape;1106;p39"/>
            <p:cNvSpPr/>
            <p:nvPr/>
          </p:nvSpPr>
          <p:spPr>
            <a:xfrm>
              <a:off x="7425594" y="1639728"/>
              <a:ext cx="353948" cy="180117"/>
            </a:xfrm>
            <a:custGeom>
              <a:rect b="b" l="l" r="r" t="t"/>
              <a:pathLst>
                <a:path extrusionOk="0" h="180117" w="353948">
                  <a:moveTo>
                    <a:pt x="0" y="0"/>
                  </a:moveTo>
                  <a:lnTo>
                    <a:pt x="353949" y="0"/>
                  </a:lnTo>
                  <a:lnTo>
                    <a:pt x="353949" y="180118"/>
                  </a:lnTo>
                  <a:lnTo>
                    <a:pt x="0" y="180118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07" name="Google Shape;1107;p39"/>
          <p:cNvGrpSpPr/>
          <p:nvPr/>
        </p:nvGrpSpPr>
        <p:grpSpPr>
          <a:xfrm flipH="1">
            <a:off x="96200" y="4469347"/>
            <a:ext cx="355444" cy="644072"/>
            <a:chOff x="1945386" y="5582316"/>
            <a:chExt cx="470725" cy="852963"/>
          </a:xfrm>
        </p:grpSpPr>
        <p:grpSp>
          <p:nvGrpSpPr>
            <p:cNvPr id="1108" name="Google Shape;1108;p39"/>
            <p:cNvGrpSpPr/>
            <p:nvPr/>
          </p:nvGrpSpPr>
          <p:grpSpPr>
            <a:xfrm>
              <a:off x="1945386" y="5582316"/>
              <a:ext cx="470725" cy="852963"/>
              <a:chOff x="1945386" y="5582316"/>
              <a:chExt cx="470725" cy="852963"/>
            </a:xfrm>
          </p:grpSpPr>
          <p:sp>
            <p:nvSpPr>
              <p:cNvPr id="1109" name="Google Shape;1109;p39"/>
              <p:cNvSpPr/>
              <p:nvPr/>
            </p:nvSpPr>
            <p:spPr>
              <a:xfrm>
                <a:off x="1945386" y="5582316"/>
                <a:ext cx="470725" cy="852963"/>
              </a:xfrm>
              <a:custGeom>
                <a:rect b="b" l="l" r="r" t="t"/>
                <a:pathLst>
                  <a:path extrusionOk="0" h="852963" w="470725">
                    <a:moveTo>
                      <a:pt x="435388" y="0"/>
                    </a:moveTo>
                    <a:cubicBezTo>
                      <a:pt x="454904" y="0"/>
                      <a:pt x="470726" y="15821"/>
                      <a:pt x="470726" y="35338"/>
                    </a:cubicBezTo>
                    <a:lnTo>
                      <a:pt x="470726" y="817626"/>
                    </a:lnTo>
                    <a:cubicBezTo>
                      <a:pt x="470726" y="837143"/>
                      <a:pt x="454904" y="852964"/>
                      <a:pt x="435388" y="852964"/>
                    </a:cubicBezTo>
                    <a:lnTo>
                      <a:pt x="35338" y="852964"/>
                    </a:lnTo>
                    <a:cubicBezTo>
                      <a:pt x="15821" y="852964"/>
                      <a:pt x="0" y="837143"/>
                      <a:pt x="0" y="817626"/>
                    </a:cubicBezTo>
                    <a:lnTo>
                      <a:pt x="0" y="35338"/>
                    </a:lnTo>
                    <a:cubicBezTo>
                      <a:pt x="0" y="15822"/>
                      <a:pt x="15821" y="0"/>
                      <a:pt x="35338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10" name="Google Shape;1110;p39"/>
              <p:cNvSpPr/>
              <p:nvPr/>
            </p:nvSpPr>
            <p:spPr>
              <a:xfrm>
                <a:off x="1965864" y="5625846"/>
                <a:ext cx="429577" cy="699420"/>
              </a:xfrm>
              <a:custGeom>
                <a:rect b="b" l="l" r="r" t="t"/>
                <a:pathLst>
                  <a:path extrusionOk="0" h="699420" w="429577">
                    <a:moveTo>
                      <a:pt x="0" y="0"/>
                    </a:moveTo>
                    <a:lnTo>
                      <a:pt x="429578" y="0"/>
                    </a:lnTo>
                    <a:lnTo>
                      <a:pt x="429578" y="699421"/>
                    </a:lnTo>
                    <a:lnTo>
                      <a:pt x="0" y="69942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111" name="Google Shape;1111;p39"/>
            <p:cNvSpPr/>
            <p:nvPr/>
          </p:nvSpPr>
          <p:spPr>
            <a:xfrm>
              <a:off x="1986438" y="6371462"/>
              <a:ext cx="388334" cy="32194"/>
            </a:xfrm>
            <a:custGeom>
              <a:rect b="b" l="l" r="r" t="t"/>
              <a:pathLst>
                <a:path extrusionOk="0" h="32194" w="388334">
                  <a:moveTo>
                    <a:pt x="88011" y="0"/>
                  </a:moveTo>
                  <a:lnTo>
                    <a:pt x="16097" y="0"/>
                  </a:lnTo>
                  <a:cubicBezTo>
                    <a:pt x="7239" y="0"/>
                    <a:pt x="0" y="7239"/>
                    <a:pt x="0" y="16097"/>
                  </a:cubicBezTo>
                  <a:cubicBezTo>
                    <a:pt x="0" y="24955"/>
                    <a:pt x="7239" y="32195"/>
                    <a:pt x="16097" y="32195"/>
                  </a:cubicBezTo>
                  <a:lnTo>
                    <a:pt x="88011" y="32195"/>
                  </a:lnTo>
                  <a:cubicBezTo>
                    <a:pt x="96869" y="32195"/>
                    <a:pt x="104108" y="24955"/>
                    <a:pt x="104108" y="16097"/>
                  </a:cubicBezTo>
                  <a:cubicBezTo>
                    <a:pt x="104108" y="7239"/>
                    <a:pt x="96869" y="0"/>
                    <a:pt x="88011" y="0"/>
                  </a:cubicBezTo>
                  <a:close/>
                  <a:moveTo>
                    <a:pt x="230124" y="0"/>
                  </a:moveTo>
                  <a:lnTo>
                    <a:pt x="158210" y="0"/>
                  </a:lnTo>
                  <a:cubicBezTo>
                    <a:pt x="149352" y="0"/>
                    <a:pt x="142113" y="7239"/>
                    <a:pt x="142113" y="16097"/>
                  </a:cubicBezTo>
                  <a:cubicBezTo>
                    <a:pt x="142113" y="24955"/>
                    <a:pt x="149352" y="32195"/>
                    <a:pt x="158210" y="32195"/>
                  </a:cubicBezTo>
                  <a:lnTo>
                    <a:pt x="230124" y="32195"/>
                  </a:lnTo>
                  <a:cubicBezTo>
                    <a:pt x="238982" y="32195"/>
                    <a:pt x="246221" y="24955"/>
                    <a:pt x="246221" y="16097"/>
                  </a:cubicBezTo>
                  <a:cubicBezTo>
                    <a:pt x="246221" y="7239"/>
                    <a:pt x="238982" y="0"/>
                    <a:pt x="230124" y="0"/>
                  </a:cubicBezTo>
                  <a:close/>
                  <a:moveTo>
                    <a:pt x="372237" y="0"/>
                  </a:moveTo>
                  <a:lnTo>
                    <a:pt x="300323" y="0"/>
                  </a:lnTo>
                  <a:cubicBezTo>
                    <a:pt x="291465" y="0"/>
                    <a:pt x="284226" y="7239"/>
                    <a:pt x="284226" y="16097"/>
                  </a:cubicBezTo>
                  <a:cubicBezTo>
                    <a:pt x="284226" y="24955"/>
                    <a:pt x="291465" y="32195"/>
                    <a:pt x="300323" y="32195"/>
                  </a:cubicBezTo>
                  <a:lnTo>
                    <a:pt x="372237" y="32195"/>
                  </a:lnTo>
                  <a:cubicBezTo>
                    <a:pt x="381095" y="32195"/>
                    <a:pt x="388334" y="24955"/>
                    <a:pt x="388334" y="16097"/>
                  </a:cubicBezTo>
                  <a:cubicBezTo>
                    <a:pt x="388334" y="7239"/>
                    <a:pt x="381095" y="0"/>
                    <a:pt x="37223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12" name="Google Shape;1112;p39"/>
          <p:cNvGrpSpPr/>
          <p:nvPr/>
        </p:nvGrpSpPr>
        <p:grpSpPr>
          <a:xfrm>
            <a:off x="7975988" y="116167"/>
            <a:ext cx="1061979" cy="558999"/>
            <a:chOff x="3859815" y="2867310"/>
            <a:chExt cx="1262157" cy="664368"/>
          </a:xfrm>
        </p:grpSpPr>
        <p:sp>
          <p:nvSpPr>
            <p:cNvPr id="1113" name="Google Shape;1113;p39"/>
            <p:cNvSpPr/>
            <p:nvPr/>
          </p:nvSpPr>
          <p:spPr>
            <a:xfrm>
              <a:off x="3859815" y="2867310"/>
              <a:ext cx="1262157" cy="664368"/>
            </a:xfrm>
            <a:custGeom>
              <a:rect b="b" l="l" r="r" t="t"/>
              <a:pathLst>
                <a:path extrusionOk="0" h="664368" w="1262157">
                  <a:moveTo>
                    <a:pt x="1102233" y="344424"/>
                  </a:moveTo>
                  <a:cubicBezTo>
                    <a:pt x="1090231" y="344424"/>
                    <a:pt x="1078611" y="345757"/>
                    <a:pt x="1067372" y="348234"/>
                  </a:cubicBezTo>
                  <a:cubicBezTo>
                    <a:pt x="1048131" y="223838"/>
                    <a:pt x="945166" y="127159"/>
                    <a:pt x="817816" y="117348"/>
                  </a:cubicBezTo>
                  <a:cubicBezTo>
                    <a:pt x="756856" y="45625"/>
                    <a:pt x="666083" y="0"/>
                    <a:pt x="564547" y="0"/>
                  </a:cubicBezTo>
                  <a:cubicBezTo>
                    <a:pt x="398526" y="0"/>
                    <a:pt x="260890" y="121825"/>
                    <a:pt x="236220" y="280988"/>
                  </a:cubicBezTo>
                  <a:cubicBezTo>
                    <a:pt x="222599" y="277939"/>
                    <a:pt x="208502" y="276320"/>
                    <a:pt x="194024" y="276320"/>
                  </a:cubicBezTo>
                  <a:cubicBezTo>
                    <a:pt x="86868" y="276320"/>
                    <a:pt x="0" y="363188"/>
                    <a:pt x="0" y="470345"/>
                  </a:cubicBezTo>
                  <a:cubicBezTo>
                    <a:pt x="0" y="577501"/>
                    <a:pt x="86868" y="664369"/>
                    <a:pt x="194024" y="664369"/>
                  </a:cubicBezTo>
                  <a:lnTo>
                    <a:pt x="1102138" y="664369"/>
                  </a:lnTo>
                  <a:cubicBezTo>
                    <a:pt x="1190530" y="664369"/>
                    <a:pt x="1262158" y="592741"/>
                    <a:pt x="1262158" y="504349"/>
                  </a:cubicBezTo>
                  <a:cubicBezTo>
                    <a:pt x="1262158" y="415957"/>
                    <a:pt x="1190530" y="344329"/>
                    <a:pt x="1102138" y="344329"/>
                  </a:cubicBezTo>
                  <a:close/>
                </a:path>
              </a:pathLst>
            </a:custGeom>
            <a:solidFill>
              <a:srgbClr val="42444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114" name="Google Shape;1114;p39"/>
            <p:cNvGrpSpPr/>
            <p:nvPr/>
          </p:nvGrpSpPr>
          <p:grpSpPr>
            <a:xfrm>
              <a:off x="4275677" y="3065525"/>
              <a:ext cx="334517" cy="380047"/>
              <a:chOff x="4275677" y="3065525"/>
              <a:chExt cx="334517" cy="380047"/>
            </a:xfrm>
          </p:grpSpPr>
          <p:grpSp>
            <p:nvGrpSpPr>
              <p:cNvPr id="1115" name="Google Shape;1115;p39"/>
              <p:cNvGrpSpPr/>
              <p:nvPr/>
            </p:nvGrpSpPr>
            <p:grpSpPr>
              <a:xfrm>
                <a:off x="4275677" y="3065525"/>
                <a:ext cx="334517" cy="380047"/>
                <a:chOff x="4275677" y="3065525"/>
                <a:chExt cx="334517" cy="380047"/>
              </a:xfrm>
            </p:grpSpPr>
            <p:grpSp>
              <p:nvGrpSpPr>
                <p:cNvPr id="1116" name="Google Shape;1116;p39"/>
                <p:cNvGrpSpPr/>
                <p:nvPr/>
              </p:nvGrpSpPr>
              <p:grpSpPr>
                <a:xfrm>
                  <a:off x="4275677" y="3301269"/>
                  <a:ext cx="334422" cy="144303"/>
                  <a:chOff x="4275677" y="3301269"/>
                  <a:chExt cx="334422" cy="144303"/>
                </a:xfrm>
              </p:grpSpPr>
              <p:sp>
                <p:nvSpPr>
                  <p:cNvPr id="1117" name="Google Shape;1117;p39"/>
                  <p:cNvSpPr/>
                  <p:nvPr/>
                </p:nvSpPr>
                <p:spPr>
                  <a:xfrm>
                    <a:off x="4275677" y="3331654"/>
                    <a:ext cx="334422" cy="113918"/>
                  </a:xfrm>
                  <a:custGeom>
                    <a:rect b="b" l="l" r="r" t="t"/>
                    <a:pathLst>
                      <a:path extrusionOk="0" h="113918" w="334422">
                        <a:moveTo>
                          <a:pt x="95" y="0"/>
                        </a:moveTo>
                        <a:lnTo>
                          <a:pt x="95" y="83534"/>
                        </a:lnTo>
                        <a:cubicBezTo>
                          <a:pt x="95" y="100298"/>
                          <a:pt x="74962" y="113919"/>
                          <a:pt x="167259" y="113919"/>
                        </a:cubicBezTo>
                        <a:cubicBezTo>
                          <a:pt x="259556" y="113919"/>
                          <a:pt x="334423" y="100298"/>
                          <a:pt x="334423" y="83534"/>
                        </a:cubicBezTo>
                        <a:lnTo>
                          <a:pt x="334423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CFD3D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118" name="Google Shape;1118;p39"/>
                  <p:cNvSpPr/>
                  <p:nvPr/>
                </p:nvSpPr>
                <p:spPr>
                  <a:xfrm>
                    <a:off x="4275772" y="3301269"/>
                    <a:ext cx="334327" cy="60769"/>
                  </a:xfrm>
                  <a:custGeom>
                    <a:rect b="b" l="l" r="r" t="t"/>
                    <a:pathLst>
                      <a:path extrusionOk="0" h="60769" w="334327">
                        <a:moveTo>
                          <a:pt x="334328" y="30385"/>
                        </a:moveTo>
                        <a:cubicBezTo>
                          <a:pt x="334328" y="47166"/>
                          <a:pt x="259486" y="60770"/>
                          <a:pt x="167164" y="60770"/>
                        </a:cubicBezTo>
                        <a:cubicBezTo>
                          <a:pt x="74842" y="60770"/>
                          <a:pt x="0" y="47166"/>
                          <a:pt x="0" y="30385"/>
                        </a:cubicBezTo>
                        <a:cubicBezTo>
                          <a:pt x="0" y="13604"/>
                          <a:pt x="74842" y="0"/>
                          <a:pt x="167164" y="0"/>
                        </a:cubicBezTo>
                        <a:cubicBezTo>
                          <a:pt x="259486" y="0"/>
                          <a:pt x="334328" y="13604"/>
                          <a:pt x="334328" y="30385"/>
                        </a:cubicBezTo>
                        <a:close/>
                      </a:path>
                    </a:pathLst>
                  </a:custGeom>
                  <a:solidFill>
                    <a:srgbClr val="E6EAF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1119" name="Google Shape;1119;p39"/>
                <p:cNvGrpSpPr/>
                <p:nvPr/>
              </p:nvGrpSpPr>
              <p:grpSpPr>
                <a:xfrm>
                  <a:off x="4275677" y="3183350"/>
                  <a:ext cx="334422" cy="144302"/>
                  <a:chOff x="4275677" y="3183350"/>
                  <a:chExt cx="334422" cy="144302"/>
                </a:xfrm>
              </p:grpSpPr>
              <p:sp>
                <p:nvSpPr>
                  <p:cNvPr id="1120" name="Google Shape;1120;p39"/>
                  <p:cNvSpPr/>
                  <p:nvPr/>
                </p:nvSpPr>
                <p:spPr>
                  <a:xfrm>
                    <a:off x="4275677" y="3213734"/>
                    <a:ext cx="334422" cy="113918"/>
                  </a:xfrm>
                  <a:custGeom>
                    <a:rect b="b" l="l" r="r" t="t"/>
                    <a:pathLst>
                      <a:path extrusionOk="0" h="113918" w="334422">
                        <a:moveTo>
                          <a:pt x="95" y="0"/>
                        </a:moveTo>
                        <a:lnTo>
                          <a:pt x="95" y="83534"/>
                        </a:lnTo>
                        <a:cubicBezTo>
                          <a:pt x="95" y="100298"/>
                          <a:pt x="74962" y="113919"/>
                          <a:pt x="167259" y="113919"/>
                        </a:cubicBezTo>
                        <a:cubicBezTo>
                          <a:pt x="259556" y="113919"/>
                          <a:pt x="334423" y="100298"/>
                          <a:pt x="334423" y="83534"/>
                        </a:cubicBezTo>
                        <a:lnTo>
                          <a:pt x="334423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CFD3D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121" name="Google Shape;1121;p39"/>
                  <p:cNvSpPr/>
                  <p:nvPr/>
                </p:nvSpPr>
                <p:spPr>
                  <a:xfrm>
                    <a:off x="4275772" y="3183350"/>
                    <a:ext cx="334327" cy="60769"/>
                  </a:xfrm>
                  <a:custGeom>
                    <a:rect b="b" l="l" r="r" t="t"/>
                    <a:pathLst>
                      <a:path extrusionOk="0" h="60769" w="334327">
                        <a:moveTo>
                          <a:pt x="334328" y="30385"/>
                        </a:moveTo>
                        <a:cubicBezTo>
                          <a:pt x="334328" y="47166"/>
                          <a:pt x="259486" y="60769"/>
                          <a:pt x="167164" y="60769"/>
                        </a:cubicBezTo>
                        <a:cubicBezTo>
                          <a:pt x="74842" y="60769"/>
                          <a:pt x="0" y="47166"/>
                          <a:pt x="0" y="30385"/>
                        </a:cubicBezTo>
                        <a:cubicBezTo>
                          <a:pt x="0" y="13604"/>
                          <a:pt x="74842" y="0"/>
                          <a:pt x="167164" y="0"/>
                        </a:cubicBezTo>
                        <a:cubicBezTo>
                          <a:pt x="259486" y="0"/>
                          <a:pt x="334328" y="13604"/>
                          <a:pt x="334328" y="30385"/>
                        </a:cubicBezTo>
                        <a:close/>
                      </a:path>
                    </a:pathLst>
                  </a:custGeom>
                  <a:solidFill>
                    <a:srgbClr val="E6EAF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1122" name="Google Shape;1122;p39"/>
                <p:cNvGrpSpPr/>
                <p:nvPr/>
              </p:nvGrpSpPr>
              <p:grpSpPr>
                <a:xfrm>
                  <a:off x="4275677" y="3065525"/>
                  <a:ext cx="334517" cy="144303"/>
                  <a:chOff x="4275677" y="3065525"/>
                  <a:chExt cx="334517" cy="144303"/>
                </a:xfrm>
              </p:grpSpPr>
              <p:sp>
                <p:nvSpPr>
                  <p:cNvPr id="1123" name="Google Shape;1123;p39"/>
                  <p:cNvSpPr/>
                  <p:nvPr/>
                </p:nvSpPr>
                <p:spPr>
                  <a:xfrm>
                    <a:off x="4275677" y="3095910"/>
                    <a:ext cx="334422" cy="113918"/>
                  </a:xfrm>
                  <a:custGeom>
                    <a:rect b="b" l="l" r="r" t="t"/>
                    <a:pathLst>
                      <a:path extrusionOk="0" h="113918" w="334422">
                        <a:moveTo>
                          <a:pt x="95" y="0"/>
                        </a:moveTo>
                        <a:lnTo>
                          <a:pt x="95" y="83534"/>
                        </a:lnTo>
                        <a:cubicBezTo>
                          <a:pt x="95" y="100298"/>
                          <a:pt x="74962" y="113919"/>
                          <a:pt x="167259" y="113919"/>
                        </a:cubicBezTo>
                        <a:cubicBezTo>
                          <a:pt x="259556" y="113919"/>
                          <a:pt x="334423" y="100298"/>
                          <a:pt x="334423" y="83534"/>
                        </a:cubicBezTo>
                        <a:lnTo>
                          <a:pt x="334423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CFD3D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124" name="Google Shape;1124;p39"/>
                  <p:cNvSpPr/>
                  <p:nvPr/>
                </p:nvSpPr>
                <p:spPr>
                  <a:xfrm>
                    <a:off x="4275867" y="3065525"/>
                    <a:ext cx="334327" cy="60769"/>
                  </a:xfrm>
                  <a:custGeom>
                    <a:rect b="b" l="l" r="r" t="t"/>
                    <a:pathLst>
                      <a:path extrusionOk="0" h="60769" w="334327">
                        <a:moveTo>
                          <a:pt x="334328" y="30385"/>
                        </a:moveTo>
                        <a:cubicBezTo>
                          <a:pt x="334328" y="47149"/>
                          <a:pt x="259461" y="60770"/>
                          <a:pt x="167164" y="60770"/>
                        </a:cubicBezTo>
                        <a:cubicBezTo>
                          <a:pt x="74866" y="60770"/>
                          <a:pt x="0" y="47149"/>
                          <a:pt x="0" y="30385"/>
                        </a:cubicBezTo>
                        <a:cubicBezTo>
                          <a:pt x="0" y="13621"/>
                          <a:pt x="74866" y="0"/>
                          <a:pt x="167164" y="0"/>
                        </a:cubicBezTo>
                        <a:cubicBezTo>
                          <a:pt x="259461" y="0"/>
                          <a:pt x="334328" y="13621"/>
                          <a:pt x="334328" y="30385"/>
                        </a:cubicBezTo>
                        <a:close/>
                      </a:path>
                    </a:pathLst>
                  </a:custGeom>
                  <a:solidFill>
                    <a:srgbClr val="E6EAF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1125" name="Google Shape;1125;p39"/>
              <p:cNvSpPr/>
              <p:nvPr/>
            </p:nvSpPr>
            <p:spPr>
              <a:xfrm>
                <a:off x="4529994" y="3140487"/>
                <a:ext cx="38100" cy="38100"/>
              </a:xfrm>
              <a:custGeom>
                <a:rect b="b" l="l" r="r" t="t"/>
                <a:pathLst>
                  <a:path extrusionOk="0" h="38100" w="38100">
                    <a:moveTo>
                      <a:pt x="38100" y="19050"/>
                    </a:moveTo>
                    <a:cubicBezTo>
                      <a:pt x="38100" y="29623"/>
                      <a:pt x="29528" y="38100"/>
                      <a:pt x="19050" y="38100"/>
                    </a:cubicBezTo>
                    <a:cubicBezTo>
                      <a:pt x="8572" y="38100"/>
                      <a:pt x="0" y="29528"/>
                      <a:pt x="0" y="19050"/>
                    </a:cubicBezTo>
                    <a:cubicBezTo>
                      <a:pt x="0" y="8572"/>
                      <a:pt x="8572" y="0"/>
                      <a:pt x="19050" y="0"/>
                    </a:cubicBezTo>
                    <a:cubicBezTo>
                      <a:pt x="29528" y="0"/>
                      <a:pt x="38100" y="8572"/>
                      <a:pt x="38100" y="19050"/>
                    </a:cubicBezTo>
                    <a:close/>
                  </a:path>
                </a:pathLst>
              </a:custGeom>
              <a:solidFill>
                <a:srgbClr val="55C0E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26" name="Google Shape;1126;p39"/>
              <p:cNvSpPr/>
              <p:nvPr/>
            </p:nvSpPr>
            <p:spPr>
              <a:xfrm>
                <a:off x="4529994" y="3256216"/>
                <a:ext cx="38100" cy="38100"/>
              </a:xfrm>
              <a:custGeom>
                <a:rect b="b" l="l" r="r" t="t"/>
                <a:pathLst>
                  <a:path extrusionOk="0" h="38100" w="38100">
                    <a:moveTo>
                      <a:pt x="38100" y="19050"/>
                    </a:moveTo>
                    <a:cubicBezTo>
                      <a:pt x="38100" y="29623"/>
                      <a:pt x="29528" y="38100"/>
                      <a:pt x="19050" y="38100"/>
                    </a:cubicBezTo>
                    <a:cubicBezTo>
                      <a:pt x="8572" y="38100"/>
                      <a:pt x="0" y="29528"/>
                      <a:pt x="0" y="19050"/>
                    </a:cubicBezTo>
                    <a:cubicBezTo>
                      <a:pt x="0" y="8573"/>
                      <a:pt x="8572" y="0"/>
                      <a:pt x="19050" y="0"/>
                    </a:cubicBezTo>
                    <a:cubicBezTo>
                      <a:pt x="29528" y="0"/>
                      <a:pt x="38100" y="8573"/>
                      <a:pt x="38100" y="19050"/>
                    </a:cubicBezTo>
                    <a:close/>
                  </a:path>
                </a:pathLst>
              </a:custGeom>
              <a:solidFill>
                <a:srgbClr val="E6EAF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27" name="Google Shape;1127;p39"/>
              <p:cNvSpPr/>
              <p:nvPr/>
            </p:nvSpPr>
            <p:spPr>
              <a:xfrm>
                <a:off x="4529994" y="3377088"/>
                <a:ext cx="38100" cy="38100"/>
              </a:xfrm>
              <a:custGeom>
                <a:rect b="b" l="l" r="r" t="t"/>
                <a:pathLst>
                  <a:path extrusionOk="0" h="38100" w="38100">
                    <a:moveTo>
                      <a:pt x="38100" y="19050"/>
                    </a:moveTo>
                    <a:cubicBezTo>
                      <a:pt x="38100" y="29623"/>
                      <a:pt x="29528" y="38100"/>
                      <a:pt x="19050" y="38100"/>
                    </a:cubicBezTo>
                    <a:cubicBezTo>
                      <a:pt x="8572" y="38100"/>
                      <a:pt x="0" y="29528"/>
                      <a:pt x="0" y="19050"/>
                    </a:cubicBezTo>
                    <a:cubicBezTo>
                      <a:pt x="0" y="8573"/>
                      <a:pt x="8572" y="0"/>
                      <a:pt x="19050" y="0"/>
                    </a:cubicBezTo>
                    <a:cubicBezTo>
                      <a:pt x="29528" y="0"/>
                      <a:pt x="38100" y="8573"/>
                      <a:pt x="38100" y="19050"/>
                    </a:cubicBezTo>
                    <a:close/>
                  </a:path>
                </a:pathLst>
              </a:custGeom>
              <a:solidFill>
                <a:srgbClr val="E6EAF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128" name="Google Shape;1128;p39"/>
          <p:cNvGrpSpPr/>
          <p:nvPr/>
        </p:nvGrpSpPr>
        <p:grpSpPr>
          <a:xfrm flipH="1" rot="5400000">
            <a:off x="557972" y="4696603"/>
            <a:ext cx="16329" cy="218290"/>
            <a:chOff x="10809827" y="4402455"/>
            <a:chExt cx="24764" cy="330993"/>
          </a:xfrm>
        </p:grpSpPr>
        <p:sp>
          <p:nvSpPr>
            <p:cNvPr id="1129" name="Google Shape;1129;p39"/>
            <p:cNvSpPr/>
            <p:nvPr/>
          </p:nvSpPr>
          <p:spPr>
            <a:xfrm>
              <a:off x="10822209" y="4414266"/>
              <a:ext cx="9525" cy="307467"/>
            </a:xfrm>
            <a:custGeom>
              <a:rect b="b" l="l" r="r" t="t"/>
              <a:pathLst>
                <a:path extrusionOk="0" h="307467" w="9525">
                  <a:moveTo>
                    <a:pt x="-1" y="307467"/>
                  </a:moveTo>
                  <a:lnTo>
                    <a:pt x="-1" y="0"/>
                  </a:lnTo>
                </a:path>
              </a:pathLst>
            </a:custGeom>
            <a:solidFill>
              <a:schemeClr val="accent4"/>
            </a:solidFill>
            <a:ln cap="flat" cmpd="sng" w="10950">
              <a:solidFill>
                <a:schemeClr val="accent4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0" name="Google Shape;1130;p39"/>
            <p:cNvSpPr/>
            <p:nvPr/>
          </p:nvSpPr>
          <p:spPr>
            <a:xfrm>
              <a:off x="10809827" y="4708683"/>
              <a:ext cx="24764" cy="24765"/>
            </a:xfrm>
            <a:custGeom>
              <a:rect b="b" l="l" r="r" t="t"/>
              <a:pathLst>
                <a:path extrusionOk="0" h="24765" w="24764">
                  <a:moveTo>
                    <a:pt x="24765" y="12382"/>
                  </a:moveTo>
                  <a:cubicBezTo>
                    <a:pt x="24765" y="19240"/>
                    <a:pt x="19241" y="24765"/>
                    <a:pt x="12382" y="24765"/>
                  </a:cubicBezTo>
                  <a:cubicBezTo>
                    <a:pt x="5524" y="24765"/>
                    <a:pt x="0" y="19240"/>
                    <a:pt x="0" y="12382"/>
                  </a:cubicBezTo>
                  <a:cubicBezTo>
                    <a:pt x="0" y="5524"/>
                    <a:pt x="5524" y="0"/>
                    <a:pt x="12382" y="0"/>
                  </a:cubicBezTo>
                  <a:cubicBezTo>
                    <a:pt x="19241" y="0"/>
                    <a:pt x="24765" y="5524"/>
                    <a:pt x="24765" y="12382"/>
                  </a:cubicBezTo>
                  <a:close/>
                </a:path>
              </a:pathLst>
            </a:cu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1" name="Google Shape;1131;p39"/>
            <p:cNvSpPr/>
            <p:nvPr/>
          </p:nvSpPr>
          <p:spPr>
            <a:xfrm>
              <a:off x="10809827" y="4402455"/>
              <a:ext cx="24764" cy="24764"/>
            </a:xfrm>
            <a:custGeom>
              <a:rect b="b" l="l" r="r" t="t"/>
              <a:pathLst>
                <a:path extrusionOk="0" h="24764" w="24764">
                  <a:moveTo>
                    <a:pt x="24765" y="12382"/>
                  </a:moveTo>
                  <a:cubicBezTo>
                    <a:pt x="24765" y="5524"/>
                    <a:pt x="19241" y="0"/>
                    <a:pt x="12382" y="0"/>
                  </a:cubicBezTo>
                  <a:cubicBezTo>
                    <a:pt x="5524" y="0"/>
                    <a:pt x="0" y="5524"/>
                    <a:pt x="0" y="12382"/>
                  </a:cubicBezTo>
                  <a:cubicBezTo>
                    <a:pt x="0" y="19240"/>
                    <a:pt x="5524" y="24765"/>
                    <a:pt x="12382" y="24765"/>
                  </a:cubicBezTo>
                  <a:cubicBezTo>
                    <a:pt x="19241" y="24765"/>
                    <a:pt x="24765" y="19240"/>
                    <a:pt x="24765" y="12382"/>
                  </a:cubicBezTo>
                  <a:close/>
                </a:path>
              </a:pathLst>
            </a:cu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32" name="Google Shape;1132;p39"/>
          <p:cNvSpPr/>
          <p:nvPr/>
        </p:nvSpPr>
        <p:spPr>
          <a:xfrm rot="-532595">
            <a:off x="7984139" y="4422751"/>
            <a:ext cx="1661199" cy="1343241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3" name="Google Shape;1133;p39"/>
          <p:cNvSpPr/>
          <p:nvPr/>
        </p:nvSpPr>
        <p:spPr>
          <a:xfrm flipH="1" rot="-5145822">
            <a:off x="-1235221" y="72085"/>
            <a:ext cx="2404292" cy="1318592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6">
    <p:spTree>
      <p:nvGrpSpPr>
        <p:cNvPr id="1134" name="Shape 1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5" name="Google Shape;1135;p40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136" name="Google Shape;1136;p40"/>
          <p:cNvSpPr txBox="1"/>
          <p:nvPr>
            <p:ph idx="1" type="subTitle"/>
          </p:nvPr>
        </p:nvSpPr>
        <p:spPr>
          <a:xfrm>
            <a:off x="937625" y="2579823"/>
            <a:ext cx="2175300" cy="150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137" name="Google Shape;1137;p40"/>
          <p:cNvSpPr txBox="1"/>
          <p:nvPr>
            <p:ph idx="2" type="subTitle"/>
          </p:nvPr>
        </p:nvSpPr>
        <p:spPr>
          <a:xfrm>
            <a:off x="3484347" y="2579823"/>
            <a:ext cx="2175300" cy="150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138" name="Google Shape;1138;p40"/>
          <p:cNvSpPr txBox="1"/>
          <p:nvPr>
            <p:ph idx="3" type="subTitle"/>
          </p:nvPr>
        </p:nvSpPr>
        <p:spPr>
          <a:xfrm>
            <a:off x="6031075" y="2579823"/>
            <a:ext cx="2175300" cy="150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139" name="Google Shape;1139;p40"/>
          <p:cNvSpPr txBox="1"/>
          <p:nvPr>
            <p:ph idx="4" type="subTitle"/>
          </p:nvPr>
        </p:nvSpPr>
        <p:spPr>
          <a:xfrm>
            <a:off x="937625" y="1775401"/>
            <a:ext cx="2175300" cy="55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8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140" name="Google Shape;1140;p40"/>
          <p:cNvSpPr txBox="1"/>
          <p:nvPr>
            <p:ph idx="5" type="subTitle"/>
          </p:nvPr>
        </p:nvSpPr>
        <p:spPr>
          <a:xfrm>
            <a:off x="3484350" y="1775401"/>
            <a:ext cx="2175300" cy="55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8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141" name="Google Shape;1141;p40"/>
          <p:cNvSpPr txBox="1"/>
          <p:nvPr>
            <p:ph idx="6" type="subTitle"/>
          </p:nvPr>
        </p:nvSpPr>
        <p:spPr>
          <a:xfrm>
            <a:off x="6031075" y="1775401"/>
            <a:ext cx="2175300" cy="55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8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142" name="Google Shape;1142;p40"/>
          <p:cNvSpPr/>
          <p:nvPr/>
        </p:nvSpPr>
        <p:spPr>
          <a:xfrm flipH="1" rot="8800738">
            <a:off x="7902412" y="4181666"/>
            <a:ext cx="1680262" cy="1358589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3" name="Google Shape;1143;p40"/>
          <p:cNvSpPr/>
          <p:nvPr/>
        </p:nvSpPr>
        <p:spPr>
          <a:xfrm flipH="1" rot="-8942362">
            <a:off x="-983149" y="4040244"/>
            <a:ext cx="2474148" cy="2000589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4" name="Google Shape;1144;p40"/>
          <p:cNvSpPr/>
          <p:nvPr/>
        </p:nvSpPr>
        <p:spPr>
          <a:xfrm flipH="1" rot="1554271">
            <a:off x="7563507" y="-664049"/>
            <a:ext cx="2112334" cy="2002574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5" name="Google Shape;1145;p40"/>
          <p:cNvSpPr/>
          <p:nvPr/>
        </p:nvSpPr>
        <p:spPr>
          <a:xfrm>
            <a:off x="62825" y="1725386"/>
            <a:ext cx="606206" cy="37384"/>
          </a:xfrm>
          <a:custGeom>
            <a:rect b="b" l="l" r="r" t="t"/>
            <a:pathLst>
              <a:path extrusionOk="0" h="50863" w="824770">
                <a:moveTo>
                  <a:pt x="799338" y="50863"/>
                </a:moveTo>
                <a:lnTo>
                  <a:pt x="25432" y="50863"/>
                </a:lnTo>
                <a:cubicBezTo>
                  <a:pt x="11430" y="50863"/>
                  <a:pt x="0" y="39433"/>
                  <a:pt x="0" y="25432"/>
                </a:cubicBezTo>
                <a:lnTo>
                  <a:pt x="0" y="25432"/>
                </a:lnTo>
                <a:cubicBezTo>
                  <a:pt x="0" y="11430"/>
                  <a:pt x="11430" y="0"/>
                  <a:pt x="25432" y="0"/>
                </a:cubicBezTo>
                <a:lnTo>
                  <a:pt x="799338" y="0"/>
                </a:lnTo>
                <a:cubicBezTo>
                  <a:pt x="813339" y="0"/>
                  <a:pt x="824770" y="11430"/>
                  <a:pt x="824770" y="25432"/>
                </a:cubicBezTo>
                <a:lnTo>
                  <a:pt x="824770" y="25432"/>
                </a:lnTo>
                <a:cubicBezTo>
                  <a:pt x="824770" y="39433"/>
                  <a:pt x="813339" y="50863"/>
                  <a:pt x="799338" y="50863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146" name="Google Shape;1146;p40"/>
          <p:cNvGrpSpPr/>
          <p:nvPr/>
        </p:nvGrpSpPr>
        <p:grpSpPr>
          <a:xfrm>
            <a:off x="96399" y="951293"/>
            <a:ext cx="552408" cy="792759"/>
            <a:chOff x="10519314" y="4728596"/>
            <a:chExt cx="751780" cy="1078731"/>
          </a:xfrm>
        </p:grpSpPr>
        <p:grpSp>
          <p:nvGrpSpPr>
            <p:cNvPr id="1147" name="Google Shape;1147;p40"/>
            <p:cNvGrpSpPr/>
            <p:nvPr/>
          </p:nvGrpSpPr>
          <p:grpSpPr>
            <a:xfrm>
              <a:off x="10519314" y="4728596"/>
              <a:ext cx="626662" cy="1078731"/>
              <a:chOff x="10519314" y="4728596"/>
              <a:chExt cx="626662" cy="1078731"/>
            </a:xfrm>
          </p:grpSpPr>
          <p:grpSp>
            <p:nvGrpSpPr>
              <p:cNvPr id="1148" name="Google Shape;1148;p40"/>
              <p:cNvGrpSpPr/>
              <p:nvPr/>
            </p:nvGrpSpPr>
            <p:grpSpPr>
              <a:xfrm>
                <a:off x="10903220" y="4888205"/>
                <a:ext cx="242756" cy="919122"/>
                <a:chOff x="10903220" y="4888205"/>
                <a:chExt cx="242756" cy="919122"/>
              </a:xfrm>
            </p:grpSpPr>
            <p:sp>
              <p:nvSpPr>
                <p:cNvPr id="1149" name="Google Shape;1149;p40"/>
                <p:cNvSpPr/>
                <p:nvPr/>
              </p:nvSpPr>
              <p:spPr>
                <a:xfrm rot="-447735">
                  <a:off x="10961814" y="4892503"/>
                  <a:ext cx="125567" cy="910526"/>
                </a:xfrm>
                <a:custGeom>
                  <a:rect b="b" l="l" r="r" t="t"/>
                  <a:pathLst>
                    <a:path extrusionOk="0" h="909637" w="125444">
                      <a:moveTo>
                        <a:pt x="0" y="0"/>
                      </a:moveTo>
                      <a:lnTo>
                        <a:pt x="125445" y="0"/>
                      </a:lnTo>
                      <a:lnTo>
                        <a:pt x="125445" y="909637"/>
                      </a:lnTo>
                      <a:lnTo>
                        <a:pt x="0" y="909637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50" name="Google Shape;1150;p40"/>
                <p:cNvSpPr/>
                <p:nvPr/>
              </p:nvSpPr>
              <p:spPr>
                <a:xfrm>
                  <a:off x="10952422" y="4933194"/>
                  <a:ext cx="42088" cy="42088"/>
                </a:xfrm>
                <a:custGeom>
                  <a:rect b="b" l="l" r="r" t="t"/>
                  <a:pathLst>
                    <a:path extrusionOk="0" h="42088" w="42088">
                      <a:moveTo>
                        <a:pt x="41904" y="18282"/>
                      </a:moveTo>
                      <a:cubicBezTo>
                        <a:pt x="43428" y="29807"/>
                        <a:pt x="35331" y="40380"/>
                        <a:pt x="23806" y="41904"/>
                      </a:cubicBezTo>
                      <a:cubicBezTo>
                        <a:pt x="12281" y="43428"/>
                        <a:pt x="1709" y="35332"/>
                        <a:pt x="184" y="23806"/>
                      </a:cubicBezTo>
                      <a:cubicBezTo>
                        <a:pt x="-1340" y="12281"/>
                        <a:pt x="6756" y="1708"/>
                        <a:pt x="18282" y="184"/>
                      </a:cubicBezTo>
                      <a:cubicBezTo>
                        <a:pt x="29807" y="-1340"/>
                        <a:pt x="40380" y="6757"/>
                        <a:pt x="41904" y="18282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51" name="Google Shape;1151;p40"/>
                <p:cNvSpPr/>
                <p:nvPr/>
              </p:nvSpPr>
              <p:spPr>
                <a:xfrm>
                  <a:off x="10961186" y="5000250"/>
                  <a:ext cx="42087" cy="42087"/>
                </a:xfrm>
                <a:custGeom>
                  <a:rect b="b" l="l" r="r" t="t"/>
                  <a:pathLst>
                    <a:path extrusionOk="0" h="42087" w="42087">
                      <a:moveTo>
                        <a:pt x="41904" y="18282"/>
                      </a:moveTo>
                      <a:cubicBezTo>
                        <a:pt x="43427" y="29807"/>
                        <a:pt x="35331" y="40380"/>
                        <a:pt x="23806" y="41904"/>
                      </a:cubicBezTo>
                      <a:cubicBezTo>
                        <a:pt x="12280" y="43428"/>
                        <a:pt x="1708" y="35332"/>
                        <a:pt x="184" y="23806"/>
                      </a:cubicBezTo>
                      <a:cubicBezTo>
                        <a:pt x="-1340" y="12281"/>
                        <a:pt x="6756" y="1708"/>
                        <a:pt x="18281" y="184"/>
                      </a:cubicBezTo>
                      <a:cubicBezTo>
                        <a:pt x="29807" y="-1340"/>
                        <a:pt x="40380" y="6757"/>
                        <a:pt x="41904" y="18282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152" name="Google Shape;1152;p40"/>
                <p:cNvGrpSpPr/>
                <p:nvPr/>
              </p:nvGrpSpPr>
              <p:grpSpPr>
                <a:xfrm>
                  <a:off x="11014221" y="5588618"/>
                  <a:ext cx="100021" cy="114784"/>
                  <a:chOff x="11014221" y="5588618"/>
                  <a:chExt cx="100021" cy="114784"/>
                </a:xfrm>
              </p:grpSpPr>
              <p:sp>
                <p:nvSpPr>
                  <p:cNvPr id="1153" name="Google Shape;1153;p40"/>
                  <p:cNvSpPr/>
                  <p:nvPr/>
                </p:nvSpPr>
                <p:spPr>
                  <a:xfrm rot="-447735">
                    <a:off x="11014826" y="5594269"/>
                    <a:ext cx="88001" cy="15064"/>
                  </a:xfrm>
                  <a:custGeom>
                    <a:rect b="b" l="l" r="r" t="t"/>
                    <a:pathLst>
                      <a:path extrusionOk="0" h="15049" w="87915">
                        <a:moveTo>
                          <a:pt x="0" y="0"/>
                        </a:moveTo>
                        <a:lnTo>
                          <a:pt x="87916" y="0"/>
                        </a:lnTo>
                        <a:lnTo>
                          <a:pt x="87916" y="15049"/>
                        </a:lnTo>
                        <a:lnTo>
                          <a:pt x="0" y="15049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154" name="Google Shape;1154;p40"/>
                  <p:cNvSpPr/>
                  <p:nvPr/>
                </p:nvSpPr>
                <p:spPr>
                  <a:xfrm rot="-447735">
                    <a:off x="11018646" y="5623150"/>
                    <a:ext cx="88001" cy="15064"/>
                  </a:xfrm>
                  <a:custGeom>
                    <a:rect b="b" l="l" r="r" t="t"/>
                    <a:pathLst>
                      <a:path extrusionOk="0" h="15049" w="87915">
                        <a:moveTo>
                          <a:pt x="0" y="0"/>
                        </a:moveTo>
                        <a:lnTo>
                          <a:pt x="87916" y="0"/>
                        </a:lnTo>
                        <a:lnTo>
                          <a:pt x="87916" y="15050"/>
                        </a:lnTo>
                        <a:lnTo>
                          <a:pt x="0" y="1505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155" name="Google Shape;1155;p40"/>
                  <p:cNvSpPr/>
                  <p:nvPr/>
                </p:nvSpPr>
                <p:spPr>
                  <a:xfrm rot="-447735">
                    <a:off x="11021820" y="5653805"/>
                    <a:ext cx="88001" cy="15064"/>
                  </a:xfrm>
                  <a:custGeom>
                    <a:rect b="b" l="l" r="r" t="t"/>
                    <a:pathLst>
                      <a:path extrusionOk="0" h="15049" w="87915">
                        <a:moveTo>
                          <a:pt x="0" y="0"/>
                        </a:moveTo>
                        <a:lnTo>
                          <a:pt x="87916" y="0"/>
                        </a:lnTo>
                        <a:lnTo>
                          <a:pt x="87916" y="15050"/>
                        </a:lnTo>
                        <a:lnTo>
                          <a:pt x="0" y="1505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156" name="Google Shape;1156;p40"/>
                  <p:cNvSpPr/>
                  <p:nvPr/>
                </p:nvSpPr>
                <p:spPr>
                  <a:xfrm rot="-447735">
                    <a:off x="11025635" y="5682688"/>
                    <a:ext cx="88001" cy="15064"/>
                  </a:xfrm>
                  <a:custGeom>
                    <a:rect b="b" l="l" r="r" t="t"/>
                    <a:pathLst>
                      <a:path extrusionOk="0" h="15049" w="87915">
                        <a:moveTo>
                          <a:pt x="0" y="0"/>
                        </a:moveTo>
                        <a:lnTo>
                          <a:pt x="87915" y="0"/>
                        </a:lnTo>
                        <a:lnTo>
                          <a:pt x="87915" y="15050"/>
                        </a:lnTo>
                        <a:lnTo>
                          <a:pt x="0" y="1505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grpSp>
            <p:nvGrpSpPr>
              <p:cNvPr id="1157" name="Google Shape;1157;p40"/>
              <p:cNvGrpSpPr/>
              <p:nvPr/>
            </p:nvGrpSpPr>
            <p:grpSpPr>
              <a:xfrm>
                <a:off x="10718623" y="4728596"/>
                <a:ext cx="229169" cy="1075979"/>
                <a:chOff x="10718623" y="4728596"/>
                <a:chExt cx="229169" cy="1075979"/>
              </a:xfrm>
            </p:grpSpPr>
            <p:sp>
              <p:nvSpPr>
                <p:cNvPr id="1158" name="Google Shape;1158;p40"/>
                <p:cNvSpPr/>
                <p:nvPr/>
              </p:nvSpPr>
              <p:spPr>
                <a:xfrm rot="-172174">
                  <a:off x="10745259" y="4732329"/>
                  <a:ext cx="175897" cy="1068513"/>
                </a:xfrm>
                <a:custGeom>
                  <a:rect b="b" l="l" r="r" t="t"/>
                  <a:pathLst>
                    <a:path extrusionOk="0" h="1069848" w="176117">
                      <a:moveTo>
                        <a:pt x="0" y="0"/>
                      </a:moveTo>
                      <a:lnTo>
                        <a:pt x="176117" y="0"/>
                      </a:lnTo>
                      <a:lnTo>
                        <a:pt x="176117" y="1069848"/>
                      </a:lnTo>
                      <a:lnTo>
                        <a:pt x="0" y="1069848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59" name="Google Shape;1159;p40"/>
                <p:cNvSpPr/>
                <p:nvPr/>
              </p:nvSpPr>
              <p:spPr>
                <a:xfrm>
                  <a:off x="10787634" y="5182743"/>
                  <a:ext cx="87629" cy="87630"/>
                </a:xfrm>
                <a:custGeom>
                  <a:rect b="b" l="l" r="r" t="t"/>
                  <a:pathLst>
                    <a:path extrusionOk="0" h="87630" w="87629">
                      <a:moveTo>
                        <a:pt x="87630" y="43815"/>
                      </a:moveTo>
                      <a:cubicBezTo>
                        <a:pt x="87630" y="68013"/>
                        <a:pt x="68014" y="87630"/>
                        <a:pt x="43815" y="87630"/>
                      </a:cubicBezTo>
                      <a:cubicBezTo>
                        <a:pt x="19617" y="87630"/>
                        <a:pt x="1" y="68014"/>
                        <a:pt x="1" y="43815"/>
                      </a:cubicBezTo>
                      <a:cubicBezTo>
                        <a:pt x="1" y="19617"/>
                        <a:pt x="19617" y="0"/>
                        <a:pt x="43815" y="0"/>
                      </a:cubicBezTo>
                      <a:cubicBezTo>
                        <a:pt x="68014" y="0"/>
                        <a:pt x="87630" y="19616"/>
                        <a:pt x="87630" y="43815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160" name="Google Shape;1160;p40"/>
                <p:cNvGrpSpPr/>
                <p:nvPr/>
              </p:nvGrpSpPr>
              <p:grpSpPr>
                <a:xfrm>
                  <a:off x="10765015" y="5040134"/>
                  <a:ext cx="116314" cy="49775"/>
                  <a:chOff x="10765015" y="5040134"/>
                  <a:chExt cx="116314" cy="49775"/>
                </a:xfrm>
              </p:grpSpPr>
              <p:sp>
                <p:nvSpPr>
                  <p:cNvPr id="1161" name="Google Shape;1161;p40"/>
                  <p:cNvSpPr/>
                  <p:nvPr/>
                </p:nvSpPr>
                <p:spPr>
                  <a:xfrm rot="-172174">
                    <a:off x="10765318" y="5042987"/>
                    <a:ext cx="114347" cy="14935"/>
                  </a:xfrm>
                  <a:custGeom>
                    <a:rect b="b" l="l" r="r" t="t"/>
                    <a:pathLst>
                      <a:path extrusionOk="0" h="14954" w="114490">
                        <a:moveTo>
                          <a:pt x="0" y="0"/>
                        </a:moveTo>
                        <a:lnTo>
                          <a:pt x="114490" y="0"/>
                        </a:lnTo>
                        <a:lnTo>
                          <a:pt x="114490" y="14954"/>
                        </a:lnTo>
                        <a:lnTo>
                          <a:pt x="0" y="1495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162" name="Google Shape;1162;p40"/>
                  <p:cNvSpPr/>
                  <p:nvPr/>
                </p:nvSpPr>
                <p:spPr>
                  <a:xfrm rot="-172174">
                    <a:off x="10766681" y="5072121"/>
                    <a:ext cx="114347" cy="14935"/>
                  </a:xfrm>
                  <a:custGeom>
                    <a:rect b="b" l="l" r="r" t="t"/>
                    <a:pathLst>
                      <a:path extrusionOk="0" h="14954" w="114490">
                        <a:moveTo>
                          <a:pt x="0" y="0"/>
                        </a:moveTo>
                        <a:lnTo>
                          <a:pt x="114491" y="0"/>
                        </a:lnTo>
                        <a:lnTo>
                          <a:pt x="114491" y="14954"/>
                        </a:lnTo>
                        <a:lnTo>
                          <a:pt x="0" y="1495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1163" name="Google Shape;1163;p40"/>
                <p:cNvGrpSpPr/>
                <p:nvPr/>
              </p:nvGrpSpPr>
              <p:grpSpPr>
                <a:xfrm>
                  <a:off x="10784825" y="5436314"/>
                  <a:ext cx="116414" cy="49961"/>
                  <a:chOff x="10784825" y="5436314"/>
                  <a:chExt cx="116414" cy="49961"/>
                </a:xfrm>
              </p:grpSpPr>
              <p:sp>
                <p:nvSpPr>
                  <p:cNvPr id="1164" name="Google Shape;1164;p40"/>
                  <p:cNvSpPr/>
                  <p:nvPr/>
                </p:nvSpPr>
                <p:spPr>
                  <a:xfrm rot="-172174">
                    <a:off x="10785128" y="5439167"/>
                    <a:ext cx="114347" cy="14935"/>
                  </a:xfrm>
                  <a:custGeom>
                    <a:rect b="b" l="l" r="r" t="t"/>
                    <a:pathLst>
                      <a:path extrusionOk="0" h="14954" w="114490">
                        <a:moveTo>
                          <a:pt x="0" y="0"/>
                        </a:moveTo>
                        <a:lnTo>
                          <a:pt x="114491" y="0"/>
                        </a:lnTo>
                        <a:lnTo>
                          <a:pt x="114491" y="14955"/>
                        </a:lnTo>
                        <a:lnTo>
                          <a:pt x="0" y="14955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165" name="Google Shape;1165;p40"/>
                  <p:cNvSpPr/>
                  <p:nvPr/>
                </p:nvSpPr>
                <p:spPr>
                  <a:xfrm rot="-172174">
                    <a:off x="10786591" y="5468487"/>
                    <a:ext cx="114347" cy="14935"/>
                  </a:xfrm>
                  <a:custGeom>
                    <a:rect b="b" l="l" r="r" t="t"/>
                    <a:pathLst>
                      <a:path extrusionOk="0" h="14954" w="114490">
                        <a:moveTo>
                          <a:pt x="0" y="0"/>
                        </a:moveTo>
                        <a:lnTo>
                          <a:pt x="114490" y="0"/>
                        </a:lnTo>
                        <a:lnTo>
                          <a:pt x="114490" y="14955"/>
                        </a:lnTo>
                        <a:lnTo>
                          <a:pt x="0" y="14955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grpSp>
            <p:nvGrpSpPr>
              <p:cNvPr id="1166" name="Google Shape;1166;p40"/>
              <p:cNvGrpSpPr/>
              <p:nvPr/>
            </p:nvGrpSpPr>
            <p:grpSpPr>
              <a:xfrm>
                <a:off x="10519314" y="4813458"/>
                <a:ext cx="202120" cy="992123"/>
                <a:chOff x="10519314" y="4813458"/>
                <a:chExt cx="202120" cy="992123"/>
              </a:xfrm>
            </p:grpSpPr>
            <p:sp>
              <p:nvSpPr>
                <p:cNvPr id="1167" name="Google Shape;1167;p40"/>
                <p:cNvSpPr/>
                <p:nvPr/>
              </p:nvSpPr>
              <p:spPr>
                <a:xfrm>
                  <a:off x="10519314" y="4813458"/>
                  <a:ext cx="202120" cy="992123"/>
                </a:xfrm>
                <a:custGeom>
                  <a:rect b="b" l="l" r="r" t="t"/>
                  <a:pathLst>
                    <a:path extrusionOk="0" h="992123" w="202120">
                      <a:moveTo>
                        <a:pt x="0" y="0"/>
                      </a:moveTo>
                      <a:lnTo>
                        <a:pt x="202120" y="0"/>
                      </a:lnTo>
                      <a:lnTo>
                        <a:pt x="202120" y="992124"/>
                      </a:lnTo>
                      <a:lnTo>
                        <a:pt x="0" y="992124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68" name="Google Shape;1168;p40"/>
                <p:cNvSpPr/>
                <p:nvPr/>
              </p:nvSpPr>
              <p:spPr>
                <a:xfrm>
                  <a:off x="10558843" y="4891468"/>
                  <a:ext cx="123063" cy="123062"/>
                </a:xfrm>
                <a:custGeom>
                  <a:rect b="b" l="l" r="r" t="t"/>
                  <a:pathLst>
                    <a:path extrusionOk="0" h="123062" w="123063">
                      <a:moveTo>
                        <a:pt x="123063" y="61532"/>
                      </a:moveTo>
                      <a:cubicBezTo>
                        <a:pt x="123063" y="95514"/>
                        <a:pt x="95514" y="123063"/>
                        <a:pt x="61531" y="123063"/>
                      </a:cubicBezTo>
                      <a:cubicBezTo>
                        <a:pt x="27548" y="123063"/>
                        <a:pt x="-1" y="95514"/>
                        <a:pt x="-1" y="61532"/>
                      </a:cubicBezTo>
                      <a:cubicBezTo>
                        <a:pt x="-1" y="27549"/>
                        <a:pt x="27548" y="0"/>
                        <a:pt x="61531" y="0"/>
                      </a:cubicBezTo>
                      <a:cubicBezTo>
                        <a:pt x="95514" y="0"/>
                        <a:pt x="123063" y="27549"/>
                        <a:pt x="123063" y="61532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169" name="Google Shape;1169;p40"/>
                <p:cNvGrpSpPr/>
                <p:nvPr/>
              </p:nvGrpSpPr>
              <p:grpSpPr>
                <a:xfrm>
                  <a:off x="10556176" y="5465730"/>
                  <a:ext cx="128397" cy="44196"/>
                  <a:chOff x="10556176" y="5465730"/>
                  <a:chExt cx="128397" cy="44196"/>
                </a:xfrm>
              </p:grpSpPr>
              <p:sp>
                <p:nvSpPr>
                  <p:cNvPr id="1170" name="Google Shape;1170;p40"/>
                  <p:cNvSpPr/>
                  <p:nvPr/>
                </p:nvSpPr>
                <p:spPr>
                  <a:xfrm>
                    <a:off x="10556176" y="5465730"/>
                    <a:ext cx="128397" cy="14954"/>
                  </a:xfrm>
                  <a:custGeom>
                    <a:rect b="b" l="l" r="r" t="t"/>
                    <a:pathLst>
                      <a:path extrusionOk="0" h="14954" w="128397">
                        <a:moveTo>
                          <a:pt x="0" y="0"/>
                        </a:moveTo>
                        <a:lnTo>
                          <a:pt x="128397" y="0"/>
                        </a:lnTo>
                        <a:lnTo>
                          <a:pt x="128397" y="14954"/>
                        </a:lnTo>
                        <a:lnTo>
                          <a:pt x="0" y="1495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171" name="Google Shape;1171;p40"/>
                  <p:cNvSpPr/>
                  <p:nvPr/>
                </p:nvSpPr>
                <p:spPr>
                  <a:xfrm>
                    <a:off x="10556176" y="5494972"/>
                    <a:ext cx="128397" cy="14954"/>
                  </a:xfrm>
                  <a:custGeom>
                    <a:rect b="b" l="l" r="r" t="t"/>
                    <a:pathLst>
                      <a:path extrusionOk="0" h="14954" w="128397">
                        <a:moveTo>
                          <a:pt x="0" y="0"/>
                        </a:moveTo>
                        <a:lnTo>
                          <a:pt x="128397" y="0"/>
                        </a:lnTo>
                        <a:lnTo>
                          <a:pt x="128397" y="14955"/>
                        </a:lnTo>
                        <a:lnTo>
                          <a:pt x="0" y="14955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1172" name="Google Shape;1172;p40"/>
                <p:cNvGrpSpPr/>
                <p:nvPr/>
              </p:nvGrpSpPr>
              <p:grpSpPr>
                <a:xfrm>
                  <a:off x="10556176" y="5689187"/>
                  <a:ext cx="128397" cy="44196"/>
                  <a:chOff x="10556176" y="5689187"/>
                  <a:chExt cx="128397" cy="44196"/>
                </a:xfrm>
              </p:grpSpPr>
              <p:sp>
                <p:nvSpPr>
                  <p:cNvPr id="1173" name="Google Shape;1173;p40"/>
                  <p:cNvSpPr/>
                  <p:nvPr/>
                </p:nvSpPr>
                <p:spPr>
                  <a:xfrm>
                    <a:off x="10556176" y="5689187"/>
                    <a:ext cx="128397" cy="14954"/>
                  </a:xfrm>
                  <a:custGeom>
                    <a:rect b="b" l="l" r="r" t="t"/>
                    <a:pathLst>
                      <a:path extrusionOk="0" h="14954" w="128397">
                        <a:moveTo>
                          <a:pt x="0" y="0"/>
                        </a:moveTo>
                        <a:lnTo>
                          <a:pt x="128397" y="0"/>
                        </a:lnTo>
                        <a:lnTo>
                          <a:pt x="128397" y="14954"/>
                        </a:lnTo>
                        <a:lnTo>
                          <a:pt x="0" y="1495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174" name="Google Shape;1174;p40"/>
                  <p:cNvSpPr/>
                  <p:nvPr/>
                </p:nvSpPr>
                <p:spPr>
                  <a:xfrm>
                    <a:off x="10556176" y="5718429"/>
                    <a:ext cx="128397" cy="14954"/>
                  </a:xfrm>
                  <a:custGeom>
                    <a:rect b="b" l="l" r="r" t="t"/>
                    <a:pathLst>
                      <a:path extrusionOk="0" h="14954" w="128397">
                        <a:moveTo>
                          <a:pt x="0" y="0"/>
                        </a:moveTo>
                        <a:lnTo>
                          <a:pt x="128397" y="0"/>
                        </a:lnTo>
                        <a:lnTo>
                          <a:pt x="128397" y="14954"/>
                        </a:lnTo>
                        <a:lnTo>
                          <a:pt x="0" y="1495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</p:grpSp>
        <p:grpSp>
          <p:nvGrpSpPr>
            <p:cNvPr id="1175" name="Google Shape;1175;p40"/>
            <p:cNvGrpSpPr/>
            <p:nvPr/>
          </p:nvGrpSpPr>
          <p:grpSpPr>
            <a:xfrm>
              <a:off x="11058042" y="5088325"/>
              <a:ext cx="213052" cy="717953"/>
              <a:chOff x="11058042" y="5088325"/>
              <a:chExt cx="213052" cy="717953"/>
            </a:xfrm>
          </p:grpSpPr>
          <p:sp>
            <p:nvSpPr>
              <p:cNvPr id="1176" name="Google Shape;1176;p40"/>
              <p:cNvSpPr/>
              <p:nvPr/>
            </p:nvSpPr>
            <p:spPr>
              <a:xfrm rot="-631368">
                <a:off x="11122592" y="5089982"/>
                <a:ext cx="83952" cy="714640"/>
              </a:xfrm>
              <a:custGeom>
                <a:rect b="b" l="l" r="r" t="t"/>
                <a:pathLst>
                  <a:path extrusionOk="0" h="715136" w="84010">
                    <a:moveTo>
                      <a:pt x="0" y="0"/>
                    </a:moveTo>
                    <a:lnTo>
                      <a:pt x="84010" y="0"/>
                    </a:lnTo>
                    <a:lnTo>
                      <a:pt x="84010" y="715137"/>
                    </a:lnTo>
                    <a:lnTo>
                      <a:pt x="0" y="715137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77" name="Google Shape;1177;p40"/>
              <p:cNvSpPr/>
              <p:nvPr/>
            </p:nvSpPr>
            <p:spPr>
              <a:xfrm rot="-631368">
                <a:off x="11154645" y="5271518"/>
                <a:ext cx="25985" cy="411004"/>
              </a:xfrm>
              <a:custGeom>
                <a:rect b="b" l="l" r="r" t="t"/>
                <a:pathLst>
                  <a:path extrusionOk="0" h="411289" w="26003">
                    <a:moveTo>
                      <a:pt x="0" y="0"/>
                    </a:moveTo>
                    <a:lnTo>
                      <a:pt x="26003" y="0"/>
                    </a:lnTo>
                    <a:lnTo>
                      <a:pt x="26003" y="411289"/>
                    </a:lnTo>
                    <a:lnTo>
                      <a:pt x="0" y="411289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178" name="Google Shape;1178;p40"/>
          <p:cNvGrpSpPr/>
          <p:nvPr/>
        </p:nvGrpSpPr>
        <p:grpSpPr>
          <a:xfrm>
            <a:off x="135453" y="69369"/>
            <a:ext cx="426307" cy="643642"/>
            <a:chOff x="10572463" y="3528536"/>
            <a:chExt cx="580168" cy="875823"/>
          </a:xfrm>
        </p:grpSpPr>
        <p:grpSp>
          <p:nvGrpSpPr>
            <p:cNvPr id="1179" name="Google Shape;1179;p40"/>
            <p:cNvGrpSpPr/>
            <p:nvPr/>
          </p:nvGrpSpPr>
          <p:grpSpPr>
            <a:xfrm>
              <a:off x="10713815" y="3528536"/>
              <a:ext cx="438816" cy="746664"/>
              <a:chOff x="10713815" y="3528536"/>
              <a:chExt cx="438816" cy="746664"/>
            </a:xfrm>
          </p:grpSpPr>
          <p:sp>
            <p:nvSpPr>
              <p:cNvPr id="1180" name="Google Shape;1180;p40"/>
              <p:cNvSpPr/>
              <p:nvPr/>
            </p:nvSpPr>
            <p:spPr>
              <a:xfrm>
                <a:off x="10713815" y="3528536"/>
                <a:ext cx="438816" cy="746664"/>
              </a:xfrm>
              <a:custGeom>
                <a:rect b="b" l="l" r="r" t="t"/>
                <a:pathLst>
                  <a:path extrusionOk="0" h="746664" w="438816">
                    <a:moveTo>
                      <a:pt x="438721" y="746569"/>
                    </a:moveTo>
                    <a:lnTo>
                      <a:pt x="0" y="746569"/>
                    </a:lnTo>
                    <a:lnTo>
                      <a:pt x="0" y="0"/>
                    </a:lnTo>
                    <a:lnTo>
                      <a:pt x="326231" y="0"/>
                    </a:lnTo>
                    <a:cubicBezTo>
                      <a:pt x="370141" y="43910"/>
                      <a:pt x="394811" y="68580"/>
                      <a:pt x="438816" y="112585"/>
                    </a:cubicBezTo>
                    <a:lnTo>
                      <a:pt x="438816" y="746665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181" name="Google Shape;1181;p40"/>
              <p:cNvGrpSpPr/>
              <p:nvPr/>
            </p:nvGrpSpPr>
            <p:grpSpPr>
              <a:xfrm>
                <a:off x="10776489" y="3625310"/>
                <a:ext cx="313848" cy="288226"/>
                <a:chOff x="10776489" y="3625310"/>
                <a:chExt cx="313848" cy="288226"/>
              </a:xfrm>
            </p:grpSpPr>
            <p:sp>
              <p:nvSpPr>
                <p:cNvPr id="1182" name="Google Shape;1182;p40"/>
                <p:cNvSpPr/>
                <p:nvPr/>
              </p:nvSpPr>
              <p:spPr>
                <a:xfrm>
                  <a:off x="10776489" y="3625310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83" name="Google Shape;1183;p40"/>
                <p:cNvSpPr/>
                <p:nvPr/>
              </p:nvSpPr>
              <p:spPr>
                <a:xfrm>
                  <a:off x="10776489" y="3678650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84" name="Google Shape;1184;p40"/>
                <p:cNvSpPr/>
                <p:nvPr/>
              </p:nvSpPr>
              <p:spPr>
                <a:xfrm>
                  <a:off x="10776489" y="3731990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85" name="Google Shape;1185;p40"/>
                <p:cNvSpPr/>
                <p:nvPr/>
              </p:nvSpPr>
              <p:spPr>
                <a:xfrm>
                  <a:off x="10776489" y="3785425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86" name="Google Shape;1186;p40"/>
                <p:cNvSpPr/>
                <p:nvPr/>
              </p:nvSpPr>
              <p:spPr>
                <a:xfrm>
                  <a:off x="10776489" y="3838765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87" name="Google Shape;1187;p40"/>
                <p:cNvSpPr/>
                <p:nvPr/>
              </p:nvSpPr>
              <p:spPr>
                <a:xfrm>
                  <a:off x="10776489" y="3892105"/>
                  <a:ext cx="184689" cy="21431"/>
                </a:xfrm>
                <a:custGeom>
                  <a:rect b="b" l="l" r="r" t="t"/>
                  <a:pathLst>
                    <a:path extrusionOk="0" h="21431" w="184689">
                      <a:moveTo>
                        <a:pt x="0" y="0"/>
                      </a:moveTo>
                      <a:lnTo>
                        <a:pt x="184690" y="0"/>
                      </a:lnTo>
                      <a:lnTo>
                        <a:pt x="184690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rgbClr val="42444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188" name="Google Shape;1188;p40"/>
              <p:cNvGrpSpPr/>
              <p:nvPr/>
            </p:nvGrpSpPr>
            <p:grpSpPr>
              <a:xfrm>
                <a:off x="10776489" y="3999547"/>
                <a:ext cx="313848" cy="181546"/>
                <a:chOff x="10776489" y="3999547"/>
                <a:chExt cx="313848" cy="181546"/>
              </a:xfrm>
            </p:grpSpPr>
            <p:sp>
              <p:nvSpPr>
                <p:cNvPr id="1189" name="Google Shape;1189;p40"/>
                <p:cNvSpPr/>
                <p:nvPr/>
              </p:nvSpPr>
              <p:spPr>
                <a:xfrm>
                  <a:off x="10776489" y="3999547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90" name="Google Shape;1190;p40"/>
                <p:cNvSpPr/>
                <p:nvPr/>
              </p:nvSpPr>
              <p:spPr>
                <a:xfrm>
                  <a:off x="10776489" y="4052887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91" name="Google Shape;1191;p40"/>
                <p:cNvSpPr/>
                <p:nvPr/>
              </p:nvSpPr>
              <p:spPr>
                <a:xfrm>
                  <a:off x="10776489" y="4106322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92" name="Google Shape;1192;p40"/>
                <p:cNvSpPr/>
                <p:nvPr/>
              </p:nvSpPr>
              <p:spPr>
                <a:xfrm>
                  <a:off x="10776489" y="4159662"/>
                  <a:ext cx="184689" cy="21431"/>
                </a:xfrm>
                <a:custGeom>
                  <a:rect b="b" l="l" r="r" t="t"/>
                  <a:pathLst>
                    <a:path extrusionOk="0" h="21431" w="184689">
                      <a:moveTo>
                        <a:pt x="0" y="0"/>
                      </a:moveTo>
                      <a:lnTo>
                        <a:pt x="184690" y="0"/>
                      </a:lnTo>
                      <a:lnTo>
                        <a:pt x="184690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rgbClr val="42444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1193" name="Google Shape;1193;p40"/>
              <p:cNvSpPr/>
              <p:nvPr/>
            </p:nvSpPr>
            <p:spPr>
              <a:xfrm>
                <a:off x="11039951" y="3528536"/>
                <a:ext cx="112584" cy="112585"/>
              </a:xfrm>
              <a:custGeom>
                <a:rect b="b" l="l" r="r" t="t"/>
                <a:pathLst>
                  <a:path extrusionOk="0" h="112585" w="112584">
                    <a:moveTo>
                      <a:pt x="112585" y="112585"/>
                    </a:moveTo>
                    <a:lnTo>
                      <a:pt x="0" y="112585"/>
                    </a:lnTo>
                    <a:lnTo>
                      <a:pt x="0" y="0"/>
                    </a:lnTo>
                    <a:lnTo>
                      <a:pt x="0" y="0"/>
                    </a:lnTo>
                    <a:cubicBezTo>
                      <a:pt x="43910" y="43910"/>
                      <a:pt x="68580" y="68580"/>
                      <a:pt x="112585" y="112585"/>
                    </a:cubicBezTo>
                    <a:lnTo>
                      <a:pt x="112585" y="112585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194" name="Google Shape;1194;p40"/>
            <p:cNvGrpSpPr/>
            <p:nvPr/>
          </p:nvGrpSpPr>
          <p:grpSpPr>
            <a:xfrm>
              <a:off x="10572463" y="3657790"/>
              <a:ext cx="438817" cy="746569"/>
              <a:chOff x="10572463" y="3657790"/>
              <a:chExt cx="438817" cy="746569"/>
            </a:xfrm>
          </p:grpSpPr>
          <p:sp>
            <p:nvSpPr>
              <p:cNvPr id="1195" name="Google Shape;1195;p40"/>
              <p:cNvSpPr/>
              <p:nvPr/>
            </p:nvSpPr>
            <p:spPr>
              <a:xfrm>
                <a:off x="10572463" y="3657790"/>
                <a:ext cx="438817" cy="746569"/>
              </a:xfrm>
              <a:custGeom>
                <a:rect b="b" l="l" r="r" t="t"/>
                <a:pathLst>
                  <a:path extrusionOk="0" h="746569" w="438817">
                    <a:moveTo>
                      <a:pt x="438722" y="746570"/>
                    </a:moveTo>
                    <a:lnTo>
                      <a:pt x="0" y="746570"/>
                    </a:lnTo>
                    <a:lnTo>
                      <a:pt x="0" y="0"/>
                    </a:lnTo>
                    <a:lnTo>
                      <a:pt x="326231" y="0"/>
                    </a:lnTo>
                    <a:cubicBezTo>
                      <a:pt x="370141" y="43910"/>
                      <a:pt x="394812" y="68580"/>
                      <a:pt x="438817" y="112586"/>
                    </a:cubicBezTo>
                    <a:lnTo>
                      <a:pt x="438817" y="74657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196" name="Google Shape;1196;p40"/>
              <p:cNvGrpSpPr/>
              <p:nvPr/>
            </p:nvGrpSpPr>
            <p:grpSpPr>
              <a:xfrm>
                <a:off x="10635138" y="3754469"/>
                <a:ext cx="313848" cy="288321"/>
                <a:chOff x="10635138" y="3754469"/>
                <a:chExt cx="313848" cy="288321"/>
              </a:xfrm>
            </p:grpSpPr>
            <p:sp>
              <p:nvSpPr>
                <p:cNvPr id="1197" name="Google Shape;1197;p40"/>
                <p:cNvSpPr/>
                <p:nvPr/>
              </p:nvSpPr>
              <p:spPr>
                <a:xfrm>
                  <a:off x="10635138" y="3754469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98" name="Google Shape;1198;p40"/>
                <p:cNvSpPr/>
                <p:nvPr/>
              </p:nvSpPr>
              <p:spPr>
                <a:xfrm>
                  <a:off x="10635138" y="3807904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99" name="Google Shape;1199;p40"/>
                <p:cNvSpPr/>
                <p:nvPr/>
              </p:nvSpPr>
              <p:spPr>
                <a:xfrm>
                  <a:off x="10635138" y="3861244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00" name="Google Shape;1200;p40"/>
                <p:cNvSpPr/>
                <p:nvPr/>
              </p:nvSpPr>
              <p:spPr>
                <a:xfrm>
                  <a:off x="10635138" y="3914584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01" name="Google Shape;1201;p40"/>
                <p:cNvSpPr/>
                <p:nvPr/>
              </p:nvSpPr>
              <p:spPr>
                <a:xfrm>
                  <a:off x="10635138" y="3968019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02" name="Google Shape;1202;p40"/>
                <p:cNvSpPr/>
                <p:nvPr/>
              </p:nvSpPr>
              <p:spPr>
                <a:xfrm>
                  <a:off x="10635138" y="4021359"/>
                  <a:ext cx="184689" cy="21431"/>
                </a:xfrm>
                <a:custGeom>
                  <a:rect b="b" l="l" r="r" t="t"/>
                  <a:pathLst>
                    <a:path extrusionOk="0" h="21431" w="184689">
                      <a:moveTo>
                        <a:pt x="0" y="0"/>
                      </a:moveTo>
                      <a:lnTo>
                        <a:pt x="184689" y="0"/>
                      </a:lnTo>
                      <a:lnTo>
                        <a:pt x="184689" y="21431"/>
                      </a:lnTo>
                      <a:lnTo>
                        <a:pt x="-1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203" name="Google Shape;1203;p40"/>
              <p:cNvGrpSpPr/>
              <p:nvPr/>
            </p:nvGrpSpPr>
            <p:grpSpPr>
              <a:xfrm>
                <a:off x="10635138" y="4128801"/>
                <a:ext cx="313848" cy="181547"/>
                <a:chOff x="10635138" y="4128801"/>
                <a:chExt cx="313848" cy="181547"/>
              </a:xfrm>
            </p:grpSpPr>
            <p:sp>
              <p:nvSpPr>
                <p:cNvPr id="1204" name="Google Shape;1204;p40"/>
                <p:cNvSpPr/>
                <p:nvPr/>
              </p:nvSpPr>
              <p:spPr>
                <a:xfrm>
                  <a:off x="10635138" y="4128801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05" name="Google Shape;1205;p40"/>
                <p:cNvSpPr/>
                <p:nvPr/>
              </p:nvSpPr>
              <p:spPr>
                <a:xfrm>
                  <a:off x="10635138" y="4182141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06" name="Google Shape;1206;p40"/>
                <p:cNvSpPr/>
                <p:nvPr/>
              </p:nvSpPr>
              <p:spPr>
                <a:xfrm>
                  <a:off x="10635138" y="4235481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07" name="Google Shape;1207;p40"/>
                <p:cNvSpPr/>
                <p:nvPr/>
              </p:nvSpPr>
              <p:spPr>
                <a:xfrm>
                  <a:off x="10635138" y="4288917"/>
                  <a:ext cx="184689" cy="21431"/>
                </a:xfrm>
                <a:custGeom>
                  <a:rect b="b" l="l" r="r" t="t"/>
                  <a:pathLst>
                    <a:path extrusionOk="0" h="21431" w="184689">
                      <a:moveTo>
                        <a:pt x="0" y="0"/>
                      </a:moveTo>
                      <a:lnTo>
                        <a:pt x="184689" y="0"/>
                      </a:lnTo>
                      <a:lnTo>
                        <a:pt x="184689" y="21431"/>
                      </a:lnTo>
                      <a:lnTo>
                        <a:pt x="-1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1208" name="Google Shape;1208;p40"/>
              <p:cNvSpPr/>
              <p:nvPr/>
            </p:nvSpPr>
            <p:spPr>
              <a:xfrm>
                <a:off x="10898599" y="3657790"/>
                <a:ext cx="112586" cy="112585"/>
              </a:xfrm>
              <a:custGeom>
                <a:rect b="b" l="l" r="r" t="t"/>
                <a:pathLst>
                  <a:path extrusionOk="0" h="112585" w="112586">
                    <a:moveTo>
                      <a:pt x="112586" y="112586"/>
                    </a:moveTo>
                    <a:lnTo>
                      <a:pt x="0" y="112586"/>
                    </a:lnTo>
                    <a:lnTo>
                      <a:pt x="0" y="0"/>
                    </a:lnTo>
                    <a:lnTo>
                      <a:pt x="0" y="0"/>
                    </a:lnTo>
                    <a:cubicBezTo>
                      <a:pt x="43910" y="43910"/>
                      <a:pt x="68581" y="68580"/>
                      <a:pt x="112586" y="112586"/>
                    </a:cubicBezTo>
                    <a:lnTo>
                      <a:pt x="112586" y="112586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209" name="Google Shape;1209;p40"/>
          <p:cNvGrpSpPr/>
          <p:nvPr/>
        </p:nvGrpSpPr>
        <p:grpSpPr>
          <a:xfrm>
            <a:off x="309868" y="711612"/>
            <a:ext cx="18197" cy="243247"/>
            <a:chOff x="10809827" y="4402455"/>
            <a:chExt cx="24764" cy="330993"/>
          </a:xfrm>
        </p:grpSpPr>
        <p:sp>
          <p:nvSpPr>
            <p:cNvPr id="1210" name="Google Shape;1210;p40"/>
            <p:cNvSpPr/>
            <p:nvPr/>
          </p:nvSpPr>
          <p:spPr>
            <a:xfrm>
              <a:off x="10822209" y="4414266"/>
              <a:ext cx="9525" cy="307467"/>
            </a:xfrm>
            <a:custGeom>
              <a:rect b="b" l="l" r="r" t="t"/>
              <a:pathLst>
                <a:path extrusionOk="0" h="307467" w="9525">
                  <a:moveTo>
                    <a:pt x="-1" y="307467"/>
                  </a:moveTo>
                  <a:lnTo>
                    <a:pt x="-1" y="0"/>
                  </a:lnTo>
                </a:path>
              </a:pathLst>
            </a:custGeom>
            <a:solidFill>
              <a:schemeClr val="accent4"/>
            </a:solidFill>
            <a:ln cap="flat" cmpd="sng" w="10950">
              <a:solidFill>
                <a:schemeClr val="accent4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1" name="Google Shape;1211;p40"/>
            <p:cNvSpPr/>
            <p:nvPr/>
          </p:nvSpPr>
          <p:spPr>
            <a:xfrm>
              <a:off x="10809827" y="4708683"/>
              <a:ext cx="24764" cy="24765"/>
            </a:xfrm>
            <a:custGeom>
              <a:rect b="b" l="l" r="r" t="t"/>
              <a:pathLst>
                <a:path extrusionOk="0" h="24765" w="24764">
                  <a:moveTo>
                    <a:pt x="24765" y="12382"/>
                  </a:moveTo>
                  <a:cubicBezTo>
                    <a:pt x="24765" y="19240"/>
                    <a:pt x="19241" y="24765"/>
                    <a:pt x="12382" y="24765"/>
                  </a:cubicBezTo>
                  <a:cubicBezTo>
                    <a:pt x="5524" y="24765"/>
                    <a:pt x="0" y="19240"/>
                    <a:pt x="0" y="12382"/>
                  </a:cubicBezTo>
                  <a:cubicBezTo>
                    <a:pt x="0" y="5524"/>
                    <a:pt x="5524" y="0"/>
                    <a:pt x="12382" y="0"/>
                  </a:cubicBezTo>
                  <a:cubicBezTo>
                    <a:pt x="19241" y="0"/>
                    <a:pt x="24765" y="5524"/>
                    <a:pt x="24765" y="12382"/>
                  </a:cubicBezTo>
                  <a:close/>
                </a:path>
              </a:pathLst>
            </a:cu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2" name="Google Shape;1212;p40"/>
            <p:cNvSpPr/>
            <p:nvPr/>
          </p:nvSpPr>
          <p:spPr>
            <a:xfrm>
              <a:off x="10809827" y="4402455"/>
              <a:ext cx="24764" cy="24764"/>
            </a:xfrm>
            <a:custGeom>
              <a:rect b="b" l="l" r="r" t="t"/>
              <a:pathLst>
                <a:path extrusionOk="0" h="24764" w="24764">
                  <a:moveTo>
                    <a:pt x="24765" y="12382"/>
                  </a:moveTo>
                  <a:cubicBezTo>
                    <a:pt x="24765" y="5524"/>
                    <a:pt x="19241" y="0"/>
                    <a:pt x="12382" y="0"/>
                  </a:cubicBezTo>
                  <a:cubicBezTo>
                    <a:pt x="5524" y="0"/>
                    <a:pt x="0" y="5524"/>
                    <a:pt x="0" y="12382"/>
                  </a:cubicBezTo>
                  <a:cubicBezTo>
                    <a:pt x="0" y="19240"/>
                    <a:pt x="5524" y="24765"/>
                    <a:pt x="12382" y="24765"/>
                  </a:cubicBezTo>
                  <a:cubicBezTo>
                    <a:pt x="19241" y="24765"/>
                    <a:pt x="24765" y="19240"/>
                    <a:pt x="24765" y="12382"/>
                  </a:cubicBezTo>
                  <a:close/>
                </a:path>
              </a:pathLst>
            </a:cu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13" name="Google Shape;1213;p40"/>
          <p:cNvGrpSpPr/>
          <p:nvPr/>
        </p:nvGrpSpPr>
        <p:grpSpPr>
          <a:xfrm>
            <a:off x="8421644" y="1045085"/>
            <a:ext cx="396068" cy="717683"/>
            <a:chOff x="1945386" y="5582316"/>
            <a:chExt cx="470725" cy="852963"/>
          </a:xfrm>
        </p:grpSpPr>
        <p:grpSp>
          <p:nvGrpSpPr>
            <p:cNvPr id="1214" name="Google Shape;1214;p40"/>
            <p:cNvGrpSpPr/>
            <p:nvPr/>
          </p:nvGrpSpPr>
          <p:grpSpPr>
            <a:xfrm>
              <a:off x="1945386" y="5582316"/>
              <a:ext cx="470725" cy="852963"/>
              <a:chOff x="1945386" y="5582316"/>
              <a:chExt cx="470725" cy="852963"/>
            </a:xfrm>
          </p:grpSpPr>
          <p:sp>
            <p:nvSpPr>
              <p:cNvPr id="1215" name="Google Shape;1215;p40"/>
              <p:cNvSpPr/>
              <p:nvPr/>
            </p:nvSpPr>
            <p:spPr>
              <a:xfrm>
                <a:off x="1945386" y="5582316"/>
                <a:ext cx="470725" cy="852963"/>
              </a:xfrm>
              <a:custGeom>
                <a:rect b="b" l="l" r="r" t="t"/>
                <a:pathLst>
                  <a:path extrusionOk="0" h="852963" w="470725">
                    <a:moveTo>
                      <a:pt x="435388" y="0"/>
                    </a:moveTo>
                    <a:cubicBezTo>
                      <a:pt x="454904" y="0"/>
                      <a:pt x="470726" y="15821"/>
                      <a:pt x="470726" y="35338"/>
                    </a:cubicBezTo>
                    <a:lnTo>
                      <a:pt x="470726" y="817626"/>
                    </a:lnTo>
                    <a:cubicBezTo>
                      <a:pt x="470726" y="837143"/>
                      <a:pt x="454904" y="852964"/>
                      <a:pt x="435388" y="852964"/>
                    </a:cubicBezTo>
                    <a:lnTo>
                      <a:pt x="35338" y="852964"/>
                    </a:lnTo>
                    <a:cubicBezTo>
                      <a:pt x="15821" y="852964"/>
                      <a:pt x="0" y="837143"/>
                      <a:pt x="0" y="817626"/>
                    </a:cubicBezTo>
                    <a:lnTo>
                      <a:pt x="0" y="35338"/>
                    </a:lnTo>
                    <a:cubicBezTo>
                      <a:pt x="0" y="15822"/>
                      <a:pt x="15821" y="0"/>
                      <a:pt x="35338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16" name="Google Shape;1216;p40"/>
              <p:cNvSpPr/>
              <p:nvPr/>
            </p:nvSpPr>
            <p:spPr>
              <a:xfrm>
                <a:off x="1965864" y="5625846"/>
                <a:ext cx="429577" cy="699420"/>
              </a:xfrm>
              <a:custGeom>
                <a:rect b="b" l="l" r="r" t="t"/>
                <a:pathLst>
                  <a:path extrusionOk="0" h="699420" w="429577">
                    <a:moveTo>
                      <a:pt x="0" y="0"/>
                    </a:moveTo>
                    <a:lnTo>
                      <a:pt x="429578" y="0"/>
                    </a:lnTo>
                    <a:lnTo>
                      <a:pt x="429578" y="699421"/>
                    </a:lnTo>
                    <a:lnTo>
                      <a:pt x="0" y="69942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217" name="Google Shape;1217;p40"/>
            <p:cNvSpPr/>
            <p:nvPr/>
          </p:nvSpPr>
          <p:spPr>
            <a:xfrm>
              <a:off x="1986438" y="6371462"/>
              <a:ext cx="388334" cy="32194"/>
            </a:xfrm>
            <a:custGeom>
              <a:rect b="b" l="l" r="r" t="t"/>
              <a:pathLst>
                <a:path extrusionOk="0" h="32194" w="388334">
                  <a:moveTo>
                    <a:pt x="88011" y="0"/>
                  </a:moveTo>
                  <a:lnTo>
                    <a:pt x="16097" y="0"/>
                  </a:lnTo>
                  <a:cubicBezTo>
                    <a:pt x="7239" y="0"/>
                    <a:pt x="0" y="7239"/>
                    <a:pt x="0" y="16097"/>
                  </a:cubicBezTo>
                  <a:cubicBezTo>
                    <a:pt x="0" y="24955"/>
                    <a:pt x="7239" y="32195"/>
                    <a:pt x="16097" y="32195"/>
                  </a:cubicBezTo>
                  <a:lnTo>
                    <a:pt x="88011" y="32195"/>
                  </a:lnTo>
                  <a:cubicBezTo>
                    <a:pt x="96869" y="32195"/>
                    <a:pt x="104108" y="24955"/>
                    <a:pt x="104108" y="16097"/>
                  </a:cubicBezTo>
                  <a:cubicBezTo>
                    <a:pt x="104108" y="7239"/>
                    <a:pt x="96869" y="0"/>
                    <a:pt x="88011" y="0"/>
                  </a:cubicBezTo>
                  <a:close/>
                  <a:moveTo>
                    <a:pt x="230124" y="0"/>
                  </a:moveTo>
                  <a:lnTo>
                    <a:pt x="158210" y="0"/>
                  </a:lnTo>
                  <a:cubicBezTo>
                    <a:pt x="149352" y="0"/>
                    <a:pt x="142113" y="7239"/>
                    <a:pt x="142113" y="16097"/>
                  </a:cubicBezTo>
                  <a:cubicBezTo>
                    <a:pt x="142113" y="24955"/>
                    <a:pt x="149352" y="32195"/>
                    <a:pt x="158210" y="32195"/>
                  </a:cubicBezTo>
                  <a:lnTo>
                    <a:pt x="230124" y="32195"/>
                  </a:lnTo>
                  <a:cubicBezTo>
                    <a:pt x="238982" y="32195"/>
                    <a:pt x="246221" y="24955"/>
                    <a:pt x="246221" y="16097"/>
                  </a:cubicBezTo>
                  <a:cubicBezTo>
                    <a:pt x="246221" y="7239"/>
                    <a:pt x="238982" y="0"/>
                    <a:pt x="230124" y="0"/>
                  </a:cubicBezTo>
                  <a:close/>
                  <a:moveTo>
                    <a:pt x="372237" y="0"/>
                  </a:moveTo>
                  <a:lnTo>
                    <a:pt x="300323" y="0"/>
                  </a:lnTo>
                  <a:cubicBezTo>
                    <a:pt x="291465" y="0"/>
                    <a:pt x="284226" y="7239"/>
                    <a:pt x="284226" y="16097"/>
                  </a:cubicBezTo>
                  <a:cubicBezTo>
                    <a:pt x="284226" y="24955"/>
                    <a:pt x="291465" y="32195"/>
                    <a:pt x="300323" y="32195"/>
                  </a:cubicBezTo>
                  <a:lnTo>
                    <a:pt x="372237" y="32195"/>
                  </a:lnTo>
                  <a:cubicBezTo>
                    <a:pt x="381095" y="32195"/>
                    <a:pt x="388334" y="24955"/>
                    <a:pt x="388334" y="16097"/>
                  </a:cubicBezTo>
                  <a:cubicBezTo>
                    <a:pt x="388334" y="7239"/>
                    <a:pt x="381095" y="0"/>
                    <a:pt x="37223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18" name="Google Shape;1218;p40"/>
          <p:cNvGrpSpPr/>
          <p:nvPr/>
        </p:nvGrpSpPr>
        <p:grpSpPr>
          <a:xfrm>
            <a:off x="8088695" y="57742"/>
            <a:ext cx="1061979" cy="558999"/>
            <a:chOff x="3859815" y="2867310"/>
            <a:chExt cx="1262157" cy="664368"/>
          </a:xfrm>
        </p:grpSpPr>
        <p:sp>
          <p:nvSpPr>
            <p:cNvPr id="1219" name="Google Shape;1219;p40"/>
            <p:cNvSpPr/>
            <p:nvPr/>
          </p:nvSpPr>
          <p:spPr>
            <a:xfrm>
              <a:off x="3859815" y="2867310"/>
              <a:ext cx="1262157" cy="664368"/>
            </a:xfrm>
            <a:custGeom>
              <a:rect b="b" l="l" r="r" t="t"/>
              <a:pathLst>
                <a:path extrusionOk="0" h="664368" w="1262157">
                  <a:moveTo>
                    <a:pt x="1102233" y="344424"/>
                  </a:moveTo>
                  <a:cubicBezTo>
                    <a:pt x="1090231" y="344424"/>
                    <a:pt x="1078611" y="345757"/>
                    <a:pt x="1067372" y="348234"/>
                  </a:cubicBezTo>
                  <a:cubicBezTo>
                    <a:pt x="1048131" y="223838"/>
                    <a:pt x="945166" y="127159"/>
                    <a:pt x="817816" y="117348"/>
                  </a:cubicBezTo>
                  <a:cubicBezTo>
                    <a:pt x="756856" y="45625"/>
                    <a:pt x="666083" y="0"/>
                    <a:pt x="564547" y="0"/>
                  </a:cubicBezTo>
                  <a:cubicBezTo>
                    <a:pt x="398526" y="0"/>
                    <a:pt x="260890" y="121825"/>
                    <a:pt x="236220" y="280988"/>
                  </a:cubicBezTo>
                  <a:cubicBezTo>
                    <a:pt x="222599" y="277939"/>
                    <a:pt x="208502" y="276320"/>
                    <a:pt x="194024" y="276320"/>
                  </a:cubicBezTo>
                  <a:cubicBezTo>
                    <a:pt x="86868" y="276320"/>
                    <a:pt x="0" y="363188"/>
                    <a:pt x="0" y="470345"/>
                  </a:cubicBezTo>
                  <a:cubicBezTo>
                    <a:pt x="0" y="577501"/>
                    <a:pt x="86868" y="664369"/>
                    <a:pt x="194024" y="664369"/>
                  </a:cubicBezTo>
                  <a:lnTo>
                    <a:pt x="1102138" y="664369"/>
                  </a:lnTo>
                  <a:cubicBezTo>
                    <a:pt x="1190530" y="664369"/>
                    <a:pt x="1262158" y="592741"/>
                    <a:pt x="1262158" y="504349"/>
                  </a:cubicBezTo>
                  <a:cubicBezTo>
                    <a:pt x="1262158" y="415957"/>
                    <a:pt x="1190530" y="344329"/>
                    <a:pt x="1102138" y="344329"/>
                  </a:cubicBezTo>
                  <a:close/>
                </a:path>
              </a:pathLst>
            </a:custGeom>
            <a:solidFill>
              <a:srgbClr val="42444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220" name="Google Shape;1220;p40"/>
            <p:cNvGrpSpPr/>
            <p:nvPr/>
          </p:nvGrpSpPr>
          <p:grpSpPr>
            <a:xfrm>
              <a:off x="4275677" y="3065525"/>
              <a:ext cx="334517" cy="380047"/>
              <a:chOff x="4275677" y="3065525"/>
              <a:chExt cx="334517" cy="380047"/>
            </a:xfrm>
          </p:grpSpPr>
          <p:grpSp>
            <p:nvGrpSpPr>
              <p:cNvPr id="1221" name="Google Shape;1221;p40"/>
              <p:cNvGrpSpPr/>
              <p:nvPr/>
            </p:nvGrpSpPr>
            <p:grpSpPr>
              <a:xfrm>
                <a:off x="4275677" y="3065525"/>
                <a:ext cx="334517" cy="380047"/>
                <a:chOff x="4275677" y="3065525"/>
                <a:chExt cx="334517" cy="380047"/>
              </a:xfrm>
            </p:grpSpPr>
            <p:grpSp>
              <p:nvGrpSpPr>
                <p:cNvPr id="1222" name="Google Shape;1222;p40"/>
                <p:cNvGrpSpPr/>
                <p:nvPr/>
              </p:nvGrpSpPr>
              <p:grpSpPr>
                <a:xfrm>
                  <a:off x="4275677" y="3301269"/>
                  <a:ext cx="334422" cy="144303"/>
                  <a:chOff x="4275677" y="3301269"/>
                  <a:chExt cx="334422" cy="144303"/>
                </a:xfrm>
              </p:grpSpPr>
              <p:sp>
                <p:nvSpPr>
                  <p:cNvPr id="1223" name="Google Shape;1223;p40"/>
                  <p:cNvSpPr/>
                  <p:nvPr/>
                </p:nvSpPr>
                <p:spPr>
                  <a:xfrm>
                    <a:off x="4275677" y="3331654"/>
                    <a:ext cx="334422" cy="113918"/>
                  </a:xfrm>
                  <a:custGeom>
                    <a:rect b="b" l="l" r="r" t="t"/>
                    <a:pathLst>
                      <a:path extrusionOk="0" h="113918" w="334422">
                        <a:moveTo>
                          <a:pt x="95" y="0"/>
                        </a:moveTo>
                        <a:lnTo>
                          <a:pt x="95" y="83534"/>
                        </a:lnTo>
                        <a:cubicBezTo>
                          <a:pt x="95" y="100298"/>
                          <a:pt x="74962" y="113919"/>
                          <a:pt x="167259" y="113919"/>
                        </a:cubicBezTo>
                        <a:cubicBezTo>
                          <a:pt x="259556" y="113919"/>
                          <a:pt x="334423" y="100298"/>
                          <a:pt x="334423" y="83534"/>
                        </a:cubicBezTo>
                        <a:lnTo>
                          <a:pt x="334423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CFD3D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224" name="Google Shape;1224;p40"/>
                  <p:cNvSpPr/>
                  <p:nvPr/>
                </p:nvSpPr>
                <p:spPr>
                  <a:xfrm>
                    <a:off x="4275772" y="3301269"/>
                    <a:ext cx="334327" cy="60769"/>
                  </a:xfrm>
                  <a:custGeom>
                    <a:rect b="b" l="l" r="r" t="t"/>
                    <a:pathLst>
                      <a:path extrusionOk="0" h="60769" w="334327">
                        <a:moveTo>
                          <a:pt x="334328" y="30385"/>
                        </a:moveTo>
                        <a:cubicBezTo>
                          <a:pt x="334328" y="47166"/>
                          <a:pt x="259486" y="60770"/>
                          <a:pt x="167164" y="60770"/>
                        </a:cubicBezTo>
                        <a:cubicBezTo>
                          <a:pt x="74842" y="60770"/>
                          <a:pt x="0" y="47166"/>
                          <a:pt x="0" y="30385"/>
                        </a:cubicBezTo>
                        <a:cubicBezTo>
                          <a:pt x="0" y="13604"/>
                          <a:pt x="74842" y="0"/>
                          <a:pt x="167164" y="0"/>
                        </a:cubicBezTo>
                        <a:cubicBezTo>
                          <a:pt x="259486" y="0"/>
                          <a:pt x="334328" y="13604"/>
                          <a:pt x="334328" y="30385"/>
                        </a:cubicBezTo>
                        <a:close/>
                      </a:path>
                    </a:pathLst>
                  </a:custGeom>
                  <a:solidFill>
                    <a:srgbClr val="E6EAF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1225" name="Google Shape;1225;p40"/>
                <p:cNvGrpSpPr/>
                <p:nvPr/>
              </p:nvGrpSpPr>
              <p:grpSpPr>
                <a:xfrm>
                  <a:off x="4275677" y="3183350"/>
                  <a:ext cx="334422" cy="144302"/>
                  <a:chOff x="4275677" y="3183350"/>
                  <a:chExt cx="334422" cy="144302"/>
                </a:xfrm>
              </p:grpSpPr>
              <p:sp>
                <p:nvSpPr>
                  <p:cNvPr id="1226" name="Google Shape;1226;p40"/>
                  <p:cNvSpPr/>
                  <p:nvPr/>
                </p:nvSpPr>
                <p:spPr>
                  <a:xfrm>
                    <a:off x="4275677" y="3213734"/>
                    <a:ext cx="334422" cy="113918"/>
                  </a:xfrm>
                  <a:custGeom>
                    <a:rect b="b" l="l" r="r" t="t"/>
                    <a:pathLst>
                      <a:path extrusionOk="0" h="113918" w="334422">
                        <a:moveTo>
                          <a:pt x="95" y="0"/>
                        </a:moveTo>
                        <a:lnTo>
                          <a:pt x="95" y="83534"/>
                        </a:lnTo>
                        <a:cubicBezTo>
                          <a:pt x="95" y="100298"/>
                          <a:pt x="74962" y="113919"/>
                          <a:pt x="167259" y="113919"/>
                        </a:cubicBezTo>
                        <a:cubicBezTo>
                          <a:pt x="259556" y="113919"/>
                          <a:pt x="334423" y="100298"/>
                          <a:pt x="334423" y="83534"/>
                        </a:cubicBezTo>
                        <a:lnTo>
                          <a:pt x="334423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CFD3D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227" name="Google Shape;1227;p40"/>
                  <p:cNvSpPr/>
                  <p:nvPr/>
                </p:nvSpPr>
                <p:spPr>
                  <a:xfrm>
                    <a:off x="4275772" y="3183350"/>
                    <a:ext cx="334327" cy="60769"/>
                  </a:xfrm>
                  <a:custGeom>
                    <a:rect b="b" l="l" r="r" t="t"/>
                    <a:pathLst>
                      <a:path extrusionOk="0" h="60769" w="334327">
                        <a:moveTo>
                          <a:pt x="334328" y="30385"/>
                        </a:moveTo>
                        <a:cubicBezTo>
                          <a:pt x="334328" y="47166"/>
                          <a:pt x="259486" y="60769"/>
                          <a:pt x="167164" y="60769"/>
                        </a:cubicBezTo>
                        <a:cubicBezTo>
                          <a:pt x="74842" y="60769"/>
                          <a:pt x="0" y="47166"/>
                          <a:pt x="0" y="30385"/>
                        </a:cubicBezTo>
                        <a:cubicBezTo>
                          <a:pt x="0" y="13604"/>
                          <a:pt x="74842" y="0"/>
                          <a:pt x="167164" y="0"/>
                        </a:cubicBezTo>
                        <a:cubicBezTo>
                          <a:pt x="259486" y="0"/>
                          <a:pt x="334328" y="13604"/>
                          <a:pt x="334328" y="30385"/>
                        </a:cubicBezTo>
                        <a:close/>
                      </a:path>
                    </a:pathLst>
                  </a:custGeom>
                  <a:solidFill>
                    <a:srgbClr val="E6EAF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1228" name="Google Shape;1228;p40"/>
                <p:cNvGrpSpPr/>
                <p:nvPr/>
              </p:nvGrpSpPr>
              <p:grpSpPr>
                <a:xfrm>
                  <a:off x="4275677" y="3065525"/>
                  <a:ext cx="334517" cy="144303"/>
                  <a:chOff x="4275677" y="3065525"/>
                  <a:chExt cx="334517" cy="144303"/>
                </a:xfrm>
              </p:grpSpPr>
              <p:sp>
                <p:nvSpPr>
                  <p:cNvPr id="1229" name="Google Shape;1229;p40"/>
                  <p:cNvSpPr/>
                  <p:nvPr/>
                </p:nvSpPr>
                <p:spPr>
                  <a:xfrm>
                    <a:off x="4275677" y="3095910"/>
                    <a:ext cx="334422" cy="113918"/>
                  </a:xfrm>
                  <a:custGeom>
                    <a:rect b="b" l="l" r="r" t="t"/>
                    <a:pathLst>
                      <a:path extrusionOk="0" h="113918" w="334422">
                        <a:moveTo>
                          <a:pt x="95" y="0"/>
                        </a:moveTo>
                        <a:lnTo>
                          <a:pt x="95" y="83534"/>
                        </a:lnTo>
                        <a:cubicBezTo>
                          <a:pt x="95" y="100298"/>
                          <a:pt x="74962" y="113919"/>
                          <a:pt x="167259" y="113919"/>
                        </a:cubicBezTo>
                        <a:cubicBezTo>
                          <a:pt x="259556" y="113919"/>
                          <a:pt x="334423" y="100298"/>
                          <a:pt x="334423" y="83534"/>
                        </a:cubicBezTo>
                        <a:lnTo>
                          <a:pt x="334423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CFD3D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230" name="Google Shape;1230;p40"/>
                  <p:cNvSpPr/>
                  <p:nvPr/>
                </p:nvSpPr>
                <p:spPr>
                  <a:xfrm>
                    <a:off x="4275867" y="3065525"/>
                    <a:ext cx="334327" cy="60769"/>
                  </a:xfrm>
                  <a:custGeom>
                    <a:rect b="b" l="l" r="r" t="t"/>
                    <a:pathLst>
                      <a:path extrusionOk="0" h="60769" w="334327">
                        <a:moveTo>
                          <a:pt x="334328" y="30385"/>
                        </a:moveTo>
                        <a:cubicBezTo>
                          <a:pt x="334328" y="47149"/>
                          <a:pt x="259461" y="60770"/>
                          <a:pt x="167164" y="60770"/>
                        </a:cubicBezTo>
                        <a:cubicBezTo>
                          <a:pt x="74866" y="60770"/>
                          <a:pt x="0" y="47149"/>
                          <a:pt x="0" y="30385"/>
                        </a:cubicBezTo>
                        <a:cubicBezTo>
                          <a:pt x="0" y="13621"/>
                          <a:pt x="74866" y="0"/>
                          <a:pt x="167164" y="0"/>
                        </a:cubicBezTo>
                        <a:cubicBezTo>
                          <a:pt x="259461" y="0"/>
                          <a:pt x="334328" y="13621"/>
                          <a:pt x="334328" y="30385"/>
                        </a:cubicBezTo>
                        <a:close/>
                      </a:path>
                    </a:pathLst>
                  </a:custGeom>
                  <a:solidFill>
                    <a:srgbClr val="E6EAF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1231" name="Google Shape;1231;p40"/>
              <p:cNvSpPr/>
              <p:nvPr/>
            </p:nvSpPr>
            <p:spPr>
              <a:xfrm>
                <a:off x="4529994" y="3140487"/>
                <a:ext cx="38100" cy="38100"/>
              </a:xfrm>
              <a:custGeom>
                <a:rect b="b" l="l" r="r" t="t"/>
                <a:pathLst>
                  <a:path extrusionOk="0" h="38100" w="38100">
                    <a:moveTo>
                      <a:pt x="38100" y="19050"/>
                    </a:moveTo>
                    <a:cubicBezTo>
                      <a:pt x="38100" y="29623"/>
                      <a:pt x="29528" y="38100"/>
                      <a:pt x="19050" y="38100"/>
                    </a:cubicBezTo>
                    <a:cubicBezTo>
                      <a:pt x="8572" y="38100"/>
                      <a:pt x="0" y="29528"/>
                      <a:pt x="0" y="19050"/>
                    </a:cubicBezTo>
                    <a:cubicBezTo>
                      <a:pt x="0" y="8572"/>
                      <a:pt x="8572" y="0"/>
                      <a:pt x="19050" y="0"/>
                    </a:cubicBezTo>
                    <a:cubicBezTo>
                      <a:pt x="29528" y="0"/>
                      <a:pt x="38100" y="8572"/>
                      <a:pt x="38100" y="19050"/>
                    </a:cubicBezTo>
                    <a:close/>
                  </a:path>
                </a:pathLst>
              </a:custGeom>
              <a:solidFill>
                <a:srgbClr val="55C0E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32" name="Google Shape;1232;p40"/>
              <p:cNvSpPr/>
              <p:nvPr/>
            </p:nvSpPr>
            <p:spPr>
              <a:xfrm>
                <a:off x="4529994" y="3256216"/>
                <a:ext cx="38100" cy="38100"/>
              </a:xfrm>
              <a:custGeom>
                <a:rect b="b" l="l" r="r" t="t"/>
                <a:pathLst>
                  <a:path extrusionOk="0" h="38100" w="38100">
                    <a:moveTo>
                      <a:pt x="38100" y="19050"/>
                    </a:moveTo>
                    <a:cubicBezTo>
                      <a:pt x="38100" y="29623"/>
                      <a:pt x="29528" y="38100"/>
                      <a:pt x="19050" y="38100"/>
                    </a:cubicBezTo>
                    <a:cubicBezTo>
                      <a:pt x="8572" y="38100"/>
                      <a:pt x="0" y="29528"/>
                      <a:pt x="0" y="19050"/>
                    </a:cubicBezTo>
                    <a:cubicBezTo>
                      <a:pt x="0" y="8573"/>
                      <a:pt x="8572" y="0"/>
                      <a:pt x="19050" y="0"/>
                    </a:cubicBezTo>
                    <a:cubicBezTo>
                      <a:pt x="29528" y="0"/>
                      <a:pt x="38100" y="8573"/>
                      <a:pt x="38100" y="19050"/>
                    </a:cubicBezTo>
                    <a:close/>
                  </a:path>
                </a:pathLst>
              </a:custGeom>
              <a:solidFill>
                <a:srgbClr val="E6EAF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33" name="Google Shape;1233;p40"/>
              <p:cNvSpPr/>
              <p:nvPr/>
            </p:nvSpPr>
            <p:spPr>
              <a:xfrm>
                <a:off x="4529994" y="3377088"/>
                <a:ext cx="38100" cy="38100"/>
              </a:xfrm>
              <a:custGeom>
                <a:rect b="b" l="l" r="r" t="t"/>
                <a:pathLst>
                  <a:path extrusionOk="0" h="38100" w="38100">
                    <a:moveTo>
                      <a:pt x="38100" y="19050"/>
                    </a:moveTo>
                    <a:cubicBezTo>
                      <a:pt x="38100" y="29623"/>
                      <a:pt x="29528" y="38100"/>
                      <a:pt x="19050" y="38100"/>
                    </a:cubicBezTo>
                    <a:cubicBezTo>
                      <a:pt x="8572" y="38100"/>
                      <a:pt x="0" y="29528"/>
                      <a:pt x="0" y="19050"/>
                    </a:cubicBezTo>
                    <a:cubicBezTo>
                      <a:pt x="0" y="8573"/>
                      <a:pt x="8572" y="0"/>
                      <a:pt x="19050" y="0"/>
                    </a:cubicBezTo>
                    <a:cubicBezTo>
                      <a:pt x="29528" y="0"/>
                      <a:pt x="38100" y="8573"/>
                      <a:pt x="38100" y="19050"/>
                    </a:cubicBezTo>
                    <a:close/>
                  </a:path>
                </a:pathLst>
              </a:custGeom>
              <a:solidFill>
                <a:srgbClr val="E6EAF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234" name="Google Shape;1234;p40"/>
          <p:cNvGrpSpPr/>
          <p:nvPr/>
        </p:nvGrpSpPr>
        <p:grpSpPr>
          <a:xfrm>
            <a:off x="8582238" y="611818"/>
            <a:ext cx="33124" cy="442802"/>
            <a:chOff x="10809827" y="4402455"/>
            <a:chExt cx="24764" cy="330993"/>
          </a:xfrm>
        </p:grpSpPr>
        <p:sp>
          <p:nvSpPr>
            <p:cNvPr id="1235" name="Google Shape;1235;p40"/>
            <p:cNvSpPr/>
            <p:nvPr/>
          </p:nvSpPr>
          <p:spPr>
            <a:xfrm>
              <a:off x="10822209" y="4414266"/>
              <a:ext cx="9525" cy="307467"/>
            </a:xfrm>
            <a:custGeom>
              <a:rect b="b" l="l" r="r" t="t"/>
              <a:pathLst>
                <a:path extrusionOk="0" h="307467" w="9525">
                  <a:moveTo>
                    <a:pt x="-1" y="307467"/>
                  </a:moveTo>
                  <a:lnTo>
                    <a:pt x="-1" y="0"/>
                  </a:lnTo>
                </a:path>
              </a:pathLst>
            </a:custGeom>
            <a:solidFill>
              <a:schemeClr val="accent4"/>
            </a:solidFill>
            <a:ln cap="flat" cmpd="sng" w="10950">
              <a:solidFill>
                <a:schemeClr val="accent4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6" name="Google Shape;1236;p40"/>
            <p:cNvSpPr/>
            <p:nvPr/>
          </p:nvSpPr>
          <p:spPr>
            <a:xfrm>
              <a:off x="10809827" y="4708683"/>
              <a:ext cx="24764" cy="24765"/>
            </a:xfrm>
            <a:custGeom>
              <a:rect b="b" l="l" r="r" t="t"/>
              <a:pathLst>
                <a:path extrusionOk="0" h="24765" w="24764">
                  <a:moveTo>
                    <a:pt x="24765" y="12382"/>
                  </a:moveTo>
                  <a:cubicBezTo>
                    <a:pt x="24765" y="19240"/>
                    <a:pt x="19241" y="24765"/>
                    <a:pt x="12382" y="24765"/>
                  </a:cubicBezTo>
                  <a:cubicBezTo>
                    <a:pt x="5524" y="24765"/>
                    <a:pt x="0" y="19240"/>
                    <a:pt x="0" y="12382"/>
                  </a:cubicBezTo>
                  <a:cubicBezTo>
                    <a:pt x="0" y="5524"/>
                    <a:pt x="5524" y="0"/>
                    <a:pt x="12382" y="0"/>
                  </a:cubicBezTo>
                  <a:cubicBezTo>
                    <a:pt x="19241" y="0"/>
                    <a:pt x="24765" y="5524"/>
                    <a:pt x="24765" y="12382"/>
                  </a:cubicBezTo>
                  <a:close/>
                </a:path>
              </a:pathLst>
            </a:cu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7" name="Google Shape;1237;p40"/>
            <p:cNvSpPr/>
            <p:nvPr/>
          </p:nvSpPr>
          <p:spPr>
            <a:xfrm>
              <a:off x="10809827" y="4402455"/>
              <a:ext cx="24764" cy="24764"/>
            </a:xfrm>
            <a:custGeom>
              <a:rect b="b" l="l" r="r" t="t"/>
              <a:pathLst>
                <a:path extrusionOk="0" h="24764" w="24764">
                  <a:moveTo>
                    <a:pt x="24765" y="12382"/>
                  </a:moveTo>
                  <a:cubicBezTo>
                    <a:pt x="24765" y="5524"/>
                    <a:pt x="19241" y="0"/>
                    <a:pt x="12382" y="0"/>
                  </a:cubicBezTo>
                  <a:cubicBezTo>
                    <a:pt x="5524" y="0"/>
                    <a:pt x="0" y="5524"/>
                    <a:pt x="0" y="12382"/>
                  </a:cubicBezTo>
                  <a:cubicBezTo>
                    <a:pt x="0" y="19240"/>
                    <a:pt x="5524" y="24765"/>
                    <a:pt x="12382" y="24765"/>
                  </a:cubicBezTo>
                  <a:cubicBezTo>
                    <a:pt x="19241" y="24765"/>
                    <a:pt x="24765" y="19240"/>
                    <a:pt x="24765" y="12382"/>
                  </a:cubicBezTo>
                  <a:close/>
                </a:path>
              </a:pathLst>
            </a:cu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5">
    <p:spTree>
      <p:nvGrpSpPr>
        <p:cNvPr id="1238" name="Shape 1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" name="Google Shape;1239;p41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240" name="Google Shape;1240;p41"/>
          <p:cNvSpPr txBox="1"/>
          <p:nvPr>
            <p:ph idx="1" type="subTitle"/>
          </p:nvPr>
        </p:nvSpPr>
        <p:spPr>
          <a:xfrm>
            <a:off x="1253225" y="2053700"/>
            <a:ext cx="2811000" cy="103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241" name="Google Shape;1241;p41"/>
          <p:cNvSpPr txBox="1"/>
          <p:nvPr>
            <p:ph idx="2" type="subTitle"/>
          </p:nvPr>
        </p:nvSpPr>
        <p:spPr>
          <a:xfrm>
            <a:off x="5079776" y="2053700"/>
            <a:ext cx="2811000" cy="103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242" name="Google Shape;1242;p41"/>
          <p:cNvSpPr txBox="1"/>
          <p:nvPr>
            <p:ph idx="3" type="subTitle"/>
          </p:nvPr>
        </p:nvSpPr>
        <p:spPr>
          <a:xfrm>
            <a:off x="1253225" y="3565300"/>
            <a:ext cx="2811000" cy="103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243" name="Google Shape;1243;p41"/>
          <p:cNvSpPr txBox="1"/>
          <p:nvPr>
            <p:ph idx="4" type="subTitle"/>
          </p:nvPr>
        </p:nvSpPr>
        <p:spPr>
          <a:xfrm>
            <a:off x="5079776" y="3565300"/>
            <a:ext cx="2811000" cy="103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244" name="Google Shape;1244;p41"/>
          <p:cNvSpPr txBox="1"/>
          <p:nvPr>
            <p:ph idx="5" type="subTitle"/>
          </p:nvPr>
        </p:nvSpPr>
        <p:spPr>
          <a:xfrm>
            <a:off x="1253225" y="1363500"/>
            <a:ext cx="2811000" cy="69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8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245" name="Google Shape;1245;p41"/>
          <p:cNvSpPr txBox="1"/>
          <p:nvPr>
            <p:ph idx="6" type="subTitle"/>
          </p:nvPr>
        </p:nvSpPr>
        <p:spPr>
          <a:xfrm>
            <a:off x="1253225" y="2875125"/>
            <a:ext cx="2811000" cy="69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8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246" name="Google Shape;1246;p41"/>
          <p:cNvSpPr txBox="1"/>
          <p:nvPr>
            <p:ph idx="7" type="subTitle"/>
          </p:nvPr>
        </p:nvSpPr>
        <p:spPr>
          <a:xfrm>
            <a:off x="5079750" y="1363500"/>
            <a:ext cx="2811000" cy="69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8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247" name="Google Shape;1247;p41"/>
          <p:cNvSpPr txBox="1"/>
          <p:nvPr>
            <p:ph idx="8" type="subTitle"/>
          </p:nvPr>
        </p:nvSpPr>
        <p:spPr>
          <a:xfrm>
            <a:off x="5079750" y="2875125"/>
            <a:ext cx="2811000" cy="69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8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248" name="Google Shape;1248;p41"/>
          <p:cNvSpPr/>
          <p:nvPr/>
        </p:nvSpPr>
        <p:spPr>
          <a:xfrm flipH="1" rot="8819869">
            <a:off x="7035528" y="3933627"/>
            <a:ext cx="3158468" cy="2509642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9" name="Google Shape;1249;p41"/>
          <p:cNvSpPr/>
          <p:nvPr/>
        </p:nvSpPr>
        <p:spPr>
          <a:xfrm flipH="1" rot="-3657034">
            <a:off x="-1336268" y="-858934"/>
            <a:ext cx="2746020" cy="1921695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250" name="Google Shape;1250;p41"/>
          <p:cNvGrpSpPr/>
          <p:nvPr/>
        </p:nvGrpSpPr>
        <p:grpSpPr>
          <a:xfrm>
            <a:off x="65066" y="4373044"/>
            <a:ext cx="878158" cy="654532"/>
            <a:chOff x="1114425" y="4361211"/>
            <a:chExt cx="573023" cy="427101"/>
          </a:xfrm>
        </p:grpSpPr>
        <p:grpSp>
          <p:nvGrpSpPr>
            <p:cNvPr id="1251" name="Google Shape;1251;p41"/>
            <p:cNvGrpSpPr/>
            <p:nvPr/>
          </p:nvGrpSpPr>
          <p:grpSpPr>
            <a:xfrm>
              <a:off x="1114425" y="4361211"/>
              <a:ext cx="573023" cy="427101"/>
              <a:chOff x="1114425" y="4361211"/>
              <a:chExt cx="573023" cy="427101"/>
            </a:xfrm>
          </p:grpSpPr>
          <p:sp>
            <p:nvSpPr>
              <p:cNvPr id="1252" name="Google Shape;1252;p41"/>
              <p:cNvSpPr/>
              <p:nvPr/>
            </p:nvSpPr>
            <p:spPr>
              <a:xfrm>
                <a:off x="1241964" y="4361211"/>
                <a:ext cx="445484" cy="299466"/>
              </a:xfrm>
              <a:custGeom>
                <a:rect b="b" l="l" r="r" t="t"/>
                <a:pathLst>
                  <a:path extrusionOk="0" h="299466" w="445484">
                    <a:moveTo>
                      <a:pt x="139160" y="7715"/>
                    </a:moveTo>
                    <a:lnTo>
                      <a:pt x="173450" y="42005"/>
                    </a:lnTo>
                    <a:cubicBezTo>
                      <a:pt x="178403" y="46958"/>
                      <a:pt x="185166" y="49721"/>
                      <a:pt x="192215" y="49721"/>
                    </a:cubicBezTo>
                    <a:lnTo>
                      <a:pt x="419005" y="49721"/>
                    </a:lnTo>
                    <a:cubicBezTo>
                      <a:pt x="433673" y="49721"/>
                      <a:pt x="445484" y="61627"/>
                      <a:pt x="445484" y="76200"/>
                    </a:cubicBezTo>
                    <a:lnTo>
                      <a:pt x="445484" y="272987"/>
                    </a:lnTo>
                    <a:cubicBezTo>
                      <a:pt x="445484" y="287655"/>
                      <a:pt x="433578" y="299466"/>
                      <a:pt x="419005" y="299466"/>
                    </a:cubicBezTo>
                    <a:lnTo>
                      <a:pt x="26479" y="299466"/>
                    </a:lnTo>
                    <a:cubicBezTo>
                      <a:pt x="11811" y="299466"/>
                      <a:pt x="0" y="287560"/>
                      <a:pt x="0" y="272987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79" y="0"/>
                    </a:cubicBezTo>
                    <a:lnTo>
                      <a:pt x="120396" y="0"/>
                    </a:lnTo>
                    <a:cubicBezTo>
                      <a:pt x="127445" y="0"/>
                      <a:pt x="134207" y="2762"/>
                      <a:pt x="139160" y="7715"/>
                    </a:cubicBezTo>
                    <a:close/>
                  </a:path>
                </a:pathLst>
              </a:custGeom>
              <a:solidFill>
                <a:srgbClr val="35363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53" name="Google Shape;1253;p41"/>
              <p:cNvSpPr/>
              <p:nvPr/>
            </p:nvSpPr>
            <p:spPr>
              <a:xfrm>
                <a:off x="1178242" y="4425029"/>
                <a:ext cx="445484" cy="299466"/>
              </a:xfrm>
              <a:custGeom>
                <a:rect b="b" l="l" r="r" t="t"/>
                <a:pathLst>
                  <a:path extrusionOk="0" h="299466" w="445484">
                    <a:moveTo>
                      <a:pt x="139160" y="7620"/>
                    </a:moveTo>
                    <a:lnTo>
                      <a:pt x="173450" y="41910"/>
                    </a:lnTo>
                    <a:cubicBezTo>
                      <a:pt x="178403" y="46863"/>
                      <a:pt x="185166" y="49721"/>
                      <a:pt x="192215" y="49721"/>
                    </a:cubicBezTo>
                    <a:lnTo>
                      <a:pt x="419005" y="49721"/>
                    </a:lnTo>
                    <a:cubicBezTo>
                      <a:pt x="433673" y="49721"/>
                      <a:pt x="445484" y="61627"/>
                      <a:pt x="445484" y="76200"/>
                    </a:cubicBezTo>
                    <a:lnTo>
                      <a:pt x="445484" y="272987"/>
                    </a:lnTo>
                    <a:cubicBezTo>
                      <a:pt x="445484" y="287655"/>
                      <a:pt x="433578" y="299466"/>
                      <a:pt x="419005" y="299466"/>
                    </a:cubicBezTo>
                    <a:lnTo>
                      <a:pt x="26479" y="299466"/>
                    </a:lnTo>
                    <a:cubicBezTo>
                      <a:pt x="11811" y="299466"/>
                      <a:pt x="0" y="287560"/>
                      <a:pt x="0" y="272987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79" y="0"/>
                    </a:cubicBezTo>
                    <a:lnTo>
                      <a:pt x="120396" y="0"/>
                    </a:lnTo>
                    <a:cubicBezTo>
                      <a:pt x="127445" y="0"/>
                      <a:pt x="134207" y="2762"/>
                      <a:pt x="139160" y="7715"/>
                    </a:cubicBezTo>
                    <a:close/>
                  </a:path>
                </a:pathLst>
              </a:custGeom>
              <a:solidFill>
                <a:srgbClr val="42444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54" name="Google Shape;1254;p41"/>
              <p:cNvSpPr/>
              <p:nvPr/>
            </p:nvSpPr>
            <p:spPr>
              <a:xfrm>
                <a:off x="1114425" y="4488846"/>
                <a:ext cx="445484" cy="299466"/>
              </a:xfrm>
              <a:custGeom>
                <a:rect b="b" l="l" r="r" t="t"/>
                <a:pathLst>
                  <a:path extrusionOk="0" h="299466" w="445484">
                    <a:moveTo>
                      <a:pt x="139160" y="7620"/>
                    </a:moveTo>
                    <a:lnTo>
                      <a:pt x="173450" y="41910"/>
                    </a:lnTo>
                    <a:cubicBezTo>
                      <a:pt x="178403" y="46863"/>
                      <a:pt x="185166" y="49721"/>
                      <a:pt x="192215" y="49721"/>
                    </a:cubicBezTo>
                    <a:lnTo>
                      <a:pt x="419005" y="49721"/>
                    </a:lnTo>
                    <a:cubicBezTo>
                      <a:pt x="433673" y="49721"/>
                      <a:pt x="445484" y="61627"/>
                      <a:pt x="445484" y="76200"/>
                    </a:cubicBezTo>
                    <a:lnTo>
                      <a:pt x="445484" y="272987"/>
                    </a:lnTo>
                    <a:cubicBezTo>
                      <a:pt x="445484" y="287655"/>
                      <a:pt x="433578" y="299466"/>
                      <a:pt x="419005" y="299466"/>
                    </a:cubicBezTo>
                    <a:lnTo>
                      <a:pt x="26480" y="299466"/>
                    </a:lnTo>
                    <a:cubicBezTo>
                      <a:pt x="11811" y="299466"/>
                      <a:pt x="0" y="287560"/>
                      <a:pt x="0" y="272987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80" y="0"/>
                    </a:cubicBezTo>
                    <a:lnTo>
                      <a:pt x="120396" y="0"/>
                    </a:lnTo>
                    <a:cubicBezTo>
                      <a:pt x="127445" y="0"/>
                      <a:pt x="134207" y="2762"/>
                      <a:pt x="139160" y="7811"/>
                    </a:cubicBezTo>
                    <a:close/>
                  </a:path>
                </a:pathLst>
              </a:custGeom>
              <a:solidFill>
                <a:srgbClr val="6F708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255" name="Google Shape;1255;p41"/>
            <p:cNvSpPr/>
            <p:nvPr/>
          </p:nvSpPr>
          <p:spPr>
            <a:xfrm>
              <a:off x="1303210" y="4628965"/>
              <a:ext cx="68735" cy="82063"/>
            </a:xfrm>
            <a:custGeom>
              <a:rect b="b" l="l" r="r" t="t"/>
              <a:pathLst>
                <a:path extrusionOk="0" h="82063" w="68735">
                  <a:moveTo>
                    <a:pt x="0" y="6471"/>
                  </a:moveTo>
                  <a:lnTo>
                    <a:pt x="0" y="75527"/>
                  </a:lnTo>
                  <a:cubicBezTo>
                    <a:pt x="0" y="80575"/>
                    <a:pt x="5524" y="83719"/>
                    <a:pt x="9811" y="81147"/>
                  </a:cubicBezTo>
                  <a:lnTo>
                    <a:pt x="65532" y="48095"/>
                  </a:lnTo>
                  <a:cubicBezTo>
                    <a:pt x="69723" y="45619"/>
                    <a:pt x="69818" y="39618"/>
                    <a:pt x="65723" y="37046"/>
                  </a:cubicBezTo>
                  <a:lnTo>
                    <a:pt x="10001" y="1042"/>
                  </a:lnTo>
                  <a:cubicBezTo>
                    <a:pt x="5715" y="-1721"/>
                    <a:pt x="0" y="1327"/>
                    <a:pt x="0" y="647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56" name="Google Shape;1256;p41"/>
          <p:cNvGrpSpPr/>
          <p:nvPr/>
        </p:nvGrpSpPr>
        <p:grpSpPr>
          <a:xfrm>
            <a:off x="8114970" y="266839"/>
            <a:ext cx="829992" cy="750888"/>
            <a:chOff x="8114596" y="445039"/>
            <a:chExt cx="633002" cy="572716"/>
          </a:xfrm>
        </p:grpSpPr>
        <p:grpSp>
          <p:nvGrpSpPr>
            <p:cNvPr id="1257" name="Google Shape;1257;p41"/>
            <p:cNvGrpSpPr/>
            <p:nvPr/>
          </p:nvGrpSpPr>
          <p:grpSpPr>
            <a:xfrm>
              <a:off x="8114596" y="445039"/>
              <a:ext cx="633002" cy="572716"/>
              <a:chOff x="7189660" y="520827"/>
              <a:chExt cx="598074" cy="541115"/>
            </a:xfrm>
          </p:grpSpPr>
          <p:sp>
            <p:nvSpPr>
              <p:cNvPr id="1258" name="Google Shape;1258;p41"/>
              <p:cNvSpPr/>
              <p:nvPr/>
            </p:nvSpPr>
            <p:spPr>
              <a:xfrm>
                <a:off x="7189660" y="520827"/>
                <a:ext cx="598074" cy="541115"/>
              </a:xfrm>
              <a:custGeom>
                <a:rect b="b" l="l" r="r" t="t"/>
                <a:pathLst>
                  <a:path extrusionOk="0" h="541115" w="598074">
                    <a:moveTo>
                      <a:pt x="557022" y="0"/>
                    </a:moveTo>
                    <a:cubicBezTo>
                      <a:pt x="579695" y="0"/>
                      <a:pt x="598075" y="18380"/>
                      <a:pt x="598075" y="41053"/>
                    </a:cubicBezTo>
                    <a:lnTo>
                      <a:pt x="598075" y="500063"/>
                    </a:lnTo>
                    <a:cubicBezTo>
                      <a:pt x="598075" y="522735"/>
                      <a:pt x="579695" y="541115"/>
                      <a:pt x="557022" y="541115"/>
                    </a:cubicBezTo>
                    <a:lnTo>
                      <a:pt x="41053" y="541115"/>
                    </a:lnTo>
                    <a:cubicBezTo>
                      <a:pt x="18380" y="541115"/>
                      <a:pt x="0" y="522735"/>
                      <a:pt x="0" y="500063"/>
                    </a:cubicBezTo>
                    <a:lnTo>
                      <a:pt x="0" y="41053"/>
                    </a:lnTo>
                    <a:cubicBezTo>
                      <a:pt x="0" y="18380"/>
                      <a:pt x="18380" y="0"/>
                      <a:pt x="410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259" name="Google Shape;1259;p41"/>
              <p:cNvGrpSpPr/>
              <p:nvPr/>
            </p:nvGrpSpPr>
            <p:grpSpPr>
              <a:xfrm>
                <a:off x="7579137" y="551973"/>
                <a:ext cx="164782" cy="41529"/>
                <a:chOff x="7579137" y="551973"/>
                <a:chExt cx="164782" cy="41529"/>
              </a:xfrm>
            </p:grpSpPr>
            <p:sp>
              <p:nvSpPr>
                <p:cNvPr id="1260" name="Google Shape;1260;p41"/>
                <p:cNvSpPr/>
                <p:nvPr/>
              </p:nvSpPr>
              <p:spPr>
                <a:xfrm>
                  <a:off x="7702391" y="551973"/>
                  <a:ext cx="41528" cy="41529"/>
                </a:xfrm>
                <a:custGeom>
                  <a:rect b="b" l="l" r="r" t="t"/>
                  <a:pathLst>
                    <a:path extrusionOk="0" h="41529" w="41528">
                      <a:moveTo>
                        <a:pt x="41529" y="20765"/>
                      </a:moveTo>
                      <a:cubicBezTo>
                        <a:pt x="41529" y="32290"/>
                        <a:pt x="32195" y="41529"/>
                        <a:pt x="20764" y="41529"/>
                      </a:cubicBezTo>
                      <a:cubicBezTo>
                        <a:pt x="9334" y="41529"/>
                        <a:pt x="0" y="32195"/>
                        <a:pt x="0" y="20765"/>
                      </a:cubicBezTo>
                      <a:cubicBezTo>
                        <a:pt x="0" y="9335"/>
                        <a:pt x="9334" y="0"/>
                        <a:pt x="20764" y="0"/>
                      </a:cubicBezTo>
                      <a:cubicBezTo>
                        <a:pt x="32195" y="0"/>
                        <a:pt x="41529" y="9335"/>
                        <a:pt x="41529" y="20765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61" name="Google Shape;1261;p41"/>
                <p:cNvSpPr/>
                <p:nvPr/>
              </p:nvSpPr>
              <p:spPr>
                <a:xfrm>
                  <a:off x="7640764" y="551973"/>
                  <a:ext cx="41528" cy="41529"/>
                </a:xfrm>
                <a:custGeom>
                  <a:rect b="b" l="l" r="r" t="t"/>
                  <a:pathLst>
                    <a:path extrusionOk="0" h="41529" w="41528">
                      <a:moveTo>
                        <a:pt x="41529" y="20765"/>
                      </a:moveTo>
                      <a:cubicBezTo>
                        <a:pt x="41529" y="32290"/>
                        <a:pt x="32195" y="41529"/>
                        <a:pt x="20764" y="41529"/>
                      </a:cubicBezTo>
                      <a:cubicBezTo>
                        <a:pt x="9334" y="41529"/>
                        <a:pt x="0" y="32195"/>
                        <a:pt x="0" y="20765"/>
                      </a:cubicBezTo>
                      <a:cubicBezTo>
                        <a:pt x="0" y="9335"/>
                        <a:pt x="9334" y="0"/>
                        <a:pt x="20764" y="0"/>
                      </a:cubicBezTo>
                      <a:cubicBezTo>
                        <a:pt x="32195" y="0"/>
                        <a:pt x="41529" y="9335"/>
                        <a:pt x="41529" y="20765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62" name="Google Shape;1262;p41"/>
                <p:cNvSpPr/>
                <p:nvPr/>
              </p:nvSpPr>
              <p:spPr>
                <a:xfrm>
                  <a:off x="7579137" y="551973"/>
                  <a:ext cx="41528" cy="41529"/>
                </a:xfrm>
                <a:custGeom>
                  <a:rect b="b" l="l" r="r" t="t"/>
                  <a:pathLst>
                    <a:path extrusionOk="0" h="41529" w="41528">
                      <a:moveTo>
                        <a:pt x="41529" y="20765"/>
                      </a:moveTo>
                      <a:cubicBezTo>
                        <a:pt x="41529" y="32290"/>
                        <a:pt x="32195" y="41529"/>
                        <a:pt x="20764" y="41529"/>
                      </a:cubicBezTo>
                      <a:cubicBezTo>
                        <a:pt x="9334" y="41529"/>
                        <a:pt x="0" y="32195"/>
                        <a:pt x="0" y="20765"/>
                      </a:cubicBezTo>
                      <a:cubicBezTo>
                        <a:pt x="0" y="9335"/>
                        <a:pt x="9334" y="0"/>
                        <a:pt x="20764" y="0"/>
                      </a:cubicBezTo>
                      <a:cubicBezTo>
                        <a:pt x="32195" y="0"/>
                        <a:pt x="41529" y="9335"/>
                        <a:pt x="41529" y="20765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263" name="Google Shape;1263;p41"/>
            <p:cNvGrpSpPr/>
            <p:nvPr/>
          </p:nvGrpSpPr>
          <p:grpSpPr>
            <a:xfrm>
              <a:off x="8184962" y="619646"/>
              <a:ext cx="498115" cy="257273"/>
              <a:chOff x="7256144" y="685800"/>
              <a:chExt cx="470630" cy="243077"/>
            </a:xfrm>
          </p:grpSpPr>
          <p:sp>
            <p:nvSpPr>
              <p:cNvPr id="1264" name="Google Shape;1264;p41"/>
              <p:cNvSpPr/>
              <p:nvPr/>
            </p:nvSpPr>
            <p:spPr>
              <a:xfrm>
                <a:off x="7256144" y="694753"/>
                <a:ext cx="218503" cy="218217"/>
              </a:xfrm>
              <a:custGeom>
                <a:rect b="b" l="l" r="r" t="t"/>
                <a:pathLst>
                  <a:path extrusionOk="0" h="218217" w="218503">
                    <a:moveTo>
                      <a:pt x="216598" y="129540"/>
                    </a:moveTo>
                    <a:cubicBezTo>
                      <a:pt x="217837" y="122968"/>
                      <a:pt x="218504" y="116110"/>
                      <a:pt x="218504" y="109156"/>
                    </a:cubicBezTo>
                    <a:cubicBezTo>
                      <a:pt x="218504" y="102203"/>
                      <a:pt x="217837" y="95440"/>
                      <a:pt x="216598" y="88773"/>
                    </a:cubicBezTo>
                    <a:lnTo>
                      <a:pt x="181261" y="88773"/>
                    </a:lnTo>
                    <a:cubicBezTo>
                      <a:pt x="179641" y="83058"/>
                      <a:pt x="177451" y="77724"/>
                      <a:pt x="174593" y="72676"/>
                    </a:cubicBezTo>
                    <a:lnTo>
                      <a:pt x="199549" y="47720"/>
                    </a:lnTo>
                    <a:cubicBezTo>
                      <a:pt x="191834" y="36385"/>
                      <a:pt x="182118" y="26670"/>
                      <a:pt x="170783" y="18955"/>
                    </a:cubicBezTo>
                    <a:lnTo>
                      <a:pt x="145732" y="44005"/>
                    </a:lnTo>
                    <a:cubicBezTo>
                      <a:pt x="140684" y="41148"/>
                      <a:pt x="135255" y="38957"/>
                      <a:pt x="129635" y="37338"/>
                    </a:cubicBezTo>
                    <a:lnTo>
                      <a:pt x="129635" y="1905"/>
                    </a:lnTo>
                    <a:cubicBezTo>
                      <a:pt x="123063" y="667"/>
                      <a:pt x="116205" y="0"/>
                      <a:pt x="109252" y="0"/>
                    </a:cubicBezTo>
                    <a:cubicBezTo>
                      <a:pt x="102298" y="0"/>
                      <a:pt x="95536" y="667"/>
                      <a:pt x="88868" y="1905"/>
                    </a:cubicBezTo>
                    <a:lnTo>
                      <a:pt x="88868" y="37338"/>
                    </a:lnTo>
                    <a:cubicBezTo>
                      <a:pt x="83154" y="38957"/>
                      <a:pt x="77819" y="41148"/>
                      <a:pt x="72771" y="44005"/>
                    </a:cubicBezTo>
                    <a:lnTo>
                      <a:pt x="47720" y="18955"/>
                    </a:lnTo>
                    <a:cubicBezTo>
                      <a:pt x="36386" y="26670"/>
                      <a:pt x="26670" y="36481"/>
                      <a:pt x="18955" y="47720"/>
                    </a:cubicBezTo>
                    <a:lnTo>
                      <a:pt x="43910" y="72676"/>
                    </a:lnTo>
                    <a:cubicBezTo>
                      <a:pt x="41053" y="77724"/>
                      <a:pt x="38862" y="83153"/>
                      <a:pt x="37243" y="88773"/>
                    </a:cubicBezTo>
                    <a:lnTo>
                      <a:pt x="1905" y="88773"/>
                    </a:lnTo>
                    <a:cubicBezTo>
                      <a:pt x="667" y="95345"/>
                      <a:pt x="0" y="102203"/>
                      <a:pt x="0" y="109156"/>
                    </a:cubicBezTo>
                    <a:cubicBezTo>
                      <a:pt x="0" y="116110"/>
                      <a:pt x="667" y="122873"/>
                      <a:pt x="1905" y="129540"/>
                    </a:cubicBezTo>
                    <a:lnTo>
                      <a:pt x="37243" y="129540"/>
                    </a:lnTo>
                    <a:cubicBezTo>
                      <a:pt x="38862" y="135255"/>
                      <a:pt x="41053" y="140589"/>
                      <a:pt x="43910" y="145637"/>
                    </a:cubicBezTo>
                    <a:lnTo>
                      <a:pt x="18955" y="170593"/>
                    </a:lnTo>
                    <a:cubicBezTo>
                      <a:pt x="26670" y="181928"/>
                      <a:pt x="36386" y="191643"/>
                      <a:pt x="47720" y="199358"/>
                    </a:cubicBezTo>
                    <a:lnTo>
                      <a:pt x="72771" y="174308"/>
                    </a:lnTo>
                    <a:cubicBezTo>
                      <a:pt x="77819" y="177165"/>
                      <a:pt x="83248" y="179356"/>
                      <a:pt x="88868" y="180975"/>
                    </a:cubicBezTo>
                    <a:lnTo>
                      <a:pt x="88868" y="216313"/>
                    </a:lnTo>
                    <a:cubicBezTo>
                      <a:pt x="95441" y="217551"/>
                      <a:pt x="102298" y="218218"/>
                      <a:pt x="109252" y="218218"/>
                    </a:cubicBezTo>
                    <a:cubicBezTo>
                      <a:pt x="116205" y="218218"/>
                      <a:pt x="122968" y="217551"/>
                      <a:pt x="129635" y="216313"/>
                    </a:cubicBezTo>
                    <a:lnTo>
                      <a:pt x="129635" y="180975"/>
                    </a:lnTo>
                    <a:cubicBezTo>
                      <a:pt x="135350" y="179356"/>
                      <a:pt x="140684" y="177070"/>
                      <a:pt x="145732" y="174308"/>
                    </a:cubicBezTo>
                    <a:lnTo>
                      <a:pt x="170783" y="199358"/>
                    </a:lnTo>
                    <a:cubicBezTo>
                      <a:pt x="182118" y="191643"/>
                      <a:pt x="191834" y="181928"/>
                      <a:pt x="199549" y="170593"/>
                    </a:cubicBezTo>
                    <a:lnTo>
                      <a:pt x="174593" y="145542"/>
                    </a:lnTo>
                    <a:cubicBezTo>
                      <a:pt x="177451" y="140494"/>
                      <a:pt x="179641" y="135064"/>
                      <a:pt x="181261" y="129445"/>
                    </a:cubicBezTo>
                    <a:lnTo>
                      <a:pt x="216598" y="129445"/>
                    </a:lnTo>
                    <a:close/>
                    <a:moveTo>
                      <a:pt x="109252" y="131255"/>
                    </a:moveTo>
                    <a:cubicBezTo>
                      <a:pt x="97060" y="131255"/>
                      <a:pt x="87249" y="121349"/>
                      <a:pt x="87249" y="109252"/>
                    </a:cubicBezTo>
                    <a:cubicBezTo>
                      <a:pt x="87249" y="97155"/>
                      <a:pt x="97155" y="87249"/>
                      <a:pt x="109252" y="87249"/>
                    </a:cubicBezTo>
                    <a:cubicBezTo>
                      <a:pt x="121348" y="87249"/>
                      <a:pt x="131255" y="97155"/>
                      <a:pt x="131255" y="109252"/>
                    </a:cubicBezTo>
                    <a:cubicBezTo>
                      <a:pt x="131255" y="121349"/>
                      <a:pt x="121348" y="131255"/>
                      <a:pt x="109252" y="131255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265" name="Google Shape;1265;p41"/>
              <p:cNvGrpSpPr/>
              <p:nvPr/>
            </p:nvGrpSpPr>
            <p:grpSpPr>
              <a:xfrm>
                <a:off x="7512843" y="685800"/>
                <a:ext cx="213931" cy="243077"/>
                <a:chOff x="7512843" y="685800"/>
                <a:chExt cx="213931" cy="243077"/>
              </a:xfrm>
            </p:grpSpPr>
            <p:grpSp>
              <p:nvGrpSpPr>
                <p:cNvPr id="1266" name="Google Shape;1266;p41"/>
                <p:cNvGrpSpPr/>
                <p:nvPr/>
              </p:nvGrpSpPr>
              <p:grpSpPr>
                <a:xfrm>
                  <a:off x="7512843" y="836580"/>
                  <a:ext cx="213931" cy="92297"/>
                  <a:chOff x="7512843" y="836580"/>
                  <a:chExt cx="213931" cy="92297"/>
                </a:xfrm>
              </p:grpSpPr>
              <p:sp>
                <p:nvSpPr>
                  <p:cNvPr id="1267" name="Google Shape;1267;p41"/>
                  <p:cNvSpPr/>
                  <p:nvPr/>
                </p:nvSpPr>
                <p:spPr>
                  <a:xfrm>
                    <a:off x="7512843" y="856011"/>
                    <a:ext cx="213931" cy="72866"/>
                  </a:xfrm>
                  <a:custGeom>
                    <a:rect b="b" l="l" r="r" t="t"/>
                    <a:pathLst>
                      <a:path extrusionOk="0" h="72866" w="213931">
                        <a:moveTo>
                          <a:pt x="0" y="0"/>
                        </a:moveTo>
                        <a:lnTo>
                          <a:pt x="0" y="53435"/>
                        </a:lnTo>
                        <a:cubicBezTo>
                          <a:pt x="0" y="64199"/>
                          <a:pt x="47911" y="72866"/>
                          <a:pt x="106966" y="72866"/>
                        </a:cubicBezTo>
                        <a:cubicBezTo>
                          <a:pt x="166021" y="72866"/>
                          <a:pt x="213932" y="64199"/>
                          <a:pt x="213932" y="53435"/>
                        </a:cubicBezTo>
                        <a:lnTo>
                          <a:pt x="213932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268" name="Google Shape;1268;p41"/>
                  <p:cNvSpPr/>
                  <p:nvPr/>
                </p:nvSpPr>
                <p:spPr>
                  <a:xfrm>
                    <a:off x="7512843" y="836580"/>
                    <a:ext cx="213931" cy="38861"/>
                  </a:xfrm>
                  <a:custGeom>
                    <a:rect b="b" l="l" r="r" t="t"/>
                    <a:pathLst>
                      <a:path extrusionOk="0" h="38861" w="213931">
                        <a:moveTo>
                          <a:pt x="213932" y="19431"/>
                        </a:moveTo>
                        <a:cubicBezTo>
                          <a:pt x="213932" y="30162"/>
                          <a:pt x="166042" y="38862"/>
                          <a:pt x="106966" y="38862"/>
                        </a:cubicBezTo>
                        <a:cubicBezTo>
                          <a:pt x="47891" y="38862"/>
                          <a:pt x="1" y="30162"/>
                          <a:pt x="1" y="19431"/>
                        </a:cubicBezTo>
                        <a:cubicBezTo>
                          <a:pt x="1" y="8700"/>
                          <a:pt x="47891" y="0"/>
                          <a:pt x="106966" y="0"/>
                        </a:cubicBezTo>
                        <a:cubicBezTo>
                          <a:pt x="166042" y="0"/>
                          <a:pt x="213932" y="8700"/>
                          <a:pt x="213932" y="19431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1269" name="Google Shape;1269;p41"/>
                <p:cNvGrpSpPr/>
                <p:nvPr/>
              </p:nvGrpSpPr>
              <p:grpSpPr>
                <a:xfrm>
                  <a:off x="7512843" y="761238"/>
                  <a:ext cx="213931" cy="92296"/>
                  <a:chOff x="7512843" y="761238"/>
                  <a:chExt cx="213931" cy="92296"/>
                </a:xfrm>
              </p:grpSpPr>
              <p:sp>
                <p:nvSpPr>
                  <p:cNvPr id="1270" name="Google Shape;1270;p41"/>
                  <p:cNvSpPr/>
                  <p:nvPr/>
                </p:nvSpPr>
                <p:spPr>
                  <a:xfrm>
                    <a:off x="7512843" y="780668"/>
                    <a:ext cx="213931" cy="72866"/>
                  </a:xfrm>
                  <a:custGeom>
                    <a:rect b="b" l="l" r="r" t="t"/>
                    <a:pathLst>
                      <a:path extrusionOk="0" h="72866" w="213931">
                        <a:moveTo>
                          <a:pt x="0" y="0"/>
                        </a:moveTo>
                        <a:lnTo>
                          <a:pt x="0" y="53435"/>
                        </a:lnTo>
                        <a:cubicBezTo>
                          <a:pt x="0" y="64199"/>
                          <a:pt x="47911" y="72866"/>
                          <a:pt x="106966" y="72866"/>
                        </a:cubicBezTo>
                        <a:cubicBezTo>
                          <a:pt x="166021" y="72866"/>
                          <a:pt x="213932" y="64199"/>
                          <a:pt x="213932" y="53435"/>
                        </a:cubicBezTo>
                        <a:lnTo>
                          <a:pt x="213932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271" name="Google Shape;1271;p41"/>
                  <p:cNvSpPr/>
                  <p:nvPr/>
                </p:nvSpPr>
                <p:spPr>
                  <a:xfrm>
                    <a:off x="7512843" y="761238"/>
                    <a:ext cx="213931" cy="38861"/>
                  </a:xfrm>
                  <a:custGeom>
                    <a:rect b="b" l="l" r="r" t="t"/>
                    <a:pathLst>
                      <a:path extrusionOk="0" h="38861" w="213931">
                        <a:moveTo>
                          <a:pt x="213932" y="19431"/>
                        </a:moveTo>
                        <a:cubicBezTo>
                          <a:pt x="213932" y="30162"/>
                          <a:pt x="166042" y="38862"/>
                          <a:pt x="106966" y="38862"/>
                        </a:cubicBezTo>
                        <a:cubicBezTo>
                          <a:pt x="47891" y="38862"/>
                          <a:pt x="1" y="30162"/>
                          <a:pt x="1" y="19431"/>
                        </a:cubicBezTo>
                        <a:cubicBezTo>
                          <a:pt x="1" y="8700"/>
                          <a:pt x="47891" y="0"/>
                          <a:pt x="106966" y="0"/>
                        </a:cubicBezTo>
                        <a:cubicBezTo>
                          <a:pt x="166042" y="0"/>
                          <a:pt x="213932" y="8700"/>
                          <a:pt x="213932" y="19431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1272" name="Google Shape;1272;p41"/>
                <p:cNvGrpSpPr/>
                <p:nvPr/>
              </p:nvGrpSpPr>
              <p:grpSpPr>
                <a:xfrm>
                  <a:off x="7512843" y="685800"/>
                  <a:ext cx="213931" cy="92297"/>
                  <a:chOff x="7512843" y="685800"/>
                  <a:chExt cx="213931" cy="92297"/>
                </a:xfrm>
              </p:grpSpPr>
              <p:sp>
                <p:nvSpPr>
                  <p:cNvPr id="1273" name="Google Shape;1273;p41"/>
                  <p:cNvSpPr/>
                  <p:nvPr/>
                </p:nvSpPr>
                <p:spPr>
                  <a:xfrm>
                    <a:off x="7512843" y="705231"/>
                    <a:ext cx="213931" cy="72866"/>
                  </a:xfrm>
                  <a:custGeom>
                    <a:rect b="b" l="l" r="r" t="t"/>
                    <a:pathLst>
                      <a:path extrusionOk="0" h="72866" w="213931">
                        <a:moveTo>
                          <a:pt x="0" y="0"/>
                        </a:moveTo>
                        <a:lnTo>
                          <a:pt x="0" y="53435"/>
                        </a:lnTo>
                        <a:cubicBezTo>
                          <a:pt x="0" y="64198"/>
                          <a:pt x="47911" y="72866"/>
                          <a:pt x="106966" y="72866"/>
                        </a:cubicBezTo>
                        <a:cubicBezTo>
                          <a:pt x="166021" y="72866"/>
                          <a:pt x="213932" y="64198"/>
                          <a:pt x="213932" y="53435"/>
                        </a:cubicBezTo>
                        <a:lnTo>
                          <a:pt x="213932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274" name="Google Shape;1274;p41"/>
                  <p:cNvSpPr/>
                  <p:nvPr/>
                </p:nvSpPr>
                <p:spPr>
                  <a:xfrm>
                    <a:off x="7512843" y="685800"/>
                    <a:ext cx="213931" cy="38861"/>
                  </a:xfrm>
                  <a:custGeom>
                    <a:rect b="b" l="l" r="r" t="t"/>
                    <a:pathLst>
                      <a:path extrusionOk="0" h="38861" w="213931">
                        <a:moveTo>
                          <a:pt x="213932" y="19431"/>
                        </a:moveTo>
                        <a:cubicBezTo>
                          <a:pt x="213932" y="30162"/>
                          <a:pt x="166042" y="38862"/>
                          <a:pt x="106966" y="38862"/>
                        </a:cubicBezTo>
                        <a:cubicBezTo>
                          <a:pt x="47891" y="38862"/>
                          <a:pt x="1" y="30162"/>
                          <a:pt x="1" y="19431"/>
                        </a:cubicBezTo>
                        <a:cubicBezTo>
                          <a:pt x="1" y="8700"/>
                          <a:pt x="47891" y="0"/>
                          <a:pt x="106966" y="0"/>
                        </a:cubicBezTo>
                        <a:cubicBezTo>
                          <a:pt x="166042" y="0"/>
                          <a:pt x="213932" y="8700"/>
                          <a:pt x="213932" y="19431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</p:grpSp>
      </p:grp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7">
    <p:spTree>
      <p:nvGrpSpPr>
        <p:cNvPr id="1275" name="Shape 1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6" name="Google Shape;1276;p42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277" name="Google Shape;1277;p42"/>
          <p:cNvSpPr txBox="1"/>
          <p:nvPr>
            <p:ph idx="1" type="subTitle"/>
          </p:nvPr>
        </p:nvSpPr>
        <p:spPr>
          <a:xfrm>
            <a:off x="723900" y="1710151"/>
            <a:ext cx="1986000" cy="11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278" name="Google Shape;1278;p42"/>
          <p:cNvSpPr txBox="1"/>
          <p:nvPr>
            <p:ph idx="2" type="subTitle"/>
          </p:nvPr>
        </p:nvSpPr>
        <p:spPr>
          <a:xfrm>
            <a:off x="3577144" y="1710161"/>
            <a:ext cx="1986000" cy="11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279" name="Google Shape;1279;p42"/>
          <p:cNvSpPr txBox="1"/>
          <p:nvPr>
            <p:ph idx="3" type="subTitle"/>
          </p:nvPr>
        </p:nvSpPr>
        <p:spPr>
          <a:xfrm>
            <a:off x="723900" y="3498800"/>
            <a:ext cx="1986000" cy="11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280" name="Google Shape;1280;p42"/>
          <p:cNvSpPr txBox="1"/>
          <p:nvPr>
            <p:ph idx="4" type="subTitle"/>
          </p:nvPr>
        </p:nvSpPr>
        <p:spPr>
          <a:xfrm>
            <a:off x="3577144" y="3498800"/>
            <a:ext cx="1986000" cy="11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281" name="Google Shape;1281;p42"/>
          <p:cNvSpPr txBox="1"/>
          <p:nvPr>
            <p:ph idx="5" type="subTitle"/>
          </p:nvPr>
        </p:nvSpPr>
        <p:spPr>
          <a:xfrm>
            <a:off x="6430388" y="1710161"/>
            <a:ext cx="1986000" cy="11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282" name="Google Shape;1282;p42"/>
          <p:cNvSpPr txBox="1"/>
          <p:nvPr>
            <p:ph idx="6" type="subTitle"/>
          </p:nvPr>
        </p:nvSpPr>
        <p:spPr>
          <a:xfrm>
            <a:off x="6430388" y="3498800"/>
            <a:ext cx="1986000" cy="11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283" name="Google Shape;1283;p42"/>
          <p:cNvSpPr txBox="1"/>
          <p:nvPr>
            <p:ph idx="7" type="subTitle"/>
          </p:nvPr>
        </p:nvSpPr>
        <p:spPr>
          <a:xfrm>
            <a:off x="731700" y="1060275"/>
            <a:ext cx="1978200" cy="653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8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284" name="Google Shape;1284;p42"/>
          <p:cNvSpPr txBox="1"/>
          <p:nvPr>
            <p:ph idx="8" type="subTitle"/>
          </p:nvPr>
        </p:nvSpPr>
        <p:spPr>
          <a:xfrm>
            <a:off x="3582994" y="1060284"/>
            <a:ext cx="1978200" cy="653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8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285" name="Google Shape;1285;p42"/>
          <p:cNvSpPr txBox="1"/>
          <p:nvPr>
            <p:ph idx="9" type="subTitle"/>
          </p:nvPr>
        </p:nvSpPr>
        <p:spPr>
          <a:xfrm>
            <a:off x="6434288" y="1060284"/>
            <a:ext cx="1978200" cy="653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8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286" name="Google Shape;1286;p42"/>
          <p:cNvSpPr txBox="1"/>
          <p:nvPr>
            <p:ph idx="13" type="subTitle"/>
          </p:nvPr>
        </p:nvSpPr>
        <p:spPr>
          <a:xfrm>
            <a:off x="723900" y="2845800"/>
            <a:ext cx="1986000" cy="653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8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287" name="Google Shape;1287;p42"/>
          <p:cNvSpPr txBox="1"/>
          <p:nvPr>
            <p:ph idx="14" type="subTitle"/>
          </p:nvPr>
        </p:nvSpPr>
        <p:spPr>
          <a:xfrm>
            <a:off x="3582995" y="2845800"/>
            <a:ext cx="1978200" cy="653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8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288" name="Google Shape;1288;p42"/>
          <p:cNvSpPr txBox="1"/>
          <p:nvPr>
            <p:ph idx="15" type="subTitle"/>
          </p:nvPr>
        </p:nvSpPr>
        <p:spPr>
          <a:xfrm>
            <a:off x="6434290" y="2845800"/>
            <a:ext cx="1978200" cy="653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8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289" name="Google Shape;1289;p42"/>
          <p:cNvSpPr/>
          <p:nvPr/>
        </p:nvSpPr>
        <p:spPr>
          <a:xfrm flipH="1" rot="-3263452">
            <a:off x="7372110" y="4038327"/>
            <a:ext cx="2997856" cy="2576292"/>
          </a:xfrm>
          <a:custGeom>
            <a:rect b="b" l="l" r="r" t="t"/>
            <a:pathLst>
              <a:path extrusionOk="0" h="30330" w="38869">
                <a:moveTo>
                  <a:pt x="24297" y="1"/>
                </a:moveTo>
                <a:cubicBezTo>
                  <a:pt x="23576" y="1"/>
                  <a:pt x="22813" y="81"/>
                  <a:pt x="22018" y="271"/>
                </a:cubicBezTo>
                <a:cubicBezTo>
                  <a:pt x="16904" y="1494"/>
                  <a:pt x="14626" y="5778"/>
                  <a:pt x="11611" y="8671"/>
                </a:cubicBezTo>
                <a:cubicBezTo>
                  <a:pt x="10032" y="10186"/>
                  <a:pt x="7766" y="10684"/>
                  <a:pt x="5916" y="11826"/>
                </a:cubicBezTo>
                <a:cubicBezTo>
                  <a:pt x="0" y="15481"/>
                  <a:pt x="539" y="24197"/>
                  <a:pt x="4874" y="27639"/>
                </a:cubicBezTo>
                <a:cubicBezTo>
                  <a:pt x="7150" y="29445"/>
                  <a:pt x="9815" y="30330"/>
                  <a:pt x="12976" y="30330"/>
                </a:cubicBezTo>
                <a:cubicBezTo>
                  <a:pt x="15025" y="30330"/>
                  <a:pt x="17282" y="29958"/>
                  <a:pt x="19778" y="29225"/>
                </a:cubicBezTo>
                <a:cubicBezTo>
                  <a:pt x="26123" y="27360"/>
                  <a:pt x="30656" y="26268"/>
                  <a:pt x="34763" y="20412"/>
                </a:cubicBezTo>
                <a:cubicBezTo>
                  <a:pt x="38869" y="14558"/>
                  <a:pt x="35544" y="6859"/>
                  <a:pt x="30907" y="2368"/>
                </a:cubicBezTo>
                <a:cubicBezTo>
                  <a:pt x="30907" y="2368"/>
                  <a:pt x="28215" y="1"/>
                  <a:pt x="24297" y="1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0" name="Google Shape;1290;p42"/>
          <p:cNvSpPr/>
          <p:nvPr/>
        </p:nvSpPr>
        <p:spPr>
          <a:xfrm flipH="1" rot="531647">
            <a:off x="-1621232" y="4095570"/>
            <a:ext cx="2581069" cy="2087046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1" name="Google Shape;1291;p42"/>
          <p:cNvSpPr/>
          <p:nvPr/>
        </p:nvSpPr>
        <p:spPr>
          <a:xfrm flipH="1" rot="460658">
            <a:off x="7344116" y="-1448948"/>
            <a:ext cx="3053845" cy="2469331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292" name="Google Shape;1292;p42"/>
          <p:cNvGrpSpPr/>
          <p:nvPr/>
        </p:nvGrpSpPr>
        <p:grpSpPr>
          <a:xfrm>
            <a:off x="7931872" y="177093"/>
            <a:ext cx="997823" cy="737095"/>
            <a:chOff x="7931872" y="177093"/>
            <a:chExt cx="997823" cy="737095"/>
          </a:xfrm>
        </p:grpSpPr>
        <p:grpSp>
          <p:nvGrpSpPr>
            <p:cNvPr id="1293" name="Google Shape;1293;p42"/>
            <p:cNvGrpSpPr/>
            <p:nvPr/>
          </p:nvGrpSpPr>
          <p:grpSpPr>
            <a:xfrm>
              <a:off x="7931872" y="177093"/>
              <a:ext cx="919725" cy="318025"/>
              <a:chOff x="7230903" y="4635722"/>
              <a:chExt cx="652843" cy="225742"/>
            </a:xfrm>
          </p:grpSpPr>
          <p:sp>
            <p:nvSpPr>
              <p:cNvPr id="1294" name="Google Shape;1294;p42"/>
              <p:cNvSpPr/>
              <p:nvPr/>
            </p:nvSpPr>
            <p:spPr>
              <a:xfrm>
                <a:off x="7230903" y="4635722"/>
                <a:ext cx="652843" cy="225742"/>
              </a:xfrm>
              <a:custGeom>
                <a:rect b="b" l="l" r="r" t="t"/>
                <a:pathLst>
                  <a:path extrusionOk="0" h="225742" w="652843">
                    <a:moveTo>
                      <a:pt x="619030" y="0"/>
                    </a:moveTo>
                    <a:cubicBezTo>
                      <a:pt x="637705" y="0"/>
                      <a:pt x="652844" y="15139"/>
                      <a:pt x="652844" y="33814"/>
                    </a:cubicBezTo>
                    <a:lnTo>
                      <a:pt x="652844" y="191929"/>
                    </a:lnTo>
                    <a:cubicBezTo>
                      <a:pt x="652844" y="210603"/>
                      <a:pt x="637704" y="225742"/>
                      <a:pt x="619030" y="225742"/>
                    </a:cubicBezTo>
                    <a:lnTo>
                      <a:pt x="33814" y="225742"/>
                    </a:lnTo>
                    <a:cubicBezTo>
                      <a:pt x="15139" y="225742"/>
                      <a:pt x="0" y="210603"/>
                      <a:pt x="0" y="191929"/>
                    </a:cubicBezTo>
                    <a:lnTo>
                      <a:pt x="0" y="33814"/>
                    </a:lnTo>
                    <a:cubicBezTo>
                      <a:pt x="0" y="15139"/>
                      <a:pt x="15139" y="0"/>
                      <a:pt x="33814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95" name="Google Shape;1295;p42"/>
              <p:cNvSpPr/>
              <p:nvPr/>
            </p:nvSpPr>
            <p:spPr>
              <a:xfrm>
                <a:off x="7287577" y="4672107"/>
                <a:ext cx="151161" cy="151161"/>
              </a:xfrm>
              <a:custGeom>
                <a:rect b="b" l="l" r="r" t="t"/>
                <a:pathLst>
                  <a:path extrusionOk="0" h="151161" w="151161">
                    <a:moveTo>
                      <a:pt x="0" y="0"/>
                    </a:moveTo>
                    <a:lnTo>
                      <a:pt x="151161" y="0"/>
                    </a:lnTo>
                    <a:lnTo>
                      <a:pt x="151161" y="151162"/>
                    </a:lnTo>
                    <a:lnTo>
                      <a:pt x="0" y="151162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296" name="Google Shape;1296;p42"/>
              <p:cNvGrpSpPr/>
              <p:nvPr/>
            </p:nvGrpSpPr>
            <p:grpSpPr>
              <a:xfrm>
                <a:off x="7487126" y="4676394"/>
                <a:ext cx="332041" cy="142684"/>
                <a:chOff x="7487126" y="4676394"/>
                <a:chExt cx="332041" cy="142684"/>
              </a:xfrm>
            </p:grpSpPr>
            <p:sp>
              <p:nvSpPr>
                <p:cNvPr id="1297" name="Google Shape;1297;p42"/>
                <p:cNvSpPr/>
                <p:nvPr/>
              </p:nvSpPr>
              <p:spPr>
                <a:xfrm>
                  <a:off x="7487126" y="4676394"/>
                  <a:ext cx="332041" cy="20383"/>
                </a:xfrm>
                <a:custGeom>
                  <a:rect b="b" l="l" r="r" t="t"/>
                  <a:pathLst>
                    <a:path extrusionOk="0" h="20383" w="332041">
                      <a:moveTo>
                        <a:pt x="0" y="0"/>
                      </a:moveTo>
                      <a:lnTo>
                        <a:pt x="332041" y="0"/>
                      </a:lnTo>
                      <a:lnTo>
                        <a:pt x="332041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98" name="Google Shape;1298;p42"/>
                <p:cNvSpPr/>
                <p:nvPr/>
              </p:nvSpPr>
              <p:spPr>
                <a:xfrm>
                  <a:off x="7487126" y="4717161"/>
                  <a:ext cx="290322" cy="20383"/>
                </a:xfrm>
                <a:custGeom>
                  <a:rect b="b" l="l" r="r" t="t"/>
                  <a:pathLst>
                    <a:path extrusionOk="0" h="20383" w="290322">
                      <a:moveTo>
                        <a:pt x="0" y="0"/>
                      </a:moveTo>
                      <a:lnTo>
                        <a:pt x="290322" y="0"/>
                      </a:lnTo>
                      <a:lnTo>
                        <a:pt x="290322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99" name="Google Shape;1299;p42"/>
                <p:cNvSpPr/>
                <p:nvPr/>
              </p:nvSpPr>
              <p:spPr>
                <a:xfrm>
                  <a:off x="7487126" y="4757928"/>
                  <a:ext cx="303942" cy="20383"/>
                </a:xfrm>
                <a:custGeom>
                  <a:rect b="b" l="l" r="r" t="t"/>
                  <a:pathLst>
                    <a:path extrusionOk="0" h="20383" w="303942">
                      <a:moveTo>
                        <a:pt x="0" y="0"/>
                      </a:moveTo>
                      <a:lnTo>
                        <a:pt x="303942" y="0"/>
                      </a:lnTo>
                      <a:lnTo>
                        <a:pt x="303942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00" name="Google Shape;1300;p42"/>
                <p:cNvSpPr/>
                <p:nvPr/>
              </p:nvSpPr>
              <p:spPr>
                <a:xfrm>
                  <a:off x="7487126" y="4798695"/>
                  <a:ext cx="171545" cy="20383"/>
                </a:xfrm>
                <a:custGeom>
                  <a:rect b="b" l="l" r="r" t="t"/>
                  <a:pathLst>
                    <a:path extrusionOk="0" h="20383" w="171545">
                      <a:moveTo>
                        <a:pt x="0" y="0"/>
                      </a:moveTo>
                      <a:lnTo>
                        <a:pt x="171545" y="0"/>
                      </a:lnTo>
                      <a:lnTo>
                        <a:pt x="171545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301" name="Google Shape;1301;p42"/>
            <p:cNvGrpSpPr/>
            <p:nvPr/>
          </p:nvGrpSpPr>
          <p:grpSpPr>
            <a:xfrm>
              <a:off x="7931872" y="596163"/>
              <a:ext cx="919725" cy="318025"/>
              <a:chOff x="7230903" y="4933188"/>
              <a:chExt cx="652843" cy="225742"/>
            </a:xfrm>
          </p:grpSpPr>
          <p:grpSp>
            <p:nvGrpSpPr>
              <p:cNvPr id="1302" name="Google Shape;1302;p42"/>
              <p:cNvGrpSpPr/>
              <p:nvPr/>
            </p:nvGrpSpPr>
            <p:grpSpPr>
              <a:xfrm>
                <a:off x="7230903" y="4933188"/>
                <a:ext cx="652843" cy="225742"/>
                <a:chOff x="7230903" y="4933188"/>
                <a:chExt cx="652843" cy="225742"/>
              </a:xfrm>
            </p:grpSpPr>
            <p:sp>
              <p:nvSpPr>
                <p:cNvPr id="1303" name="Google Shape;1303;p42"/>
                <p:cNvSpPr/>
                <p:nvPr/>
              </p:nvSpPr>
              <p:spPr>
                <a:xfrm>
                  <a:off x="7230903" y="4933188"/>
                  <a:ext cx="652843" cy="225742"/>
                </a:xfrm>
                <a:custGeom>
                  <a:rect b="b" l="l" r="r" t="t"/>
                  <a:pathLst>
                    <a:path extrusionOk="0" h="225742" w="652843">
                      <a:moveTo>
                        <a:pt x="619030" y="0"/>
                      </a:moveTo>
                      <a:cubicBezTo>
                        <a:pt x="637705" y="0"/>
                        <a:pt x="652844" y="15139"/>
                        <a:pt x="652844" y="33814"/>
                      </a:cubicBezTo>
                      <a:lnTo>
                        <a:pt x="652844" y="191929"/>
                      </a:lnTo>
                      <a:cubicBezTo>
                        <a:pt x="652844" y="210604"/>
                        <a:pt x="637704" y="225742"/>
                        <a:pt x="619030" y="225742"/>
                      </a:cubicBezTo>
                      <a:lnTo>
                        <a:pt x="33814" y="225742"/>
                      </a:lnTo>
                      <a:cubicBezTo>
                        <a:pt x="15139" y="225742"/>
                        <a:pt x="0" y="210604"/>
                        <a:pt x="0" y="191929"/>
                      </a:cubicBezTo>
                      <a:lnTo>
                        <a:pt x="0" y="33814"/>
                      </a:lnTo>
                      <a:cubicBezTo>
                        <a:pt x="0" y="15139"/>
                        <a:pt x="15139" y="0"/>
                        <a:pt x="33814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04" name="Google Shape;1304;p42"/>
                <p:cNvSpPr/>
                <p:nvPr/>
              </p:nvSpPr>
              <p:spPr>
                <a:xfrm>
                  <a:off x="7287577" y="4969668"/>
                  <a:ext cx="151161" cy="151161"/>
                </a:xfrm>
                <a:custGeom>
                  <a:rect b="b" l="l" r="r" t="t"/>
                  <a:pathLst>
                    <a:path extrusionOk="0" h="151161" w="151161">
                      <a:moveTo>
                        <a:pt x="75534" y="151162"/>
                      </a:moveTo>
                      <a:lnTo>
                        <a:pt x="75534" y="151162"/>
                      </a:lnTo>
                      <a:cubicBezTo>
                        <a:pt x="33814" y="151162"/>
                        <a:pt x="0" y="117348"/>
                        <a:pt x="0" y="75629"/>
                      </a:cubicBezTo>
                      <a:lnTo>
                        <a:pt x="0" y="75629"/>
                      </a:lnTo>
                      <a:cubicBezTo>
                        <a:pt x="0" y="33909"/>
                        <a:pt x="33814" y="0"/>
                        <a:pt x="75534" y="0"/>
                      </a:cubicBezTo>
                      <a:lnTo>
                        <a:pt x="75534" y="0"/>
                      </a:lnTo>
                      <a:cubicBezTo>
                        <a:pt x="117253" y="0"/>
                        <a:pt x="151162" y="33814"/>
                        <a:pt x="151162" y="75533"/>
                      </a:cubicBezTo>
                      <a:lnTo>
                        <a:pt x="151162" y="75533"/>
                      </a:lnTo>
                      <a:cubicBezTo>
                        <a:pt x="151162" y="117253"/>
                        <a:pt x="117348" y="151162"/>
                        <a:pt x="75534" y="151162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305" name="Google Shape;1305;p42"/>
                <p:cNvGrpSpPr/>
                <p:nvPr/>
              </p:nvGrpSpPr>
              <p:grpSpPr>
                <a:xfrm>
                  <a:off x="7487126" y="4973859"/>
                  <a:ext cx="332041" cy="142684"/>
                  <a:chOff x="7487126" y="4973859"/>
                  <a:chExt cx="332041" cy="142684"/>
                </a:xfrm>
              </p:grpSpPr>
              <p:sp>
                <p:nvSpPr>
                  <p:cNvPr id="1306" name="Google Shape;1306;p42"/>
                  <p:cNvSpPr/>
                  <p:nvPr/>
                </p:nvSpPr>
                <p:spPr>
                  <a:xfrm>
                    <a:off x="7506747" y="4973859"/>
                    <a:ext cx="280034" cy="20383"/>
                  </a:xfrm>
                  <a:custGeom>
                    <a:rect b="b" l="l" r="r" t="t"/>
                    <a:pathLst>
                      <a:path extrusionOk="0" h="20383" w="280034">
                        <a:moveTo>
                          <a:pt x="0" y="0"/>
                        </a:moveTo>
                        <a:lnTo>
                          <a:pt x="280035" y="0"/>
                        </a:lnTo>
                        <a:lnTo>
                          <a:pt x="280035" y="20384"/>
                        </a:lnTo>
                        <a:lnTo>
                          <a:pt x="0" y="2038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307" name="Google Shape;1307;p42"/>
                  <p:cNvSpPr/>
                  <p:nvPr/>
                </p:nvSpPr>
                <p:spPr>
                  <a:xfrm>
                    <a:off x="7487126" y="5014626"/>
                    <a:ext cx="205073" cy="20383"/>
                  </a:xfrm>
                  <a:custGeom>
                    <a:rect b="b" l="l" r="r" t="t"/>
                    <a:pathLst>
                      <a:path extrusionOk="0" h="20383" w="205073">
                        <a:moveTo>
                          <a:pt x="0" y="0"/>
                        </a:moveTo>
                        <a:lnTo>
                          <a:pt x="205073" y="0"/>
                        </a:lnTo>
                        <a:lnTo>
                          <a:pt x="205073" y="20384"/>
                        </a:lnTo>
                        <a:lnTo>
                          <a:pt x="0" y="2038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308" name="Google Shape;1308;p42"/>
                  <p:cNvSpPr/>
                  <p:nvPr/>
                </p:nvSpPr>
                <p:spPr>
                  <a:xfrm>
                    <a:off x="7487126" y="5055393"/>
                    <a:ext cx="332041" cy="20383"/>
                  </a:xfrm>
                  <a:custGeom>
                    <a:rect b="b" l="l" r="r" t="t"/>
                    <a:pathLst>
                      <a:path extrusionOk="0" h="20383" w="332041">
                        <a:moveTo>
                          <a:pt x="0" y="0"/>
                        </a:moveTo>
                        <a:lnTo>
                          <a:pt x="332041" y="0"/>
                        </a:lnTo>
                        <a:lnTo>
                          <a:pt x="332041" y="20384"/>
                        </a:lnTo>
                        <a:lnTo>
                          <a:pt x="0" y="2038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309" name="Google Shape;1309;p42"/>
                  <p:cNvSpPr/>
                  <p:nvPr/>
                </p:nvSpPr>
                <p:spPr>
                  <a:xfrm>
                    <a:off x="7487126" y="5096160"/>
                    <a:ext cx="171545" cy="20383"/>
                  </a:xfrm>
                  <a:custGeom>
                    <a:rect b="b" l="l" r="r" t="t"/>
                    <a:pathLst>
                      <a:path extrusionOk="0" h="20383" w="171545">
                        <a:moveTo>
                          <a:pt x="0" y="0"/>
                        </a:moveTo>
                        <a:lnTo>
                          <a:pt x="171545" y="0"/>
                        </a:lnTo>
                        <a:lnTo>
                          <a:pt x="171545" y="20384"/>
                        </a:lnTo>
                        <a:lnTo>
                          <a:pt x="0" y="2038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1310" name="Google Shape;1310;p42"/>
              <p:cNvSpPr/>
              <p:nvPr/>
            </p:nvSpPr>
            <p:spPr>
              <a:xfrm>
                <a:off x="7338250" y="5011639"/>
                <a:ext cx="50734" cy="60632"/>
              </a:xfrm>
              <a:custGeom>
                <a:rect b="b" l="l" r="r" t="t"/>
                <a:pathLst>
                  <a:path extrusionOk="0" h="60632" w="50734">
                    <a:moveTo>
                      <a:pt x="0" y="4892"/>
                    </a:moveTo>
                    <a:lnTo>
                      <a:pt x="0" y="55851"/>
                    </a:lnTo>
                    <a:cubicBezTo>
                      <a:pt x="0" y="59566"/>
                      <a:pt x="4001" y="61851"/>
                      <a:pt x="7239" y="59947"/>
                    </a:cubicBezTo>
                    <a:lnTo>
                      <a:pt x="48387" y="35563"/>
                    </a:lnTo>
                    <a:cubicBezTo>
                      <a:pt x="51435" y="33753"/>
                      <a:pt x="51531" y="29371"/>
                      <a:pt x="48578" y="27371"/>
                    </a:cubicBezTo>
                    <a:lnTo>
                      <a:pt x="7430" y="796"/>
                    </a:lnTo>
                    <a:cubicBezTo>
                      <a:pt x="4191" y="-1299"/>
                      <a:pt x="0" y="987"/>
                      <a:pt x="0" y="4797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311" name="Google Shape;1311;p42"/>
            <p:cNvGrpSpPr/>
            <p:nvPr/>
          </p:nvGrpSpPr>
          <p:grpSpPr>
            <a:xfrm>
              <a:off x="8756326" y="539537"/>
              <a:ext cx="173370" cy="112691"/>
              <a:chOff x="7816120" y="4892994"/>
              <a:chExt cx="123062" cy="79991"/>
            </a:xfrm>
          </p:grpSpPr>
          <p:grpSp>
            <p:nvGrpSpPr>
              <p:cNvPr id="1312" name="Google Shape;1312;p42"/>
              <p:cNvGrpSpPr/>
              <p:nvPr/>
            </p:nvGrpSpPr>
            <p:grpSpPr>
              <a:xfrm>
                <a:off x="7816120" y="4902803"/>
                <a:ext cx="123062" cy="63817"/>
                <a:chOff x="7816120" y="4902803"/>
                <a:chExt cx="123062" cy="63817"/>
              </a:xfrm>
            </p:grpSpPr>
            <p:sp>
              <p:nvSpPr>
                <p:cNvPr id="1313" name="Google Shape;1313;p42"/>
                <p:cNvSpPr/>
                <p:nvPr/>
              </p:nvSpPr>
              <p:spPr>
                <a:xfrm>
                  <a:off x="7816120" y="4902803"/>
                  <a:ext cx="123062" cy="63817"/>
                </a:xfrm>
                <a:custGeom>
                  <a:rect b="b" l="l" r="r" t="t"/>
                  <a:pathLst>
                    <a:path extrusionOk="0" h="63817" w="123062">
                      <a:moveTo>
                        <a:pt x="61531" y="63817"/>
                      </a:moveTo>
                      <a:cubicBezTo>
                        <a:pt x="86963" y="63817"/>
                        <a:pt x="109442" y="51244"/>
                        <a:pt x="123063" y="31909"/>
                      </a:cubicBezTo>
                      <a:cubicBezTo>
                        <a:pt x="109442" y="12573"/>
                        <a:pt x="86963" y="0"/>
                        <a:pt x="61531" y="0"/>
                      </a:cubicBezTo>
                      <a:cubicBezTo>
                        <a:pt x="36100" y="0"/>
                        <a:pt x="13621" y="12573"/>
                        <a:pt x="0" y="31909"/>
                      </a:cubicBezTo>
                      <a:cubicBezTo>
                        <a:pt x="13621" y="51244"/>
                        <a:pt x="36100" y="63817"/>
                        <a:pt x="61531" y="63817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14" name="Google Shape;1314;p42"/>
                <p:cNvSpPr/>
                <p:nvPr/>
              </p:nvSpPr>
              <p:spPr>
                <a:xfrm>
                  <a:off x="7858029" y="4915090"/>
                  <a:ext cx="39242" cy="39243"/>
                </a:xfrm>
                <a:custGeom>
                  <a:rect b="b" l="l" r="r" t="t"/>
                  <a:pathLst>
                    <a:path extrusionOk="0" h="39243" w="39242">
                      <a:moveTo>
                        <a:pt x="39243" y="19621"/>
                      </a:moveTo>
                      <a:cubicBezTo>
                        <a:pt x="39243" y="30458"/>
                        <a:pt x="30458" y="39243"/>
                        <a:pt x="19621" y="39243"/>
                      </a:cubicBezTo>
                      <a:cubicBezTo>
                        <a:pt x="8785" y="39243"/>
                        <a:pt x="0" y="30458"/>
                        <a:pt x="0" y="19621"/>
                      </a:cubicBezTo>
                      <a:cubicBezTo>
                        <a:pt x="0" y="8785"/>
                        <a:pt x="8785" y="0"/>
                        <a:pt x="19621" y="0"/>
                      </a:cubicBezTo>
                      <a:cubicBezTo>
                        <a:pt x="30458" y="0"/>
                        <a:pt x="39243" y="8785"/>
                        <a:pt x="39243" y="1962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1315" name="Google Shape;1315;p42"/>
              <p:cNvSpPr/>
              <p:nvPr/>
            </p:nvSpPr>
            <p:spPr>
              <a:xfrm rot="-2700000">
                <a:off x="7825456" y="4928129"/>
                <a:ext cx="103403" cy="9720"/>
              </a:xfrm>
              <a:custGeom>
                <a:rect b="b" l="l" r="r" t="t"/>
                <a:pathLst>
                  <a:path extrusionOk="0" h="9715" w="103346">
                    <a:moveTo>
                      <a:pt x="0" y="0"/>
                    </a:moveTo>
                    <a:lnTo>
                      <a:pt x="103346" y="0"/>
                    </a:lnTo>
                    <a:lnTo>
                      <a:pt x="103346" y="9716"/>
                    </a:lnTo>
                    <a:lnTo>
                      <a:pt x="0" y="9716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CUSTOM_8">
    <p:spTree>
      <p:nvGrpSpPr>
        <p:cNvPr id="1316" name="Shape 1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7" name="Google Shape;1317;p43"/>
          <p:cNvSpPr txBox="1"/>
          <p:nvPr>
            <p:ph hasCustomPrompt="1" type="title"/>
          </p:nvPr>
        </p:nvSpPr>
        <p:spPr>
          <a:xfrm>
            <a:off x="798388" y="2997571"/>
            <a:ext cx="3492600" cy="7689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0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318" name="Google Shape;1318;p43"/>
          <p:cNvSpPr txBox="1"/>
          <p:nvPr>
            <p:ph idx="1" type="subTitle"/>
          </p:nvPr>
        </p:nvSpPr>
        <p:spPr>
          <a:xfrm>
            <a:off x="798388" y="3772215"/>
            <a:ext cx="3492600" cy="59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1319" name="Google Shape;1319;p43"/>
          <p:cNvSpPr txBox="1"/>
          <p:nvPr>
            <p:ph hasCustomPrompt="1" idx="2" type="title"/>
          </p:nvPr>
        </p:nvSpPr>
        <p:spPr>
          <a:xfrm>
            <a:off x="2825700" y="1029535"/>
            <a:ext cx="3492600" cy="7689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0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320" name="Google Shape;1320;p43"/>
          <p:cNvSpPr txBox="1"/>
          <p:nvPr>
            <p:ph idx="3" type="subTitle"/>
          </p:nvPr>
        </p:nvSpPr>
        <p:spPr>
          <a:xfrm>
            <a:off x="2825700" y="1804473"/>
            <a:ext cx="3492600" cy="59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1321" name="Google Shape;1321;p43"/>
          <p:cNvSpPr txBox="1"/>
          <p:nvPr>
            <p:ph hasCustomPrompt="1" idx="4" type="title"/>
          </p:nvPr>
        </p:nvSpPr>
        <p:spPr>
          <a:xfrm>
            <a:off x="4853013" y="2997571"/>
            <a:ext cx="3492600" cy="7689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0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322" name="Google Shape;1322;p43"/>
          <p:cNvSpPr txBox="1"/>
          <p:nvPr>
            <p:ph idx="5" type="subTitle"/>
          </p:nvPr>
        </p:nvSpPr>
        <p:spPr>
          <a:xfrm>
            <a:off x="4853013" y="3772215"/>
            <a:ext cx="3492600" cy="59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1323" name="Google Shape;1323;p43"/>
          <p:cNvSpPr/>
          <p:nvPr/>
        </p:nvSpPr>
        <p:spPr>
          <a:xfrm rot="-5710536">
            <a:off x="-1869285" y="3438573"/>
            <a:ext cx="3168438" cy="2307909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4" name="Google Shape;1324;p43"/>
          <p:cNvSpPr/>
          <p:nvPr/>
        </p:nvSpPr>
        <p:spPr>
          <a:xfrm rot="-294905">
            <a:off x="7350387" y="3903245"/>
            <a:ext cx="3168449" cy="2561999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TITLE_ONLY_1">
    <p:spTree>
      <p:nvGrpSpPr>
        <p:cNvPr id="1325" name="Shape 1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6" name="Google Shape;1326;p4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327" name="Google Shape;1327;p44"/>
          <p:cNvSpPr/>
          <p:nvPr/>
        </p:nvSpPr>
        <p:spPr>
          <a:xfrm flipH="1" rot="337739">
            <a:off x="8212271" y="3187242"/>
            <a:ext cx="3158465" cy="3518480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28" name="Google Shape;1328;p44"/>
          <p:cNvGrpSpPr/>
          <p:nvPr/>
        </p:nvGrpSpPr>
        <p:grpSpPr>
          <a:xfrm>
            <a:off x="90200" y="4214393"/>
            <a:ext cx="516117" cy="779220"/>
            <a:chOff x="10572463" y="3528536"/>
            <a:chExt cx="580168" cy="875823"/>
          </a:xfrm>
        </p:grpSpPr>
        <p:grpSp>
          <p:nvGrpSpPr>
            <p:cNvPr id="1329" name="Google Shape;1329;p44"/>
            <p:cNvGrpSpPr/>
            <p:nvPr/>
          </p:nvGrpSpPr>
          <p:grpSpPr>
            <a:xfrm>
              <a:off x="10713815" y="3528536"/>
              <a:ext cx="438816" cy="746664"/>
              <a:chOff x="10713815" y="3528536"/>
              <a:chExt cx="438816" cy="746664"/>
            </a:xfrm>
          </p:grpSpPr>
          <p:sp>
            <p:nvSpPr>
              <p:cNvPr id="1330" name="Google Shape;1330;p44"/>
              <p:cNvSpPr/>
              <p:nvPr/>
            </p:nvSpPr>
            <p:spPr>
              <a:xfrm>
                <a:off x="10713815" y="3528536"/>
                <a:ext cx="438816" cy="746664"/>
              </a:xfrm>
              <a:custGeom>
                <a:rect b="b" l="l" r="r" t="t"/>
                <a:pathLst>
                  <a:path extrusionOk="0" h="746664" w="438816">
                    <a:moveTo>
                      <a:pt x="438721" y="746569"/>
                    </a:moveTo>
                    <a:lnTo>
                      <a:pt x="0" y="746569"/>
                    </a:lnTo>
                    <a:lnTo>
                      <a:pt x="0" y="0"/>
                    </a:lnTo>
                    <a:lnTo>
                      <a:pt x="326231" y="0"/>
                    </a:lnTo>
                    <a:cubicBezTo>
                      <a:pt x="370141" y="43910"/>
                      <a:pt x="394811" y="68580"/>
                      <a:pt x="438816" y="112585"/>
                    </a:cubicBezTo>
                    <a:lnTo>
                      <a:pt x="438816" y="746665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331" name="Google Shape;1331;p44"/>
              <p:cNvGrpSpPr/>
              <p:nvPr/>
            </p:nvGrpSpPr>
            <p:grpSpPr>
              <a:xfrm>
                <a:off x="10776489" y="3625310"/>
                <a:ext cx="313848" cy="288226"/>
                <a:chOff x="10776489" y="3625310"/>
                <a:chExt cx="313848" cy="288226"/>
              </a:xfrm>
            </p:grpSpPr>
            <p:sp>
              <p:nvSpPr>
                <p:cNvPr id="1332" name="Google Shape;1332;p44"/>
                <p:cNvSpPr/>
                <p:nvPr/>
              </p:nvSpPr>
              <p:spPr>
                <a:xfrm>
                  <a:off x="10776489" y="3625310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33" name="Google Shape;1333;p44"/>
                <p:cNvSpPr/>
                <p:nvPr/>
              </p:nvSpPr>
              <p:spPr>
                <a:xfrm>
                  <a:off x="10776489" y="3678650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34" name="Google Shape;1334;p44"/>
                <p:cNvSpPr/>
                <p:nvPr/>
              </p:nvSpPr>
              <p:spPr>
                <a:xfrm>
                  <a:off x="10776489" y="3731990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35" name="Google Shape;1335;p44"/>
                <p:cNvSpPr/>
                <p:nvPr/>
              </p:nvSpPr>
              <p:spPr>
                <a:xfrm>
                  <a:off x="10776489" y="3785425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36" name="Google Shape;1336;p44"/>
                <p:cNvSpPr/>
                <p:nvPr/>
              </p:nvSpPr>
              <p:spPr>
                <a:xfrm>
                  <a:off x="10776489" y="3838765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37" name="Google Shape;1337;p44"/>
                <p:cNvSpPr/>
                <p:nvPr/>
              </p:nvSpPr>
              <p:spPr>
                <a:xfrm>
                  <a:off x="10776489" y="3892105"/>
                  <a:ext cx="184689" cy="21431"/>
                </a:xfrm>
                <a:custGeom>
                  <a:rect b="b" l="l" r="r" t="t"/>
                  <a:pathLst>
                    <a:path extrusionOk="0" h="21431" w="184689">
                      <a:moveTo>
                        <a:pt x="0" y="0"/>
                      </a:moveTo>
                      <a:lnTo>
                        <a:pt x="184690" y="0"/>
                      </a:lnTo>
                      <a:lnTo>
                        <a:pt x="184690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rgbClr val="42444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338" name="Google Shape;1338;p44"/>
              <p:cNvGrpSpPr/>
              <p:nvPr/>
            </p:nvGrpSpPr>
            <p:grpSpPr>
              <a:xfrm>
                <a:off x="10776489" y="3999547"/>
                <a:ext cx="313848" cy="181546"/>
                <a:chOff x="10776489" y="3999547"/>
                <a:chExt cx="313848" cy="181546"/>
              </a:xfrm>
            </p:grpSpPr>
            <p:sp>
              <p:nvSpPr>
                <p:cNvPr id="1339" name="Google Shape;1339;p44"/>
                <p:cNvSpPr/>
                <p:nvPr/>
              </p:nvSpPr>
              <p:spPr>
                <a:xfrm>
                  <a:off x="10776489" y="3999547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40" name="Google Shape;1340;p44"/>
                <p:cNvSpPr/>
                <p:nvPr/>
              </p:nvSpPr>
              <p:spPr>
                <a:xfrm>
                  <a:off x="10776489" y="4052887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41" name="Google Shape;1341;p44"/>
                <p:cNvSpPr/>
                <p:nvPr/>
              </p:nvSpPr>
              <p:spPr>
                <a:xfrm>
                  <a:off x="10776489" y="4106322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42" name="Google Shape;1342;p44"/>
                <p:cNvSpPr/>
                <p:nvPr/>
              </p:nvSpPr>
              <p:spPr>
                <a:xfrm>
                  <a:off x="10776489" y="4159662"/>
                  <a:ext cx="184689" cy="21431"/>
                </a:xfrm>
                <a:custGeom>
                  <a:rect b="b" l="l" r="r" t="t"/>
                  <a:pathLst>
                    <a:path extrusionOk="0" h="21431" w="184689">
                      <a:moveTo>
                        <a:pt x="0" y="0"/>
                      </a:moveTo>
                      <a:lnTo>
                        <a:pt x="184690" y="0"/>
                      </a:lnTo>
                      <a:lnTo>
                        <a:pt x="184690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rgbClr val="42444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1343" name="Google Shape;1343;p44"/>
              <p:cNvSpPr/>
              <p:nvPr/>
            </p:nvSpPr>
            <p:spPr>
              <a:xfrm>
                <a:off x="11039951" y="3528536"/>
                <a:ext cx="112584" cy="112585"/>
              </a:xfrm>
              <a:custGeom>
                <a:rect b="b" l="l" r="r" t="t"/>
                <a:pathLst>
                  <a:path extrusionOk="0" h="112585" w="112584">
                    <a:moveTo>
                      <a:pt x="112585" y="112585"/>
                    </a:moveTo>
                    <a:lnTo>
                      <a:pt x="0" y="112585"/>
                    </a:lnTo>
                    <a:lnTo>
                      <a:pt x="0" y="0"/>
                    </a:lnTo>
                    <a:lnTo>
                      <a:pt x="0" y="0"/>
                    </a:lnTo>
                    <a:cubicBezTo>
                      <a:pt x="43910" y="43910"/>
                      <a:pt x="68580" y="68580"/>
                      <a:pt x="112585" y="112585"/>
                    </a:cubicBezTo>
                    <a:lnTo>
                      <a:pt x="112585" y="112585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344" name="Google Shape;1344;p44"/>
            <p:cNvGrpSpPr/>
            <p:nvPr/>
          </p:nvGrpSpPr>
          <p:grpSpPr>
            <a:xfrm>
              <a:off x="10572463" y="3657790"/>
              <a:ext cx="438817" cy="746569"/>
              <a:chOff x="10572463" y="3657790"/>
              <a:chExt cx="438817" cy="746569"/>
            </a:xfrm>
          </p:grpSpPr>
          <p:sp>
            <p:nvSpPr>
              <p:cNvPr id="1345" name="Google Shape;1345;p44"/>
              <p:cNvSpPr/>
              <p:nvPr/>
            </p:nvSpPr>
            <p:spPr>
              <a:xfrm>
                <a:off x="10572463" y="3657790"/>
                <a:ext cx="438817" cy="746569"/>
              </a:xfrm>
              <a:custGeom>
                <a:rect b="b" l="l" r="r" t="t"/>
                <a:pathLst>
                  <a:path extrusionOk="0" h="746569" w="438817">
                    <a:moveTo>
                      <a:pt x="438722" y="746570"/>
                    </a:moveTo>
                    <a:lnTo>
                      <a:pt x="0" y="746570"/>
                    </a:lnTo>
                    <a:lnTo>
                      <a:pt x="0" y="0"/>
                    </a:lnTo>
                    <a:lnTo>
                      <a:pt x="326231" y="0"/>
                    </a:lnTo>
                    <a:cubicBezTo>
                      <a:pt x="370141" y="43910"/>
                      <a:pt x="394812" y="68580"/>
                      <a:pt x="438817" y="112586"/>
                    </a:cubicBezTo>
                    <a:lnTo>
                      <a:pt x="438817" y="74657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346" name="Google Shape;1346;p44"/>
              <p:cNvGrpSpPr/>
              <p:nvPr/>
            </p:nvGrpSpPr>
            <p:grpSpPr>
              <a:xfrm>
                <a:off x="10635138" y="3754469"/>
                <a:ext cx="313848" cy="288321"/>
                <a:chOff x="10635138" y="3754469"/>
                <a:chExt cx="313848" cy="288321"/>
              </a:xfrm>
            </p:grpSpPr>
            <p:sp>
              <p:nvSpPr>
                <p:cNvPr id="1347" name="Google Shape;1347;p44"/>
                <p:cNvSpPr/>
                <p:nvPr/>
              </p:nvSpPr>
              <p:spPr>
                <a:xfrm>
                  <a:off x="10635138" y="3754469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48" name="Google Shape;1348;p44"/>
                <p:cNvSpPr/>
                <p:nvPr/>
              </p:nvSpPr>
              <p:spPr>
                <a:xfrm>
                  <a:off x="10635138" y="3807904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49" name="Google Shape;1349;p44"/>
                <p:cNvSpPr/>
                <p:nvPr/>
              </p:nvSpPr>
              <p:spPr>
                <a:xfrm>
                  <a:off x="10635138" y="3861244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50" name="Google Shape;1350;p44"/>
                <p:cNvSpPr/>
                <p:nvPr/>
              </p:nvSpPr>
              <p:spPr>
                <a:xfrm>
                  <a:off x="10635138" y="3914584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51" name="Google Shape;1351;p44"/>
                <p:cNvSpPr/>
                <p:nvPr/>
              </p:nvSpPr>
              <p:spPr>
                <a:xfrm>
                  <a:off x="10635138" y="3968019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52" name="Google Shape;1352;p44"/>
                <p:cNvSpPr/>
                <p:nvPr/>
              </p:nvSpPr>
              <p:spPr>
                <a:xfrm>
                  <a:off x="10635138" y="4021359"/>
                  <a:ext cx="184689" cy="21431"/>
                </a:xfrm>
                <a:custGeom>
                  <a:rect b="b" l="l" r="r" t="t"/>
                  <a:pathLst>
                    <a:path extrusionOk="0" h="21431" w="184689">
                      <a:moveTo>
                        <a:pt x="0" y="0"/>
                      </a:moveTo>
                      <a:lnTo>
                        <a:pt x="184689" y="0"/>
                      </a:lnTo>
                      <a:lnTo>
                        <a:pt x="184689" y="21431"/>
                      </a:lnTo>
                      <a:lnTo>
                        <a:pt x="-1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353" name="Google Shape;1353;p44"/>
              <p:cNvGrpSpPr/>
              <p:nvPr/>
            </p:nvGrpSpPr>
            <p:grpSpPr>
              <a:xfrm>
                <a:off x="10635138" y="4128801"/>
                <a:ext cx="313848" cy="181547"/>
                <a:chOff x="10635138" y="4128801"/>
                <a:chExt cx="313848" cy="181547"/>
              </a:xfrm>
            </p:grpSpPr>
            <p:sp>
              <p:nvSpPr>
                <p:cNvPr id="1354" name="Google Shape;1354;p44"/>
                <p:cNvSpPr/>
                <p:nvPr/>
              </p:nvSpPr>
              <p:spPr>
                <a:xfrm>
                  <a:off x="10635138" y="4128801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55" name="Google Shape;1355;p44"/>
                <p:cNvSpPr/>
                <p:nvPr/>
              </p:nvSpPr>
              <p:spPr>
                <a:xfrm>
                  <a:off x="10635138" y="4182141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56" name="Google Shape;1356;p44"/>
                <p:cNvSpPr/>
                <p:nvPr/>
              </p:nvSpPr>
              <p:spPr>
                <a:xfrm>
                  <a:off x="10635138" y="4235481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57" name="Google Shape;1357;p44"/>
                <p:cNvSpPr/>
                <p:nvPr/>
              </p:nvSpPr>
              <p:spPr>
                <a:xfrm>
                  <a:off x="10635138" y="4288917"/>
                  <a:ext cx="184689" cy="21431"/>
                </a:xfrm>
                <a:custGeom>
                  <a:rect b="b" l="l" r="r" t="t"/>
                  <a:pathLst>
                    <a:path extrusionOk="0" h="21431" w="184689">
                      <a:moveTo>
                        <a:pt x="0" y="0"/>
                      </a:moveTo>
                      <a:lnTo>
                        <a:pt x="184689" y="0"/>
                      </a:lnTo>
                      <a:lnTo>
                        <a:pt x="184689" y="21431"/>
                      </a:lnTo>
                      <a:lnTo>
                        <a:pt x="-1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1358" name="Google Shape;1358;p44"/>
              <p:cNvSpPr/>
              <p:nvPr/>
            </p:nvSpPr>
            <p:spPr>
              <a:xfrm>
                <a:off x="10898599" y="3657790"/>
                <a:ext cx="112586" cy="112585"/>
              </a:xfrm>
              <a:custGeom>
                <a:rect b="b" l="l" r="r" t="t"/>
                <a:pathLst>
                  <a:path extrusionOk="0" h="112585" w="112586">
                    <a:moveTo>
                      <a:pt x="112586" y="112586"/>
                    </a:moveTo>
                    <a:lnTo>
                      <a:pt x="0" y="112586"/>
                    </a:lnTo>
                    <a:lnTo>
                      <a:pt x="0" y="0"/>
                    </a:lnTo>
                    <a:lnTo>
                      <a:pt x="0" y="0"/>
                    </a:lnTo>
                    <a:cubicBezTo>
                      <a:pt x="43910" y="43910"/>
                      <a:pt x="68581" y="68580"/>
                      <a:pt x="112586" y="112586"/>
                    </a:cubicBezTo>
                    <a:lnTo>
                      <a:pt x="112586" y="112586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1359" name="Google Shape;1359;p44"/>
          <p:cNvSpPr/>
          <p:nvPr/>
        </p:nvSpPr>
        <p:spPr>
          <a:xfrm flipH="1" rot="-3657034">
            <a:off x="-1404232" y="-737971"/>
            <a:ext cx="2746020" cy="1627876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60" name="Google Shape;1360;p44"/>
          <p:cNvGrpSpPr/>
          <p:nvPr/>
        </p:nvGrpSpPr>
        <p:grpSpPr>
          <a:xfrm>
            <a:off x="8114970" y="266839"/>
            <a:ext cx="829992" cy="750888"/>
            <a:chOff x="8114596" y="445039"/>
            <a:chExt cx="633002" cy="572716"/>
          </a:xfrm>
        </p:grpSpPr>
        <p:grpSp>
          <p:nvGrpSpPr>
            <p:cNvPr id="1361" name="Google Shape;1361;p44"/>
            <p:cNvGrpSpPr/>
            <p:nvPr/>
          </p:nvGrpSpPr>
          <p:grpSpPr>
            <a:xfrm>
              <a:off x="8114596" y="445039"/>
              <a:ext cx="633002" cy="572716"/>
              <a:chOff x="7189660" y="520827"/>
              <a:chExt cx="598074" cy="541115"/>
            </a:xfrm>
          </p:grpSpPr>
          <p:sp>
            <p:nvSpPr>
              <p:cNvPr id="1362" name="Google Shape;1362;p44"/>
              <p:cNvSpPr/>
              <p:nvPr/>
            </p:nvSpPr>
            <p:spPr>
              <a:xfrm>
                <a:off x="7189660" y="520827"/>
                <a:ext cx="598074" cy="541115"/>
              </a:xfrm>
              <a:custGeom>
                <a:rect b="b" l="l" r="r" t="t"/>
                <a:pathLst>
                  <a:path extrusionOk="0" h="541115" w="598074">
                    <a:moveTo>
                      <a:pt x="557022" y="0"/>
                    </a:moveTo>
                    <a:cubicBezTo>
                      <a:pt x="579695" y="0"/>
                      <a:pt x="598075" y="18380"/>
                      <a:pt x="598075" y="41053"/>
                    </a:cubicBezTo>
                    <a:lnTo>
                      <a:pt x="598075" y="500063"/>
                    </a:lnTo>
                    <a:cubicBezTo>
                      <a:pt x="598075" y="522735"/>
                      <a:pt x="579695" y="541115"/>
                      <a:pt x="557022" y="541115"/>
                    </a:cubicBezTo>
                    <a:lnTo>
                      <a:pt x="41053" y="541115"/>
                    </a:lnTo>
                    <a:cubicBezTo>
                      <a:pt x="18380" y="541115"/>
                      <a:pt x="0" y="522735"/>
                      <a:pt x="0" y="500063"/>
                    </a:cubicBezTo>
                    <a:lnTo>
                      <a:pt x="0" y="41053"/>
                    </a:lnTo>
                    <a:cubicBezTo>
                      <a:pt x="0" y="18380"/>
                      <a:pt x="18380" y="0"/>
                      <a:pt x="410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363" name="Google Shape;1363;p44"/>
              <p:cNvGrpSpPr/>
              <p:nvPr/>
            </p:nvGrpSpPr>
            <p:grpSpPr>
              <a:xfrm>
                <a:off x="7579137" y="551973"/>
                <a:ext cx="164782" cy="41529"/>
                <a:chOff x="7579137" y="551973"/>
                <a:chExt cx="164782" cy="41529"/>
              </a:xfrm>
            </p:grpSpPr>
            <p:sp>
              <p:nvSpPr>
                <p:cNvPr id="1364" name="Google Shape;1364;p44"/>
                <p:cNvSpPr/>
                <p:nvPr/>
              </p:nvSpPr>
              <p:spPr>
                <a:xfrm>
                  <a:off x="7702391" y="551973"/>
                  <a:ext cx="41528" cy="41529"/>
                </a:xfrm>
                <a:custGeom>
                  <a:rect b="b" l="l" r="r" t="t"/>
                  <a:pathLst>
                    <a:path extrusionOk="0" h="41529" w="41528">
                      <a:moveTo>
                        <a:pt x="41529" y="20765"/>
                      </a:moveTo>
                      <a:cubicBezTo>
                        <a:pt x="41529" y="32290"/>
                        <a:pt x="32195" y="41529"/>
                        <a:pt x="20764" y="41529"/>
                      </a:cubicBezTo>
                      <a:cubicBezTo>
                        <a:pt x="9334" y="41529"/>
                        <a:pt x="0" y="32195"/>
                        <a:pt x="0" y="20765"/>
                      </a:cubicBezTo>
                      <a:cubicBezTo>
                        <a:pt x="0" y="9335"/>
                        <a:pt x="9334" y="0"/>
                        <a:pt x="20764" y="0"/>
                      </a:cubicBezTo>
                      <a:cubicBezTo>
                        <a:pt x="32195" y="0"/>
                        <a:pt x="41529" y="9335"/>
                        <a:pt x="41529" y="20765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65" name="Google Shape;1365;p44"/>
                <p:cNvSpPr/>
                <p:nvPr/>
              </p:nvSpPr>
              <p:spPr>
                <a:xfrm>
                  <a:off x="7640764" y="551973"/>
                  <a:ext cx="41528" cy="41529"/>
                </a:xfrm>
                <a:custGeom>
                  <a:rect b="b" l="l" r="r" t="t"/>
                  <a:pathLst>
                    <a:path extrusionOk="0" h="41529" w="41528">
                      <a:moveTo>
                        <a:pt x="41529" y="20765"/>
                      </a:moveTo>
                      <a:cubicBezTo>
                        <a:pt x="41529" y="32290"/>
                        <a:pt x="32195" y="41529"/>
                        <a:pt x="20764" y="41529"/>
                      </a:cubicBezTo>
                      <a:cubicBezTo>
                        <a:pt x="9334" y="41529"/>
                        <a:pt x="0" y="32195"/>
                        <a:pt x="0" y="20765"/>
                      </a:cubicBezTo>
                      <a:cubicBezTo>
                        <a:pt x="0" y="9335"/>
                        <a:pt x="9334" y="0"/>
                        <a:pt x="20764" y="0"/>
                      </a:cubicBezTo>
                      <a:cubicBezTo>
                        <a:pt x="32195" y="0"/>
                        <a:pt x="41529" y="9335"/>
                        <a:pt x="41529" y="20765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66" name="Google Shape;1366;p44"/>
                <p:cNvSpPr/>
                <p:nvPr/>
              </p:nvSpPr>
              <p:spPr>
                <a:xfrm>
                  <a:off x="7579137" y="551973"/>
                  <a:ext cx="41528" cy="41529"/>
                </a:xfrm>
                <a:custGeom>
                  <a:rect b="b" l="l" r="r" t="t"/>
                  <a:pathLst>
                    <a:path extrusionOk="0" h="41529" w="41528">
                      <a:moveTo>
                        <a:pt x="41529" y="20765"/>
                      </a:moveTo>
                      <a:cubicBezTo>
                        <a:pt x="41529" y="32290"/>
                        <a:pt x="32195" y="41529"/>
                        <a:pt x="20764" y="41529"/>
                      </a:cubicBezTo>
                      <a:cubicBezTo>
                        <a:pt x="9334" y="41529"/>
                        <a:pt x="0" y="32195"/>
                        <a:pt x="0" y="20765"/>
                      </a:cubicBezTo>
                      <a:cubicBezTo>
                        <a:pt x="0" y="9335"/>
                        <a:pt x="9334" y="0"/>
                        <a:pt x="20764" y="0"/>
                      </a:cubicBezTo>
                      <a:cubicBezTo>
                        <a:pt x="32195" y="0"/>
                        <a:pt x="41529" y="9335"/>
                        <a:pt x="41529" y="20765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367" name="Google Shape;1367;p44"/>
            <p:cNvGrpSpPr/>
            <p:nvPr/>
          </p:nvGrpSpPr>
          <p:grpSpPr>
            <a:xfrm>
              <a:off x="8184962" y="619646"/>
              <a:ext cx="498115" cy="257273"/>
              <a:chOff x="7256144" y="685800"/>
              <a:chExt cx="470630" cy="243077"/>
            </a:xfrm>
          </p:grpSpPr>
          <p:sp>
            <p:nvSpPr>
              <p:cNvPr id="1368" name="Google Shape;1368;p44"/>
              <p:cNvSpPr/>
              <p:nvPr/>
            </p:nvSpPr>
            <p:spPr>
              <a:xfrm>
                <a:off x="7256144" y="694753"/>
                <a:ext cx="218503" cy="218217"/>
              </a:xfrm>
              <a:custGeom>
                <a:rect b="b" l="l" r="r" t="t"/>
                <a:pathLst>
                  <a:path extrusionOk="0" h="218217" w="218503">
                    <a:moveTo>
                      <a:pt x="216598" y="129540"/>
                    </a:moveTo>
                    <a:cubicBezTo>
                      <a:pt x="217837" y="122968"/>
                      <a:pt x="218504" y="116110"/>
                      <a:pt x="218504" y="109156"/>
                    </a:cubicBezTo>
                    <a:cubicBezTo>
                      <a:pt x="218504" y="102203"/>
                      <a:pt x="217837" y="95440"/>
                      <a:pt x="216598" y="88773"/>
                    </a:cubicBezTo>
                    <a:lnTo>
                      <a:pt x="181261" y="88773"/>
                    </a:lnTo>
                    <a:cubicBezTo>
                      <a:pt x="179641" y="83058"/>
                      <a:pt x="177451" y="77724"/>
                      <a:pt x="174593" y="72676"/>
                    </a:cubicBezTo>
                    <a:lnTo>
                      <a:pt x="199549" y="47720"/>
                    </a:lnTo>
                    <a:cubicBezTo>
                      <a:pt x="191834" y="36385"/>
                      <a:pt x="182118" y="26670"/>
                      <a:pt x="170783" y="18955"/>
                    </a:cubicBezTo>
                    <a:lnTo>
                      <a:pt x="145732" y="44005"/>
                    </a:lnTo>
                    <a:cubicBezTo>
                      <a:pt x="140684" y="41148"/>
                      <a:pt x="135255" y="38957"/>
                      <a:pt x="129635" y="37338"/>
                    </a:cubicBezTo>
                    <a:lnTo>
                      <a:pt x="129635" y="1905"/>
                    </a:lnTo>
                    <a:cubicBezTo>
                      <a:pt x="123063" y="667"/>
                      <a:pt x="116205" y="0"/>
                      <a:pt x="109252" y="0"/>
                    </a:cubicBezTo>
                    <a:cubicBezTo>
                      <a:pt x="102298" y="0"/>
                      <a:pt x="95536" y="667"/>
                      <a:pt x="88868" y="1905"/>
                    </a:cubicBezTo>
                    <a:lnTo>
                      <a:pt x="88868" y="37338"/>
                    </a:lnTo>
                    <a:cubicBezTo>
                      <a:pt x="83154" y="38957"/>
                      <a:pt x="77819" y="41148"/>
                      <a:pt x="72771" y="44005"/>
                    </a:cubicBezTo>
                    <a:lnTo>
                      <a:pt x="47720" y="18955"/>
                    </a:lnTo>
                    <a:cubicBezTo>
                      <a:pt x="36386" y="26670"/>
                      <a:pt x="26670" y="36481"/>
                      <a:pt x="18955" y="47720"/>
                    </a:cubicBezTo>
                    <a:lnTo>
                      <a:pt x="43910" y="72676"/>
                    </a:lnTo>
                    <a:cubicBezTo>
                      <a:pt x="41053" y="77724"/>
                      <a:pt x="38862" y="83153"/>
                      <a:pt x="37243" y="88773"/>
                    </a:cubicBezTo>
                    <a:lnTo>
                      <a:pt x="1905" y="88773"/>
                    </a:lnTo>
                    <a:cubicBezTo>
                      <a:pt x="667" y="95345"/>
                      <a:pt x="0" y="102203"/>
                      <a:pt x="0" y="109156"/>
                    </a:cubicBezTo>
                    <a:cubicBezTo>
                      <a:pt x="0" y="116110"/>
                      <a:pt x="667" y="122873"/>
                      <a:pt x="1905" y="129540"/>
                    </a:cubicBezTo>
                    <a:lnTo>
                      <a:pt x="37243" y="129540"/>
                    </a:lnTo>
                    <a:cubicBezTo>
                      <a:pt x="38862" y="135255"/>
                      <a:pt x="41053" y="140589"/>
                      <a:pt x="43910" y="145637"/>
                    </a:cubicBezTo>
                    <a:lnTo>
                      <a:pt x="18955" y="170593"/>
                    </a:lnTo>
                    <a:cubicBezTo>
                      <a:pt x="26670" y="181928"/>
                      <a:pt x="36386" y="191643"/>
                      <a:pt x="47720" y="199358"/>
                    </a:cubicBezTo>
                    <a:lnTo>
                      <a:pt x="72771" y="174308"/>
                    </a:lnTo>
                    <a:cubicBezTo>
                      <a:pt x="77819" y="177165"/>
                      <a:pt x="83248" y="179356"/>
                      <a:pt x="88868" y="180975"/>
                    </a:cubicBezTo>
                    <a:lnTo>
                      <a:pt x="88868" y="216313"/>
                    </a:lnTo>
                    <a:cubicBezTo>
                      <a:pt x="95441" y="217551"/>
                      <a:pt x="102298" y="218218"/>
                      <a:pt x="109252" y="218218"/>
                    </a:cubicBezTo>
                    <a:cubicBezTo>
                      <a:pt x="116205" y="218218"/>
                      <a:pt x="122968" y="217551"/>
                      <a:pt x="129635" y="216313"/>
                    </a:cubicBezTo>
                    <a:lnTo>
                      <a:pt x="129635" y="180975"/>
                    </a:lnTo>
                    <a:cubicBezTo>
                      <a:pt x="135350" y="179356"/>
                      <a:pt x="140684" y="177070"/>
                      <a:pt x="145732" y="174308"/>
                    </a:cubicBezTo>
                    <a:lnTo>
                      <a:pt x="170783" y="199358"/>
                    </a:lnTo>
                    <a:cubicBezTo>
                      <a:pt x="182118" y="191643"/>
                      <a:pt x="191834" y="181928"/>
                      <a:pt x="199549" y="170593"/>
                    </a:cubicBezTo>
                    <a:lnTo>
                      <a:pt x="174593" y="145542"/>
                    </a:lnTo>
                    <a:cubicBezTo>
                      <a:pt x="177451" y="140494"/>
                      <a:pt x="179641" y="135064"/>
                      <a:pt x="181261" y="129445"/>
                    </a:cubicBezTo>
                    <a:lnTo>
                      <a:pt x="216598" y="129445"/>
                    </a:lnTo>
                    <a:close/>
                    <a:moveTo>
                      <a:pt x="109252" y="131255"/>
                    </a:moveTo>
                    <a:cubicBezTo>
                      <a:pt x="97060" y="131255"/>
                      <a:pt x="87249" y="121349"/>
                      <a:pt x="87249" y="109252"/>
                    </a:cubicBezTo>
                    <a:cubicBezTo>
                      <a:pt x="87249" y="97155"/>
                      <a:pt x="97155" y="87249"/>
                      <a:pt x="109252" y="87249"/>
                    </a:cubicBezTo>
                    <a:cubicBezTo>
                      <a:pt x="121348" y="87249"/>
                      <a:pt x="131255" y="97155"/>
                      <a:pt x="131255" y="109252"/>
                    </a:cubicBezTo>
                    <a:cubicBezTo>
                      <a:pt x="131255" y="121349"/>
                      <a:pt x="121348" y="131255"/>
                      <a:pt x="109252" y="131255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369" name="Google Shape;1369;p44"/>
              <p:cNvGrpSpPr/>
              <p:nvPr/>
            </p:nvGrpSpPr>
            <p:grpSpPr>
              <a:xfrm>
                <a:off x="7512843" y="685800"/>
                <a:ext cx="213931" cy="243077"/>
                <a:chOff x="7512843" y="685800"/>
                <a:chExt cx="213931" cy="243077"/>
              </a:xfrm>
            </p:grpSpPr>
            <p:grpSp>
              <p:nvGrpSpPr>
                <p:cNvPr id="1370" name="Google Shape;1370;p44"/>
                <p:cNvGrpSpPr/>
                <p:nvPr/>
              </p:nvGrpSpPr>
              <p:grpSpPr>
                <a:xfrm>
                  <a:off x="7512843" y="836580"/>
                  <a:ext cx="213931" cy="92297"/>
                  <a:chOff x="7512843" y="836580"/>
                  <a:chExt cx="213931" cy="92297"/>
                </a:xfrm>
              </p:grpSpPr>
              <p:sp>
                <p:nvSpPr>
                  <p:cNvPr id="1371" name="Google Shape;1371;p44"/>
                  <p:cNvSpPr/>
                  <p:nvPr/>
                </p:nvSpPr>
                <p:spPr>
                  <a:xfrm>
                    <a:off x="7512843" y="856011"/>
                    <a:ext cx="213931" cy="72866"/>
                  </a:xfrm>
                  <a:custGeom>
                    <a:rect b="b" l="l" r="r" t="t"/>
                    <a:pathLst>
                      <a:path extrusionOk="0" h="72866" w="213931">
                        <a:moveTo>
                          <a:pt x="0" y="0"/>
                        </a:moveTo>
                        <a:lnTo>
                          <a:pt x="0" y="53435"/>
                        </a:lnTo>
                        <a:cubicBezTo>
                          <a:pt x="0" y="64199"/>
                          <a:pt x="47911" y="72866"/>
                          <a:pt x="106966" y="72866"/>
                        </a:cubicBezTo>
                        <a:cubicBezTo>
                          <a:pt x="166021" y="72866"/>
                          <a:pt x="213932" y="64199"/>
                          <a:pt x="213932" y="53435"/>
                        </a:cubicBezTo>
                        <a:lnTo>
                          <a:pt x="213932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372" name="Google Shape;1372;p44"/>
                  <p:cNvSpPr/>
                  <p:nvPr/>
                </p:nvSpPr>
                <p:spPr>
                  <a:xfrm>
                    <a:off x="7512843" y="836580"/>
                    <a:ext cx="213931" cy="38861"/>
                  </a:xfrm>
                  <a:custGeom>
                    <a:rect b="b" l="l" r="r" t="t"/>
                    <a:pathLst>
                      <a:path extrusionOk="0" h="38861" w="213931">
                        <a:moveTo>
                          <a:pt x="213932" y="19431"/>
                        </a:moveTo>
                        <a:cubicBezTo>
                          <a:pt x="213932" y="30162"/>
                          <a:pt x="166042" y="38862"/>
                          <a:pt x="106966" y="38862"/>
                        </a:cubicBezTo>
                        <a:cubicBezTo>
                          <a:pt x="47891" y="38862"/>
                          <a:pt x="1" y="30162"/>
                          <a:pt x="1" y="19431"/>
                        </a:cubicBezTo>
                        <a:cubicBezTo>
                          <a:pt x="1" y="8700"/>
                          <a:pt x="47891" y="0"/>
                          <a:pt x="106966" y="0"/>
                        </a:cubicBezTo>
                        <a:cubicBezTo>
                          <a:pt x="166042" y="0"/>
                          <a:pt x="213932" y="8700"/>
                          <a:pt x="213932" y="19431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1373" name="Google Shape;1373;p44"/>
                <p:cNvGrpSpPr/>
                <p:nvPr/>
              </p:nvGrpSpPr>
              <p:grpSpPr>
                <a:xfrm>
                  <a:off x="7512843" y="761238"/>
                  <a:ext cx="213931" cy="92296"/>
                  <a:chOff x="7512843" y="761238"/>
                  <a:chExt cx="213931" cy="92296"/>
                </a:xfrm>
              </p:grpSpPr>
              <p:sp>
                <p:nvSpPr>
                  <p:cNvPr id="1374" name="Google Shape;1374;p44"/>
                  <p:cNvSpPr/>
                  <p:nvPr/>
                </p:nvSpPr>
                <p:spPr>
                  <a:xfrm>
                    <a:off x="7512843" y="780668"/>
                    <a:ext cx="213931" cy="72866"/>
                  </a:xfrm>
                  <a:custGeom>
                    <a:rect b="b" l="l" r="r" t="t"/>
                    <a:pathLst>
                      <a:path extrusionOk="0" h="72866" w="213931">
                        <a:moveTo>
                          <a:pt x="0" y="0"/>
                        </a:moveTo>
                        <a:lnTo>
                          <a:pt x="0" y="53435"/>
                        </a:lnTo>
                        <a:cubicBezTo>
                          <a:pt x="0" y="64199"/>
                          <a:pt x="47911" y="72866"/>
                          <a:pt x="106966" y="72866"/>
                        </a:cubicBezTo>
                        <a:cubicBezTo>
                          <a:pt x="166021" y="72866"/>
                          <a:pt x="213932" y="64199"/>
                          <a:pt x="213932" y="53435"/>
                        </a:cubicBezTo>
                        <a:lnTo>
                          <a:pt x="213932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375" name="Google Shape;1375;p44"/>
                  <p:cNvSpPr/>
                  <p:nvPr/>
                </p:nvSpPr>
                <p:spPr>
                  <a:xfrm>
                    <a:off x="7512843" y="761238"/>
                    <a:ext cx="213931" cy="38861"/>
                  </a:xfrm>
                  <a:custGeom>
                    <a:rect b="b" l="l" r="r" t="t"/>
                    <a:pathLst>
                      <a:path extrusionOk="0" h="38861" w="213931">
                        <a:moveTo>
                          <a:pt x="213932" y="19431"/>
                        </a:moveTo>
                        <a:cubicBezTo>
                          <a:pt x="213932" y="30162"/>
                          <a:pt x="166042" y="38862"/>
                          <a:pt x="106966" y="38862"/>
                        </a:cubicBezTo>
                        <a:cubicBezTo>
                          <a:pt x="47891" y="38862"/>
                          <a:pt x="1" y="30162"/>
                          <a:pt x="1" y="19431"/>
                        </a:cubicBezTo>
                        <a:cubicBezTo>
                          <a:pt x="1" y="8700"/>
                          <a:pt x="47891" y="0"/>
                          <a:pt x="106966" y="0"/>
                        </a:cubicBezTo>
                        <a:cubicBezTo>
                          <a:pt x="166042" y="0"/>
                          <a:pt x="213932" y="8700"/>
                          <a:pt x="213932" y="19431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1376" name="Google Shape;1376;p44"/>
                <p:cNvGrpSpPr/>
                <p:nvPr/>
              </p:nvGrpSpPr>
              <p:grpSpPr>
                <a:xfrm>
                  <a:off x="7512843" y="685800"/>
                  <a:ext cx="213931" cy="92297"/>
                  <a:chOff x="7512843" y="685800"/>
                  <a:chExt cx="213931" cy="92297"/>
                </a:xfrm>
              </p:grpSpPr>
              <p:sp>
                <p:nvSpPr>
                  <p:cNvPr id="1377" name="Google Shape;1377;p44"/>
                  <p:cNvSpPr/>
                  <p:nvPr/>
                </p:nvSpPr>
                <p:spPr>
                  <a:xfrm>
                    <a:off x="7512843" y="705231"/>
                    <a:ext cx="213931" cy="72866"/>
                  </a:xfrm>
                  <a:custGeom>
                    <a:rect b="b" l="l" r="r" t="t"/>
                    <a:pathLst>
                      <a:path extrusionOk="0" h="72866" w="213931">
                        <a:moveTo>
                          <a:pt x="0" y="0"/>
                        </a:moveTo>
                        <a:lnTo>
                          <a:pt x="0" y="53435"/>
                        </a:lnTo>
                        <a:cubicBezTo>
                          <a:pt x="0" y="64198"/>
                          <a:pt x="47911" y="72866"/>
                          <a:pt x="106966" y="72866"/>
                        </a:cubicBezTo>
                        <a:cubicBezTo>
                          <a:pt x="166021" y="72866"/>
                          <a:pt x="213932" y="64198"/>
                          <a:pt x="213932" y="53435"/>
                        </a:cubicBezTo>
                        <a:lnTo>
                          <a:pt x="213932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378" name="Google Shape;1378;p44"/>
                  <p:cNvSpPr/>
                  <p:nvPr/>
                </p:nvSpPr>
                <p:spPr>
                  <a:xfrm>
                    <a:off x="7512843" y="685800"/>
                    <a:ext cx="213931" cy="38861"/>
                  </a:xfrm>
                  <a:custGeom>
                    <a:rect b="b" l="l" r="r" t="t"/>
                    <a:pathLst>
                      <a:path extrusionOk="0" h="38861" w="213931">
                        <a:moveTo>
                          <a:pt x="213932" y="19431"/>
                        </a:moveTo>
                        <a:cubicBezTo>
                          <a:pt x="213932" y="30162"/>
                          <a:pt x="166042" y="38862"/>
                          <a:pt x="106966" y="38862"/>
                        </a:cubicBezTo>
                        <a:cubicBezTo>
                          <a:pt x="47891" y="38862"/>
                          <a:pt x="1" y="30162"/>
                          <a:pt x="1" y="19431"/>
                        </a:cubicBezTo>
                        <a:cubicBezTo>
                          <a:pt x="1" y="8700"/>
                          <a:pt x="47891" y="0"/>
                          <a:pt x="106966" y="0"/>
                        </a:cubicBezTo>
                        <a:cubicBezTo>
                          <a:pt x="166042" y="0"/>
                          <a:pt x="213932" y="8700"/>
                          <a:pt x="213932" y="19431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</p:grpSp>
      </p:grp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TITLE_ONLY_2">
    <p:spTree>
      <p:nvGrpSpPr>
        <p:cNvPr id="1379" name="Shape 1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0" name="Google Shape;1380;p45"/>
          <p:cNvSpPr/>
          <p:nvPr/>
        </p:nvSpPr>
        <p:spPr>
          <a:xfrm flipH="1" rot="9076707">
            <a:off x="7972821" y="-586852"/>
            <a:ext cx="1683799" cy="1672812"/>
          </a:xfrm>
          <a:custGeom>
            <a:rect b="b" l="l" r="r" t="t"/>
            <a:pathLst>
              <a:path extrusionOk="0" h="30330" w="38869">
                <a:moveTo>
                  <a:pt x="24297" y="1"/>
                </a:moveTo>
                <a:cubicBezTo>
                  <a:pt x="23576" y="1"/>
                  <a:pt x="22813" y="81"/>
                  <a:pt x="22018" y="271"/>
                </a:cubicBezTo>
                <a:cubicBezTo>
                  <a:pt x="16904" y="1494"/>
                  <a:pt x="14626" y="5778"/>
                  <a:pt x="11611" y="8671"/>
                </a:cubicBezTo>
                <a:cubicBezTo>
                  <a:pt x="10032" y="10186"/>
                  <a:pt x="7766" y="10684"/>
                  <a:pt x="5916" y="11826"/>
                </a:cubicBezTo>
                <a:cubicBezTo>
                  <a:pt x="0" y="15481"/>
                  <a:pt x="539" y="24197"/>
                  <a:pt x="4874" y="27639"/>
                </a:cubicBezTo>
                <a:cubicBezTo>
                  <a:pt x="7150" y="29445"/>
                  <a:pt x="9815" y="30330"/>
                  <a:pt x="12976" y="30330"/>
                </a:cubicBezTo>
                <a:cubicBezTo>
                  <a:pt x="15025" y="30330"/>
                  <a:pt x="17282" y="29958"/>
                  <a:pt x="19778" y="29225"/>
                </a:cubicBezTo>
                <a:cubicBezTo>
                  <a:pt x="26123" y="27360"/>
                  <a:pt x="30656" y="26268"/>
                  <a:pt x="34763" y="20412"/>
                </a:cubicBezTo>
                <a:cubicBezTo>
                  <a:pt x="38869" y="14558"/>
                  <a:pt x="35544" y="6859"/>
                  <a:pt x="30907" y="2368"/>
                </a:cubicBezTo>
                <a:cubicBezTo>
                  <a:pt x="30907" y="2368"/>
                  <a:pt x="28215" y="1"/>
                  <a:pt x="24297" y="1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1" name="Google Shape;1381;p4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1382" name="Google Shape;1382;p45"/>
          <p:cNvGrpSpPr/>
          <p:nvPr/>
        </p:nvGrpSpPr>
        <p:grpSpPr>
          <a:xfrm flipH="1">
            <a:off x="683048" y="4696520"/>
            <a:ext cx="325927" cy="404808"/>
            <a:chOff x="7385113" y="1535430"/>
            <a:chExt cx="435673" cy="541115"/>
          </a:xfrm>
        </p:grpSpPr>
        <p:sp>
          <p:nvSpPr>
            <p:cNvPr id="1383" name="Google Shape;1383;p45"/>
            <p:cNvSpPr/>
            <p:nvPr/>
          </p:nvSpPr>
          <p:spPr>
            <a:xfrm>
              <a:off x="7385113" y="1535430"/>
              <a:ext cx="435673" cy="541115"/>
            </a:xfrm>
            <a:custGeom>
              <a:rect b="b" l="l" r="r" t="t"/>
              <a:pathLst>
                <a:path extrusionOk="0" h="541115" w="435673">
                  <a:moveTo>
                    <a:pt x="394621" y="0"/>
                  </a:moveTo>
                  <a:cubicBezTo>
                    <a:pt x="417294" y="0"/>
                    <a:pt x="435674" y="18380"/>
                    <a:pt x="435674" y="41053"/>
                  </a:cubicBezTo>
                  <a:lnTo>
                    <a:pt x="435674" y="500062"/>
                  </a:lnTo>
                  <a:cubicBezTo>
                    <a:pt x="435674" y="522735"/>
                    <a:pt x="417294" y="541115"/>
                    <a:pt x="394621" y="541115"/>
                  </a:cubicBezTo>
                  <a:lnTo>
                    <a:pt x="41053" y="541115"/>
                  </a:lnTo>
                  <a:cubicBezTo>
                    <a:pt x="18380" y="541115"/>
                    <a:pt x="0" y="522735"/>
                    <a:pt x="0" y="500062"/>
                  </a:cubicBezTo>
                  <a:lnTo>
                    <a:pt x="0" y="41053"/>
                  </a:lnTo>
                  <a:cubicBezTo>
                    <a:pt x="0" y="18380"/>
                    <a:pt x="18380" y="0"/>
                    <a:pt x="4105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384" name="Google Shape;1384;p45"/>
            <p:cNvGrpSpPr/>
            <p:nvPr/>
          </p:nvGrpSpPr>
          <p:grpSpPr>
            <a:xfrm>
              <a:off x="7612094" y="1566576"/>
              <a:ext cx="164781" cy="41529"/>
              <a:chOff x="7612094" y="1566576"/>
              <a:chExt cx="164781" cy="41529"/>
            </a:xfrm>
          </p:grpSpPr>
          <p:sp>
            <p:nvSpPr>
              <p:cNvPr id="1385" name="Google Shape;1385;p45"/>
              <p:cNvSpPr/>
              <p:nvPr/>
            </p:nvSpPr>
            <p:spPr>
              <a:xfrm>
                <a:off x="7735347" y="1566576"/>
                <a:ext cx="41528" cy="41529"/>
              </a:xfrm>
              <a:custGeom>
                <a:rect b="b" l="l" r="r" t="t"/>
                <a:pathLst>
                  <a:path extrusionOk="0" h="41529" w="41528">
                    <a:moveTo>
                      <a:pt x="41529" y="20765"/>
                    </a:moveTo>
                    <a:cubicBezTo>
                      <a:pt x="41529" y="32290"/>
                      <a:pt x="32195" y="41529"/>
                      <a:pt x="20764" y="41529"/>
                    </a:cubicBezTo>
                    <a:cubicBezTo>
                      <a:pt x="9335" y="41529"/>
                      <a:pt x="0" y="32194"/>
                      <a:pt x="0" y="20765"/>
                    </a:cubicBezTo>
                    <a:cubicBezTo>
                      <a:pt x="0" y="9334"/>
                      <a:pt x="9335" y="0"/>
                      <a:pt x="20764" y="0"/>
                    </a:cubicBezTo>
                    <a:cubicBezTo>
                      <a:pt x="32195" y="0"/>
                      <a:pt x="41529" y="9334"/>
                      <a:pt x="41529" y="20765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86" name="Google Shape;1386;p45"/>
              <p:cNvSpPr/>
              <p:nvPr/>
            </p:nvSpPr>
            <p:spPr>
              <a:xfrm>
                <a:off x="7673721" y="1566576"/>
                <a:ext cx="41528" cy="41529"/>
              </a:xfrm>
              <a:custGeom>
                <a:rect b="b" l="l" r="r" t="t"/>
                <a:pathLst>
                  <a:path extrusionOk="0" h="41529" w="41528">
                    <a:moveTo>
                      <a:pt x="41529" y="20765"/>
                    </a:moveTo>
                    <a:cubicBezTo>
                      <a:pt x="41529" y="32290"/>
                      <a:pt x="32195" y="41529"/>
                      <a:pt x="20764" y="41529"/>
                    </a:cubicBezTo>
                    <a:cubicBezTo>
                      <a:pt x="9334" y="41529"/>
                      <a:pt x="0" y="32194"/>
                      <a:pt x="0" y="20765"/>
                    </a:cubicBezTo>
                    <a:cubicBezTo>
                      <a:pt x="0" y="9334"/>
                      <a:pt x="9334" y="0"/>
                      <a:pt x="20764" y="0"/>
                    </a:cubicBezTo>
                    <a:cubicBezTo>
                      <a:pt x="32195" y="0"/>
                      <a:pt x="41529" y="9334"/>
                      <a:pt x="41529" y="2076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87" name="Google Shape;1387;p45"/>
              <p:cNvSpPr/>
              <p:nvPr/>
            </p:nvSpPr>
            <p:spPr>
              <a:xfrm>
                <a:off x="7612094" y="1566576"/>
                <a:ext cx="41529" cy="41529"/>
              </a:xfrm>
              <a:custGeom>
                <a:rect b="b" l="l" r="r" t="t"/>
                <a:pathLst>
                  <a:path extrusionOk="0" h="41529" w="41529">
                    <a:moveTo>
                      <a:pt x="41529" y="20765"/>
                    </a:moveTo>
                    <a:cubicBezTo>
                      <a:pt x="41529" y="32290"/>
                      <a:pt x="32195" y="41529"/>
                      <a:pt x="20764" y="41529"/>
                    </a:cubicBezTo>
                    <a:cubicBezTo>
                      <a:pt x="9335" y="41529"/>
                      <a:pt x="0" y="32194"/>
                      <a:pt x="0" y="20765"/>
                    </a:cubicBezTo>
                    <a:cubicBezTo>
                      <a:pt x="0" y="9334"/>
                      <a:pt x="9335" y="0"/>
                      <a:pt x="20764" y="0"/>
                    </a:cubicBezTo>
                    <a:cubicBezTo>
                      <a:pt x="32195" y="0"/>
                      <a:pt x="41529" y="9334"/>
                      <a:pt x="41529" y="20765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388" name="Google Shape;1388;p45"/>
          <p:cNvGrpSpPr/>
          <p:nvPr/>
        </p:nvGrpSpPr>
        <p:grpSpPr>
          <a:xfrm flipH="1">
            <a:off x="713902" y="4774546"/>
            <a:ext cx="268636" cy="280965"/>
            <a:chOff x="7420451" y="1639728"/>
            <a:chExt cx="359091" cy="375571"/>
          </a:xfrm>
        </p:grpSpPr>
        <p:sp>
          <p:nvSpPr>
            <p:cNvPr id="1389" name="Google Shape;1389;p45"/>
            <p:cNvSpPr/>
            <p:nvPr/>
          </p:nvSpPr>
          <p:spPr>
            <a:xfrm>
              <a:off x="7420451" y="1852041"/>
              <a:ext cx="357473" cy="163258"/>
            </a:xfrm>
            <a:custGeom>
              <a:rect b="b" l="l" r="r" t="t"/>
              <a:pathLst>
                <a:path extrusionOk="0" h="163258" w="357473">
                  <a:moveTo>
                    <a:pt x="40196" y="72962"/>
                  </a:moveTo>
                  <a:lnTo>
                    <a:pt x="0" y="72962"/>
                  </a:lnTo>
                  <a:lnTo>
                    <a:pt x="0" y="90297"/>
                  </a:lnTo>
                  <a:lnTo>
                    <a:pt x="40196" y="90297"/>
                  </a:lnTo>
                  <a:lnTo>
                    <a:pt x="40196" y="72962"/>
                  </a:lnTo>
                  <a:close/>
                  <a:moveTo>
                    <a:pt x="185166" y="126778"/>
                  </a:moveTo>
                  <a:lnTo>
                    <a:pt x="294894" y="126778"/>
                  </a:lnTo>
                  <a:lnTo>
                    <a:pt x="294894" y="109347"/>
                  </a:lnTo>
                  <a:lnTo>
                    <a:pt x="185166" y="109347"/>
                  </a:lnTo>
                  <a:lnTo>
                    <a:pt x="185166" y="126778"/>
                  </a:lnTo>
                  <a:close/>
                  <a:moveTo>
                    <a:pt x="294894" y="0"/>
                  </a:moveTo>
                  <a:lnTo>
                    <a:pt x="38291" y="0"/>
                  </a:lnTo>
                  <a:lnTo>
                    <a:pt x="38291" y="17335"/>
                  </a:lnTo>
                  <a:lnTo>
                    <a:pt x="294894" y="17335"/>
                  </a:lnTo>
                  <a:lnTo>
                    <a:pt x="294894" y="0"/>
                  </a:lnTo>
                  <a:close/>
                  <a:moveTo>
                    <a:pt x="0" y="163259"/>
                  </a:moveTo>
                  <a:lnTo>
                    <a:pt x="99632" y="163259"/>
                  </a:lnTo>
                  <a:lnTo>
                    <a:pt x="99632" y="145828"/>
                  </a:lnTo>
                  <a:lnTo>
                    <a:pt x="0" y="145828"/>
                  </a:lnTo>
                  <a:lnTo>
                    <a:pt x="0" y="163259"/>
                  </a:lnTo>
                  <a:close/>
                  <a:moveTo>
                    <a:pt x="76581" y="36481"/>
                  </a:moveTo>
                  <a:lnTo>
                    <a:pt x="0" y="36481"/>
                  </a:lnTo>
                  <a:lnTo>
                    <a:pt x="0" y="53816"/>
                  </a:lnTo>
                  <a:lnTo>
                    <a:pt x="76581" y="53816"/>
                  </a:lnTo>
                  <a:lnTo>
                    <a:pt x="76581" y="36481"/>
                  </a:lnTo>
                  <a:close/>
                  <a:moveTo>
                    <a:pt x="52483" y="90297"/>
                  </a:moveTo>
                  <a:lnTo>
                    <a:pt x="207836" y="90297"/>
                  </a:lnTo>
                  <a:lnTo>
                    <a:pt x="207836" y="72962"/>
                  </a:lnTo>
                  <a:lnTo>
                    <a:pt x="52483" y="72962"/>
                  </a:lnTo>
                  <a:lnTo>
                    <a:pt x="52483" y="90297"/>
                  </a:lnTo>
                  <a:close/>
                  <a:moveTo>
                    <a:pt x="164402" y="109347"/>
                  </a:moveTo>
                  <a:lnTo>
                    <a:pt x="0" y="109347"/>
                  </a:lnTo>
                  <a:lnTo>
                    <a:pt x="0" y="126778"/>
                  </a:lnTo>
                  <a:lnTo>
                    <a:pt x="164402" y="126778"/>
                  </a:lnTo>
                  <a:lnTo>
                    <a:pt x="164402" y="109347"/>
                  </a:lnTo>
                  <a:close/>
                  <a:moveTo>
                    <a:pt x="220218" y="90297"/>
                  </a:moveTo>
                  <a:lnTo>
                    <a:pt x="357378" y="90297"/>
                  </a:lnTo>
                  <a:lnTo>
                    <a:pt x="357378" y="72962"/>
                  </a:lnTo>
                  <a:lnTo>
                    <a:pt x="220218" y="72962"/>
                  </a:lnTo>
                  <a:lnTo>
                    <a:pt x="220218" y="90297"/>
                  </a:lnTo>
                  <a:close/>
                  <a:moveTo>
                    <a:pt x="97441" y="53816"/>
                  </a:moveTo>
                  <a:lnTo>
                    <a:pt x="357474" y="53816"/>
                  </a:lnTo>
                  <a:lnTo>
                    <a:pt x="357474" y="36481"/>
                  </a:lnTo>
                  <a:lnTo>
                    <a:pt x="97441" y="36481"/>
                  </a:lnTo>
                  <a:lnTo>
                    <a:pt x="97441" y="53816"/>
                  </a:lnTo>
                  <a:close/>
                  <a:moveTo>
                    <a:pt x="305371" y="0"/>
                  </a:moveTo>
                  <a:lnTo>
                    <a:pt x="305371" y="17335"/>
                  </a:lnTo>
                  <a:lnTo>
                    <a:pt x="357378" y="17335"/>
                  </a:lnTo>
                  <a:lnTo>
                    <a:pt x="357378" y="0"/>
                  </a:lnTo>
                  <a:lnTo>
                    <a:pt x="305371" y="0"/>
                  </a:lnTo>
                  <a:close/>
                  <a:moveTo>
                    <a:pt x="315659" y="126778"/>
                  </a:moveTo>
                  <a:lnTo>
                    <a:pt x="357378" y="126778"/>
                  </a:lnTo>
                  <a:lnTo>
                    <a:pt x="357378" y="109347"/>
                  </a:lnTo>
                  <a:lnTo>
                    <a:pt x="315659" y="109347"/>
                  </a:lnTo>
                  <a:lnTo>
                    <a:pt x="315659" y="126778"/>
                  </a:lnTo>
                  <a:close/>
                  <a:moveTo>
                    <a:pt x="120396" y="163259"/>
                  </a:moveTo>
                  <a:lnTo>
                    <a:pt x="222981" y="163259"/>
                  </a:lnTo>
                  <a:lnTo>
                    <a:pt x="222981" y="145828"/>
                  </a:lnTo>
                  <a:lnTo>
                    <a:pt x="120396" y="145828"/>
                  </a:lnTo>
                  <a:lnTo>
                    <a:pt x="120396" y="163259"/>
                  </a:lnTo>
                  <a:close/>
                  <a:moveTo>
                    <a:pt x="235363" y="163259"/>
                  </a:moveTo>
                  <a:lnTo>
                    <a:pt x="313563" y="163259"/>
                  </a:lnTo>
                  <a:lnTo>
                    <a:pt x="313563" y="145828"/>
                  </a:lnTo>
                  <a:lnTo>
                    <a:pt x="235363" y="145828"/>
                  </a:lnTo>
                  <a:lnTo>
                    <a:pt x="235363" y="163259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90" name="Google Shape;1390;p45"/>
            <p:cNvSpPr/>
            <p:nvPr/>
          </p:nvSpPr>
          <p:spPr>
            <a:xfrm>
              <a:off x="7425594" y="1639728"/>
              <a:ext cx="353948" cy="180117"/>
            </a:xfrm>
            <a:custGeom>
              <a:rect b="b" l="l" r="r" t="t"/>
              <a:pathLst>
                <a:path extrusionOk="0" h="180117" w="353948">
                  <a:moveTo>
                    <a:pt x="0" y="0"/>
                  </a:moveTo>
                  <a:lnTo>
                    <a:pt x="353949" y="0"/>
                  </a:lnTo>
                  <a:lnTo>
                    <a:pt x="353949" y="180118"/>
                  </a:lnTo>
                  <a:lnTo>
                    <a:pt x="0" y="180118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91" name="Google Shape;1391;p45"/>
          <p:cNvGrpSpPr/>
          <p:nvPr/>
        </p:nvGrpSpPr>
        <p:grpSpPr>
          <a:xfrm flipH="1">
            <a:off x="96200" y="4469347"/>
            <a:ext cx="355444" cy="644072"/>
            <a:chOff x="1945386" y="5582316"/>
            <a:chExt cx="470725" cy="852963"/>
          </a:xfrm>
        </p:grpSpPr>
        <p:grpSp>
          <p:nvGrpSpPr>
            <p:cNvPr id="1392" name="Google Shape;1392;p45"/>
            <p:cNvGrpSpPr/>
            <p:nvPr/>
          </p:nvGrpSpPr>
          <p:grpSpPr>
            <a:xfrm>
              <a:off x="1945386" y="5582316"/>
              <a:ext cx="470725" cy="852963"/>
              <a:chOff x="1945386" y="5582316"/>
              <a:chExt cx="470725" cy="852963"/>
            </a:xfrm>
          </p:grpSpPr>
          <p:sp>
            <p:nvSpPr>
              <p:cNvPr id="1393" name="Google Shape;1393;p45"/>
              <p:cNvSpPr/>
              <p:nvPr/>
            </p:nvSpPr>
            <p:spPr>
              <a:xfrm>
                <a:off x="1945386" y="5582316"/>
                <a:ext cx="470725" cy="852963"/>
              </a:xfrm>
              <a:custGeom>
                <a:rect b="b" l="l" r="r" t="t"/>
                <a:pathLst>
                  <a:path extrusionOk="0" h="852963" w="470725">
                    <a:moveTo>
                      <a:pt x="435388" y="0"/>
                    </a:moveTo>
                    <a:cubicBezTo>
                      <a:pt x="454904" y="0"/>
                      <a:pt x="470726" y="15821"/>
                      <a:pt x="470726" y="35338"/>
                    </a:cubicBezTo>
                    <a:lnTo>
                      <a:pt x="470726" y="817626"/>
                    </a:lnTo>
                    <a:cubicBezTo>
                      <a:pt x="470726" y="837143"/>
                      <a:pt x="454904" y="852964"/>
                      <a:pt x="435388" y="852964"/>
                    </a:cubicBezTo>
                    <a:lnTo>
                      <a:pt x="35338" y="852964"/>
                    </a:lnTo>
                    <a:cubicBezTo>
                      <a:pt x="15821" y="852964"/>
                      <a:pt x="0" y="837143"/>
                      <a:pt x="0" y="817626"/>
                    </a:cubicBezTo>
                    <a:lnTo>
                      <a:pt x="0" y="35338"/>
                    </a:lnTo>
                    <a:cubicBezTo>
                      <a:pt x="0" y="15822"/>
                      <a:pt x="15821" y="0"/>
                      <a:pt x="35338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94" name="Google Shape;1394;p45"/>
              <p:cNvSpPr/>
              <p:nvPr/>
            </p:nvSpPr>
            <p:spPr>
              <a:xfrm>
                <a:off x="1965864" y="5625846"/>
                <a:ext cx="429577" cy="699420"/>
              </a:xfrm>
              <a:custGeom>
                <a:rect b="b" l="l" r="r" t="t"/>
                <a:pathLst>
                  <a:path extrusionOk="0" h="699420" w="429577">
                    <a:moveTo>
                      <a:pt x="0" y="0"/>
                    </a:moveTo>
                    <a:lnTo>
                      <a:pt x="429578" y="0"/>
                    </a:lnTo>
                    <a:lnTo>
                      <a:pt x="429578" y="699421"/>
                    </a:lnTo>
                    <a:lnTo>
                      <a:pt x="0" y="69942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395" name="Google Shape;1395;p45"/>
            <p:cNvSpPr/>
            <p:nvPr/>
          </p:nvSpPr>
          <p:spPr>
            <a:xfrm>
              <a:off x="1986438" y="6371462"/>
              <a:ext cx="388334" cy="32194"/>
            </a:xfrm>
            <a:custGeom>
              <a:rect b="b" l="l" r="r" t="t"/>
              <a:pathLst>
                <a:path extrusionOk="0" h="32194" w="388334">
                  <a:moveTo>
                    <a:pt x="88011" y="0"/>
                  </a:moveTo>
                  <a:lnTo>
                    <a:pt x="16097" y="0"/>
                  </a:lnTo>
                  <a:cubicBezTo>
                    <a:pt x="7239" y="0"/>
                    <a:pt x="0" y="7239"/>
                    <a:pt x="0" y="16097"/>
                  </a:cubicBezTo>
                  <a:cubicBezTo>
                    <a:pt x="0" y="24955"/>
                    <a:pt x="7239" y="32195"/>
                    <a:pt x="16097" y="32195"/>
                  </a:cubicBezTo>
                  <a:lnTo>
                    <a:pt x="88011" y="32195"/>
                  </a:lnTo>
                  <a:cubicBezTo>
                    <a:pt x="96869" y="32195"/>
                    <a:pt x="104108" y="24955"/>
                    <a:pt x="104108" y="16097"/>
                  </a:cubicBezTo>
                  <a:cubicBezTo>
                    <a:pt x="104108" y="7239"/>
                    <a:pt x="96869" y="0"/>
                    <a:pt x="88011" y="0"/>
                  </a:cubicBezTo>
                  <a:close/>
                  <a:moveTo>
                    <a:pt x="230124" y="0"/>
                  </a:moveTo>
                  <a:lnTo>
                    <a:pt x="158210" y="0"/>
                  </a:lnTo>
                  <a:cubicBezTo>
                    <a:pt x="149352" y="0"/>
                    <a:pt x="142113" y="7239"/>
                    <a:pt x="142113" y="16097"/>
                  </a:cubicBezTo>
                  <a:cubicBezTo>
                    <a:pt x="142113" y="24955"/>
                    <a:pt x="149352" y="32195"/>
                    <a:pt x="158210" y="32195"/>
                  </a:cubicBezTo>
                  <a:lnTo>
                    <a:pt x="230124" y="32195"/>
                  </a:lnTo>
                  <a:cubicBezTo>
                    <a:pt x="238982" y="32195"/>
                    <a:pt x="246221" y="24955"/>
                    <a:pt x="246221" y="16097"/>
                  </a:cubicBezTo>
                  <a:cubicBezTo>
                    <a:pt x="246221" y="7239"/>
                    <a:pt x="238982" y="0"/>
                    <a:pt x="230124" y="0"/>
                  </a:cubicBezTo>
                  <a:close/>
                  <a:moveTo>
                    <a:pt x="372237" y="0"/>
                  </a:moveTo>
                  <a:lnTo>
                    <a:pt x="300323" y="0"/>
                  </a:lnTo>
                  <a:cubicBezTo>
                    <a:pt x="291465" y="0"/>
                    <a:pt x="284226" y="7239"/>
                    <a:pt x="284226" y="16097"/>
                  </a:cubicBezTo>
                  <a:cubicBezTo>
                    <a:pt x="284226" y="24955"/>
                    <a:pt x="291465" y="32195"/>
                    <a:pt x="300323" y="32195"/>
                  </a:cubicBezTo>
                  <a:lnTo>
                    <a:pt x="372237" y="32195"/>
                  </a:lnTo>
                  <a:cubicBezTo>
                    <a:pt x="381095" y="32195"/>
                    <a:pt x="388334" y="24955"/>
                    <a:pt x="388334" y="16097"/>
                  </a:cubicBezTo>
                  <a:cubicBezTo>
                    <a:pt x="388334" y="7239"/>
                    <a:pt x="381095" y="0"/>
                    <a:pt x="37223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96" name="Google Shape;1396;p45"/>
          <p:cNvGrpSpPr/>
          <p:nvPr/>
        </p:nvGrpSpPr>
        <p:grpSpPr>
          <a:xfrm>
            <a:off x="7975988" y="116167"/>
            <a:ext cx="1061979" cy="558999"/>
            <a:chOff x="3859815" y="2867310"/>
            <a:chExt cx="1262157" cy="664368"/>
          </a:xfrm>
        </p:grpSpPr>
        <p:sp>
          <p:nvSpPr>
            <p:cNvPr id="1397" name="Google Shape;1397;p45"/>
            <p:cNvSpPr/>
            <p:nvPr/>
          </p:nvSpPr>
          <p:spPr>
            <a:xfrm>
              <a:off x="3859815" y="2867310"/>
              <a:ext cx="1262157" cy="664368"/>
            </a:xfrm>
            <a:custGeom>
              <a:rect b="b" l="l" r="r" t="t"/>
              <a:pathLst>
                <a:path extrusionOk="0" h="664368" w="1262157">
                  <a:moveTo>
                    <a:pt x="1102233" y="344424"/>
                  </a:moveTo>
                  <a:cubicBezTo>
                    <a:pt x="1090231" y="344424"/>
                    <a:pt x="1078611" y="345757"/>
                    <a:pt x="1067372" y="348234"/>
                  </a:cubicBezTo>
                  <a:cubicBezTo>
                    <a:pt x="1048131" y="223838"/>
                    <a:pt x="945166" y="127159"/>
                    <a:pt x="817816" y="117348"/>
                  </a:cubicBezTo>
                  <a:cubicBezTo>
                    <a:pt x="756856" y="45625"/>
                    <a:pt x="666083" y="0"/>
                    <a:pt x="564547" y="0"/>
                  </a:cubicBezTo>
                  <a:cubicBezTo>
                    <a:pt x="398526" y="0"/>
                    <a:pt x="260890" y="121825"/>
                    <a:pt x="236220" y="280988"/>
                  </a:cubicBezTo>
                  <a:cubicBezTo>
                    <a:pt x="222599" y="277939"/>
                    <a:pt x="208502" y="276320"/>
                    <a:pt x="194024" y="276320"/>
                  </a:cubicBezTo>
                  <a:cubicBezTo>
                    <a:pt x="86868" y="276320"/>
                    <a:pt x="0" y="363188"/>
                    <a:pt x="0" y="470345"/>
                  </a:cubicBezTo>
                  <a:cubicBezTo>
                    <a:pt x="0" y="577501"/>
                    <a:pt x="86868" y="664369"/>
                    <a:pt x="194024" y="664369"/>
                  </a:cubicBezTo>
                  <a:lnTo>
                    <a:pt x="1102138" y="664369"/>
                  </a:lnTo>
                  <a:cubicBezTo>
                    <a:pt x="1190530" y="664369"/>
                    <a:pt x="1262158" y="592741"/>
                    <a:pt x="1262158" y="504349"/>
                  </a:cubicBezTo>
                  <a:cubicBezTo>
                    <a:pt x="1262158" y="415957"/>
                    <a:pt x="1190530" y="344329"/>
                    <a:pt x="1102138" y="344329"/>
                  </a:cubicBezTo>
                  <a:close/>
                </a:path>
              </a:pathLst>
            </a:custGeom>
            <a:solidFill>
              <a:srgbClr val="42444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398" name="Google Shape;1398;p45"/>
            <p:cNvGrpSpPr/>
            <p:nvPr/>
          </p:nvGrpSpPr>
          <p:grpSpPr>
            <a:xfrm>
              <a:off x="4275677" y="3065525"/>
              <a:ext cx="334517" cy="380047"/>
              <a:chOff x="4275677" y="3065525"/>
              <a:chExt cx="334517" cy="380047"/>
            </a:xfrm>
          </p:grpSpPr>
          <p:grpSp>
            <p:nvGrpSpPr>
              <p:cNvPr id="1399" name="Google Shape;1399;p45"/>
              <p:cNvGrpSpPr/>
              <p:nvPr/>
            </p:nvGrpSpPr>
            <p:grpSpPr>
              <a:xfrm>
                <a:off x="4275677" y="3065525"/>
                <a:ext cx="334517" cy="380047"/>
                <a:chOff x="4275677" y="3065525"/>
                <a:chExt cx="334517" cy="380047"/>
              </a:xfrm>
            </p:grpSpPr>
            <p:grpSp>
              <p:nvGrpSpPr>
                <p:cNvPr id="1400" name="Google Shape;1400;p45"/>
                <p:cNvGrpSpPr/>
                <p:nvPr/>
              </p:nvGrpSpPr>
              <p:grpSpPr>
                <a:xfrm>
                  <a:off x="4275677" y="3301269"/>
                  <a:ext cx="334422" cy="144303"/>
                  <a:chOff x="4275677" y="3301269"/>
                  <a:chExt cx="334422" cy="144303"/>
                </a:xfrm>
              </p:grpSpPr>
              <p:sp>
                <p:nvSpPr>
                  <p:cNvPr id="1401" name="Google Shape;1401;p45"/>
                  <p:cNvSpPr/>
                  <p:nvPr/>
                </p:nvSpPr>
                <p:spPr>
                  <a:xfrm>
                    <a:off x="4275677" y="3331654"/>
                    <a:ext cx="334422" cy="113918"/>
                  </a:xfrm>
                  <a:custGeom>
                    <a:rect b="b" l="l" r="r" t="t"/>
                    <a:pathLst>
                      <a:path extrusionOk="0" h="113918" w="334422">
                        <a:moveTo>
                          <a:pt x="95" y="0"/>
                        </a:moveTo>
                        <a:lnTo>
                          <a:pt x="95" y="83534"/>
                        </a:lnTo>
                        <a:cubicBezTo>
                          <a:pt x="95" y="100298"/>
                          <a:pt x="74962" y="113919"/>
                          <a:pt x="167259" y="113919"/>
                        </a:cubicBezTo>
                        <a:cubicBezTo>
                          <a:pt x="259556" y="113919"/>
                          <a:pt x="334423" y="100298"/>
                          <a:pt x="334423" y="83534"/>
                        </a:cubicBezTo>
                        <a:lnTo>
                          <a:pt x="334423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CFD3D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402" name="Google Shape;1402;p45"/>
                  <p:cNvSpPr/>
                  <p:nvPr/>
                </p:nvSpPr>
                <p:spPr>
                  <a:xfrm>
                    <a:off x="4275772" y="3301269"/>
                    <a:ext cx="334327" cy="60769"/>
                  </a:xfrm>
                  <a:custGeom>
                    <a:rect b="b" l="l" r="r" t="t"/>
                    <a:pathLst>
                      <a:path extrusionOk="0" h="60769" w="334327">
                        <a:moveTo>
                          <a:pt x="334328" y="30385"/>
                        </a:moveTo>
                        <a:cubicBezTo>
                          <a:pt x="334328" y="47166"/>
                          <a:pt x="259486" y="60770"/>
                          <a:pt x="167164" y="60770"/>
                        </a:cubicBezTo>
                        <a:cubicBezTo>
                          <a:pt x="74842" y="60770"/>
                          <a:pt x="0" y="47166"/>
                          <a:pt x="0" y="30385"/>
                        </a:cubicBezTo>
                        <a:cubicBezTo>
                          <a:pt x="0" y="13604"/>
                          <a:pt x="74842" y="0"/>
                          <a:pt x="167164" y="0"/>
                        </a:cubicBezTo>
                        <a:cubicBezTo>
                          <a:pt x="259486" y="0"/>
                          <a:pt x="334328" y="13604"/>
                          <a:pt x="334328" y="30385"/>
                        </a:cubicBezTo>
                        <a:close/>
                      </a:path>
                    </a:pathLst>
                  </a:custGeom>
                  <a:solidFill>
                    <a:srgbClr val="E6EAF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1403" name="Google Shape;1403;p45"/>
                <p:cNvGrpSpPr/>
                <p:nvPr/>
              </p:nvGrpSpPr>
              <p:grpSpPr>
                <a:xfrm>
                  <a:off x="4275677" y="3183350"/>
                  <a:ext cx="334422" cy="144302"/>
                  <a:chOff x="4275677" y="3183350"/>
                  <a:chExt cx="334422" cy="144302"/>
                </a:xfrm>
              </p:grpSpPr>
              <p:sp>
                <p:nvSpPr>
                  <p:cNvPr id="1404" name="Google Shape;1404;p45"/>
                  <p:cNvSpPr/>
                  <p:nvPr/>
                </p:nvSpPr>
                <p:spPr>
                  <a:xfrm>
                    <a:off x="4275677" y="3213734"/>
                    <a:ext cx="334422" cy="113918"/>
                  </a:xfrm>
                  <a:custGeom>
                    <a:rect b="b" l="l" r="r" t="t"/>
                    <a:pathLst>
                      <a:path extrusionOk="0" h="113918" w="334422">
                        <a:moveTo>
                          <a:pt x="95" y="0"/>
                        </a:moveTo>
                        <a:lnTo>
                          <a:pt x="95" y="83534"/>
                        </a:lnTo>
                        <a:cubicBezTo>
                          <a:pt x="95" y="100298"/>
                          <a:pt x="74962" y="113919"/>
                          <a:pt x="167259" y="113919"/>
                        </a:cubicBezTo>
                        <a:cubicBezTo>
                          <a:pt x="259556" y="113919"/>
                          <a:pt x="334423" y="100298"/>
                          <a:pt x="334423" y="83534"/>
                        </a:cubicBezTo>
                        <a:lnTo>
                          <a:pt x="334423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CFD3D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405" name="Google Shape;1405;p45"/>
                  <p:cNvSpPr/>
                  <p:nvPr/>
                </p:nvSpPr>
                <p:spPr>
                  <a:xfrm>
                    <a:off x="4275772" y="3183350"/>
                    <a:ext cx="334327" cy="60769"/>
                  </a:xfrm>
                  <a:custGeom>
                    <a:rect b="b" l="l" r="r" t="t"/>
                    <a:pathLst>
                      <a:path extrusionOk="0" h="60769" w="334327">
                        <a:moveTo>
                          <a:pt x="334328" y="30385"/>
                        </a:moveTo>
                        <a:cubicBezTo>
                          <a:pt x="334328" y="47166"/>
                          <a:pt x="259486" y="60769"/>
                          <a:pt x="167164" y="60769"/>
                        </a:cubicBezTo>
                        <a:cubicBezTo>
                          <a:pt x="74842" y="60769"/>
                          <a:pt x="0" y="47166"/>
                          <a:pt x="0" y="30385"/>
                        </a:cubicBezTo>
                        <a:cubicBezTo>
                          <a:pt x="0" y="13604"/>
                          <a:pt x="74842" y="0"/>
                          <a:pt x="167164" y="0"/>
                        </a:cubicBezTo>
                        <a:cubicBezTo>
                          <a:pt x="259486" y="0"/>
                          <a:pt x="334328" y="13604"/>
                          <a:pt x="334328" y="30385"/>
                        </a:cubicBezTo>
                        <a:close/>
                      </a:path>
                    </a:pathLst>
                  </a:custGeom>
                  <a:solidFill>
                    <a:srgbClr val="E6EAF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1406" name="Google Shape;1406;p45"/>
                <p:cNvGrpSpPr/>
                <p:nvPr/>
              </p:nvGrpSpPr>
              <p:grpSpPr>
                <a:xfrm>
                  <a:off x="4275677" y="3065525"/>
                  <a:ext cx="334517" cy="144303"/>
                  <a:chOff x="4275677" y="3065525"/>
                  <a:chExt cx="334517" cy="144303"/>
                </a:xfrm>
              </p:grpSpPr>
              <p:sp>
                <p:nvSpPr>
                  <p:cNvPr id="1407" name="Google Shape;1407;p45"/>
                  <p:cNvSpPr/>
                  <p:nvPr/>
                </p:nvSpPr>
                <p:spPr>
                  <a:xfrm>
                    <a:off x="4275677" y="3095910"/>
                    <a:ext cx="334422" cy="113918"/>
                  </a:xfrm>
                  <a:custGeom>
                    <a:rect b="b" l="l" r="r" t="t"/>
                    <a:pathLst>
                      <a:path extrusionOk="0" h="113918" w="334422">
                        <a:moveTo>
                          <a:pt x="95" y="0"/>
                        </a:moveTo>
                        <a:lnTo>
                          <a:pt x="95" y="83534"/>
                        </a:lnTo>
                        <a:cubicBezTo>
                          <a:pt x="95" y="100298"/>
                          <a:pt x="74962" y="113919"/>
                          <a:pt x="167259" y="113919"/>
                        </a:cubicBezTo>
                        <a:cubicBezTo>
                          <a:pt x="259556" y="113919"/>
                          <a:pt x="334423" y="100298"/>
                          <a:pt x="334423" y="83534"/>
                        </a:cubicBezTo>
                        <a:lnTo>
                          <a:pt x="334423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CFD3D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408" name="Google Shape;1408;p45"/>
                  <p:cNvSpPr/>
                  <p:nvPr/>
                </p:nvSpPr>
                <p:spPr>
                  <a:xfrm>
                    <a:off x="4275867" y="3065525"/>
                    <a:ext cx="334327" cy="60769"/>
                  </a:xfrm>
                  <a:custGeom>
                    <a:rect b="b" l="l" r="r" t="t"/>
                    <a:pathLst>
                      <a:path extrusionOk="0" h="60769" w="334327">
                        <a:moveTo>
                          <a:pt x="334328" y="30385"/>
                        </a:moveTo>
                        <a:cubicBezTo>
                          <a:pt x="334328" y="47149"/>
                          <a:pt x="259461" y="60770"/>
                          <a:pt x="167164" y="60770"/>
                        </a:cubicBezTo>
                        <a:cubicBezTo>
                          <a:pt x="74866" y="60770"/>
                          <a:pt x="0" y="47149"/>
                          <a:pt x="0" y="30385"/>
                        </a:cubicBezTo>
                        <a:cubicBezTo>
                          <a:pt x="0" y="13621"/>
                          <a:pt x="74866" y="0"/>
                          <a:pt x="167164" y="0"/>
                        </a:cubicBezTo>
                        <a:cubicBezTo>
                          <a:pt x="259461" y="0"/>
                          <a:pt x="334328" y="13621"/>
                          <a:pt x="334328" y="30385"/>
                        </a:cubicBezTo>
                        <a:close/>
                      </a:path>
                    </a:pathLst>
                  </a:custGeom>
                  <a:solidFill>
                    <a:srgbClr val="E6EAF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1409" name="Google Shape;1409;p45"/>
              <p:cNvSpPr/>
              <p:nvPr/>
            </p:nvSpPr>
            <p:spPr>
              <a:xfrm>
                <a:off x="4529994" y="3140487"/>
                <a:ext cx="38100" cy="38100"/>
              </a:xfrm>
              <a:custGeom>
                <a:rect b="b" l="l" r="r" t="t"/>
                <a:pathLst>
                  <a:path extrusionOk="0" h="38100" w="38100">
                    <a:moveTo>
                      <a:pt x="38100" y="19050"/>
                    </a:moveTo>
                    <a:cubicBezTo>
                      <a:pt x="38100" y="29623"/>
                      <a:pt x="29528" y="38100"/>
                      <a:pt x="19050" y="38100"/>
                    </a:cubicBezTo>
                    <a:cubicBezTo>
                      <a:pt x="8572" y="38100"/>
                      <a:pt x="0" y="29528"/>
                      <a:pt x="0" y="19050"/>
                    </a:cubicBezTo>
                    <a:cubicBezTo>
                      <a:pt x="0" y="8572"/>
                      <a:pt x="8572" y="0"/>
                      <a:pt x="19050" y="0"/>
                    </a:cubicBezTo>
                    <a:cubicBezTo>
                      <a:pt x="29528" y="0"/>
                      <a:pt x="38100" y="8572"/>
                      <a:pt x="38100" y="19050"/>
                    </a:cubicBezTo>
                    <a:close/>
                  </a:path>
                </a:pathLst>
              </a:custGeom>
              <a:solidFill>
                <a:srgbClr val="55C0E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10" name="Google Shape;1410;p45"/>
              <p:cNvSpPr/>
              <p:nvPr/>
            </p:nvSpPr>
            <p:spPr>
              <a:xfrm>
                <a:off x="4529994" y="3256216"/>
                <a:ext cx="38100" cy="38100"/>
              </a:xfrm>
              <a:custGeom>
                <a:rect b="b" l="l" r="r" t="t"/>
                <a:pathLst>
                  <a:path extrusionOk="0" h="38100" w="38100">
                    <a:moveTo>
                      <a:pt x="38100" y="19050"/>
                    </a:moveTo>
                    <a:cubicBezTo>
                      <a:pt x="38100" y="29623"/>
                      <a:pt x="29528" y="38100"/>
                      <a:pt x="19050" y="38100"/>
                    </a:cubicBezTo>
                    <a:cubicBezTo>
                      <a:pt x="8572" y="38100"/>
                      <a:pt x="0" y="29528"/>
                      <a:pt x="0" y="19050"/>
                    </a:cubicBezTo>
                    <a:cubicBezTo>
                      <a:pt x="0" y="8573"/>
                      <a:pt x="8572" y="0"/>
                      <a:pt x="19050" y="0"/>
                    </a:cubicBezTo>
                    <a:cubicBezTo>
                      <a:pt x="29528" y="0"/>
                      <a:pt x="38100" y="8573"/>
                      <a:pt x="38100" y="19050"/>
                    </a:cubicBezTo>
                    <a:close/>
                  </a:path>
                </a:pathLst>
              </a:custGeom>
              <a:solidFill>
                <a:srgbClr val="E6EAF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11" name="Google Shape;1411;p45"/>
              <p:cNvSpPr/>
              <p:nvPr/>
            </p:nvSpPr>
            <p:spPr>
              <a:xfrm>
                <a:off x="4529994" y="3377088"/>
                <a:ext cx="38100" cy="38100"/>
              </a:xfrm>
              <a:custGeom>
                <a:rect b="b" l="l" r="r" t="t"/>
                <a:pathLst>
                  <a:path extrusionOk="0" h="38100" w="38100">
                    <a:moveTo>
                      <a:pt x="38100" y="19050"/>
                    </a:moveTo>
                    <a:cubicBezTo>
                      <a:pt x="38100" y="29623"/>
                      <a:pt x="29528" y="38100"/>
                      <a:pt x="19050" y="38100"/>
                    </a:cubicBezTo>
                    <a:cubicBezTo>
                      <a:pt x="8572" y="38100"/>
                      <a:pt x="0" y="29528"/>
                      <a:pt x="0" y="19050"/>
                    </a:cubicBezTo>
                    <a:cubicBezTo>
                      <a:pt x="0" y="8573"/>
                      <a:pt x="8572" y="0"/>
                      <a:pt x="19050" y="0"/>
                    </a:cubicBezTo>
                    <a:cubicBezTo>
                      <a:pt x="29528" y="0"/>
                      <a:pt x="38100" y="8573"/>
                      <a:pt x="38100" y="19050"/>
                    </a:cubicBezTo>
                    <a:close/>
                  </a:path>
                </a:pathLst>
              </a:custGeom>
              <a:solidFill>
                <a:srgbClr val="E6EAF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412" name="Google Shape;1412;p45"/>
          <p:cNvGrpSpPr/>
          <p:nvPr/>
        </p:nvGrpSpPr>
        <p:grpSpPr>
          <a:xfrm flipH="1" rot="5400000">
            <a:off x="557972" y="4696603"/>
            <a:ext cx="16329" cy="218290"/>
            <a:chOff x="10809827" y="4402455"/>
            <a:chExt cx="24764" cy="330993"/>
          </a:xfrm>
        </p:grpSpPr>
        <p:sp>
          <p:nvSpPr>
            <p:cNvPr id="1413" name="Google Shape;1413;p45"/>
            <p:cNvSpPr/>
            <p:nvPr/>
          </p:nvSpPr>
          <p:spPr>
            <a:xfrm>
              <a:off x="10822209" y="4414266"/>
              <a:ext cx="9525" cy="307467"/>
            </a:xfrm>
            <a:custGeom>
              <a:rect b="b" l="l" r="r" t="t"/>
              <a:pathLst>
                <a:path extrusionOk="0" h="307467" w="9525">
                  <a:moveTo>
                    <a:pt x="-1" y="307467"/>
                  </a:moveTo>
                  <a:lnTo>
                    <a:pt x="-1" y="0"/>
                  </a:lnTo>
                </a:path>
              </a:pathLst>
            </a:custGeom>
            <a:solidFill>
              <a:schemeClr val="accent4"/>
            </a:solidFill>
            <a:ln cap="flat" cmpd="sng" w="10950">
              <a:solidFill>
                <a:schemeClr val="accent4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14" name="Google Shape;1414;p45"/>
            <p:cNvSpPr/>
            <p:nvPr/>
          </p:nvSpPr>
          <p:spPr>
            <a:xfrm>
              <a:off x="10809827" y="4708683"/>
              <a:ext cx="24764" cy="24765"/>
            </a:xfrm>
            <a:custGeom>
              <a:rect b="b" l="l" r="r" t="t"/>
              <a:pathLst>
                <a:path extrusionOk="0" h="24765" w="24764">
                  <a:moveTo>
                    <a:pt x="24765" y="12382"/>
                  </a:moveTo>
                  <a:cubicBezTo>
                    <a:pt x="24765" y="19240"/>
                    <a:pt x="19241" y="24765"/>
                    <a:pt x="12382" y="24765"/>
                  </a:cubicBezTo>
                  <a:cubicBezTo>
                    <a:pt x="5524" y="24765"/>
                    <a:pt x="0" y="19240"/>
                    <a:pt x="0" y="12382"/>
                  </a:cubicBezTo>
                  <a:cubicBezTo>
                    <a:pt x="0" y="5524"/>
                    <a:pt x="5524" y="0"/>
                    <a:pt x="12382" y="0"/>
                  </a:cubicBezTo>
                  <a:cubicBezTo>
                    <a:pt x="19241" y="0"/>
                    <a:pt x="24765" y="5524"/>
                    <a:pt x="24765" y="12382"/>
                  </a:cubicBezTo>
                  <a:close/>
                </a:path>
              </a:pathLst>
            </a:cu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15" name="Google Shape;1415;p45"/>
            <p:cNvSpPr/>
            <p:nvPr/>
          </p:nvSpPr>
          <p:spPr>
            <a:xfrm>
              <a:off x="10809827" y="4402455"/>
              <a:ext cx="24764" cy="24764"/>
            </a:xfrm>
            <a:custGeom>
              <a:rect b="b" l="l" r="r" t="t"/>
              <a:pathLst>
                <a:path extrusionOk="0" h="24764" w="24764">
                  <a:moveTo>
                    <a:pt x="24765" y="12382"/>
                  </a:moveTo>
                  <a:cubicBezTo>
                    <a:pt x="24765" y="5524"/>
                    <a:pt x="19241" y="0"/>
                    <a:pt x="12382" y="0"/>
                  </a:cubicBezTo>
                  <a:cubicBezTo>
                    <a:pt x="5524" y="0"/>
                    <a:pt x="0" y="5524"/>
                    <a:pt x="0" y="12382"/>
                  </a:cubicBezTo>
                  <a:cubicBezTo>
                    <a:pt x="0" y="19240"/>
                    <a:pt x="5524" y="24765"/>
                    <a:pt x="12382" y="24765"/>
                  </a:cubicBezTo>
                  <a:cubicBezTo>
                    <a:pt x="19241" y="24765"/>
                    <a:pt x="24765" y="19240"/>
                    <a:pt x="24765" y="12382"/>
                  </a:cubicBezTo>
                  <a:close/>
                </a:path>
              </a:pathLst>
            </a:cu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16" name="Google Shape;1416;p45"/>
          <p:cNvSpPr/>
          <p:nvPr/>
        </p:nvSpPr>
        <p:spPr>
          <a:xfrm rot="-532595">
            <a:off x="7984139" y="4422751"/>
            <a:ext cx="1661199" cy="1343241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7" name="Google Shape;1417;p45"/>
          <p:cNvSpPr/>
          <p:nvPr/>
        </p:nvSpPr>
        <p:spPr>
          <a:xfrm flipH="1" rot="-5145822">
            <a:off x="-1235221" y="72085"/>
            <a:ext cx="2404292" cy="1318592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3_1">
    <p:spTree>
      <p:nvGrpSpPr>
        <p:cNvPr id="1418" name="Shape 1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9" name="Google Shape;1419;p46"/>
          <p:cNvSpPr txBox="1"/>
          <p:nvPr>
            <p:ph type="title"/>
          </p:nvPr>
        </p:nvSpPr>
        <p:spPr>
          <a:xfrm>
            <a:off x="2347938" y="997200"/>
            <a:ext cx="4448100" cy="105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85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420" name="Google Shape;1420;p46"/>
          <p:cNvSpPr txBox="1"/>
          <p:nvPr>
            <p:ph idx="1" type="subTitle"/>
          </p:nvPr>
        </p:nvSpPr>
        <p:spPr>
          <a:xfrm>
            <a:off x="2347900" y="1841450"/>
            <a:ext cx="4448100" cy="105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421" name="Google Shape;1421;p46"/>
          <p:cNvSpPr txBox="1"/>
          <p:nvPr/>
        </p:nvSpPr>
        <p:spPr>
          <a:xfrm>
            <a:off x="2099100" y="3611950"/>
            <a:ext cx="4945800" cy="5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3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CREDITS:</a:t>
            </a:r>
            <a:r>
              <a:rPr lang="en"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This presentation template was created by </a:t>
            </a:r>
            <a:r>
              <a:rPr b="1" lang="en" sz="1200" u="sng">
                <a:solidFill>
                  <a:schemeClr val="hlink"/>
                </a:solidFill>
                <a:latin typeface="Open Sans"/>
                <a:ea typeface="Open Sans"/>
                <a:cs typeface="Open Sans"/>
                <a:sym typeface="Open Sans"/>
                <a:hlinkClick r:id="rId2"/>
              </a:rPr>
              <a:t>Slidesgo</a:t>
            </a:r>
            <a:r>
              <a:rPr lang="en"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, and includes icons, infographics &amp; images by </a:t>
            </a:r>
            <a:r>
              <a:rPr b="1" lang="en" sz="1200" u="sng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lang="en" sz="1200" u="sng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endParaRPr b="1" sz="1200" u="sng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22" name="Google Shape;1422;p46"/>
          <p:cNvSpPr/>
          <p:nvPr/>
        </p:nvSpPr>
        <p:spPr>
          <a:xfrm flipH="1" rot="-2493044">
            <a:off x="-1086706" y="-570280"/>
            <a:ext cx="2902912" cy="2347287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3" name="Google Shape;1423;p46"/>
          <p:cNvSpPr/>
          <p:nvPr/>
        </p:nvSpPr>
        <p:spPr>
          <a:xfrm flipH="1" rot="-5051288">
            <a:off x="7227752" y="3451481"/>
            <a:ext cx="2997828" cy="2576307"/>
          </a:xfrm>
          <a:custGeom>
            <a:rect b="b" l="l" r="r" t="t"/>
            <a:pathLst>
              <a:path extrusionOk="0" h="30330" w="38869">
                <a:moveTo>
                  <a:pt x="24297" y="1"/>
                </a:moveTo>
                <a:cubicBezTo>
                  <a:pt x="23576" y="1"/>
                  <a:pt x="22813" y="81"/>
                  <a:pt x="22018" y="271"/>
                </a:cubicBezTo>
                <a:cubicBezTo>
                  <a:pt x="16904" y="1494"/>
                  <a:pt x="14626" y="5778"/>
                  <a:pt x="11611" y="8671"/>
                </a:cubicBezTo>
                <a:cubicBezTo>
                  <a:pt x="10032" y="10186"/>
                  <a:pt x="7766" y="10684"/>
                  <a:pt x="5916" y="11826"/>
                </a:cubicBezTo>
                <a:cubicBezTo>
                  <a:pt x="0" y="15481"/>
                  <a:pt x="539" y="24197"/>
                  <a:pt x="4874" y="27639"/>
                </a:cubicBezTo>
                <a:cubicBezTo>
                  <a:pt x="7150" y="29445"/>
                  <a:pt x="9815" y="30330"/>
                  <a:pt x="12976" y="30330"/>
                </a:cubicBezTo>
                <a:cubicBezTo>
                  <a:pt x="15025" y="30330"/>
                  <a:pt x="17282" y="29958"/>
                  <a:pt x="19778" y="29225"/>
                </a:cubicBezTo>
                <a:cubicBezTo>
                  <a:pt x="26123" y="27360"/>
                  <a:pt x="30656" y="26268"/>
                  <a:pt x="34763" y="20412"/>
                </a:cubicBezTo>
                <a:cubicBezTo>
                  <a:pt x="38869" y="14558"/>
                  <a:pt x="35544" y="6859"/>
                  <a:pt x="30907" y="2368"/>
                </a:cubicBezTo>
                <a:cubicBezTo>
                  <a:pt x="30907" y="2368"/>
                  <a:pt x="28215" y="1"/>
                  <a:pt x="24297" y="1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4" name="Google Shape;1424;p46"/>
          <p:cNvSpPr/>
          <p:nvPr/>
        </p:nvSpPr>
        <p:spPr>
          <a:xfrm flipH="1" rot="460638">
            <a:off x="178423" y="3742788"/>
            <a:ext cx="1359611" cy="1222555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5" name="Google Shape;1425;p46"/>
          <p:cNvSpPr/>
          <p:nvPr/>
        </p:nvSpPr>
        <p:spPr>
          <a:xfrm flipH="1" rot="460623">
            <a:off x="6683138" y="-2074210"/>
            <a:ext cx="4087061" cy="3304707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9">
    <p:spTree>
      <p:nvGrpSpPr>
        <p:cNvPr id="1426" name="Shape 1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7" name="Google Shape;1427;p47"/>
          <p:cNvSpPr/>
          <p:nvPr/>
        </p:nvSpPr>
        <p:spPr>
          <a:xfrm flipH="1" rot="-1900174">
            <a:off x="-500059" y="-436065"/>
            <a:ext cx="1729608" cy="1398556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8" name="Google Shape;1428;p47"/>
          <p:cNvSpPr/>
          <p:nvPr/>
        </p:nvSpPr>
        <p:spPr>
          <a:xfrm flipH="1" rot="-3263452">
            <a:off x="5847147" y="3927927"/>
            <a:ext cx="2997856" cy="2576292"/>
          </a:xfrm>
          <a:custGeom>
            <a:rect b="b" l="l" r="r" t="t"/>
            <a:pathLst>
              <a:path extrusionOk="0" h="30330" w="38869">
                <a:moveTo>
                  <a:pt x="24297" y="1"/>
                </a:moveTo>
                <a:cubicBezTo>
                  <a:pt x="23576" y="1"/>
                  <a:pt x="22813" y="81"/>
                  <a:pt x="22018" y="271"/>
                </a:cubicBezTo>
                <a:cubicBezTo>
                  <a:pt x="16904" y="1494"/>
                  <a:pt x="14626" y="5778"/>
                  <a:pt x="11611" y="8671"/>
                </a:cubicBezTo>
                <a:cubicBezTo>
                  <a:pt x="10032" y="10186"/>
                  <a:pt x="7766" y="10684"/>
                  <a:pt x="5916" y="11826"/>
                </a:cubicBezTo>
                <a:cubicBezTo>
                  <a:pt x="0" y="15481"/>
                  <a:pt x="539" y="24197"/>
                  <a:pt x="4874" y="27639"/>
                </a:cubicBezTo>
                <a:cubicBezTo>
                  <a:pt x="7150" y="29445"/>
                  <a:pt x="9815" y="30330"/>
                  <a:pt x="12976" y="30330"/>
                </a:cubicBezTo>
                <a:cubicBezTo>
                  <a:pt x="15025" y="30330"/>
                  <a:pt x="17282" y="29958"/>
                  <a:pt x="19778" y="29225"/>
                </a:cubicBezTo>
                <a:cubicBezTo>
                  <a:pt x="26123" y="27360"/>
                  <a:pt x="30656" y="26268"/>
                  <a:pt x="34763" y="20412"/>
                </a:cubicBezTo>
                <a:cubicBezTo>
                  <a:pt x="38869" y="14558"/>
                  <a:pt x="35544" y="6859"/>
                  <a:pt x="30907" y="2368"/>
                </a:cubicBezTo>
                <a:cubicBezTo>
                  <a:pt x="30907" y="2368"/>
                  <a:pt x="28215" y="1"/>
                  <a:pt x="24297" y="1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9" name="Google Shape;1429;p47"/>
          <p:cNvSpPr/>
          <p:nvPr/>
        </p:nvSpPr>
        <p:spPr>
          <a:xfrm flipH="1" rot="460623">
            <a:off x="6387251" y="-1517085"/>
            <a:ext cx="4087061" cy="3304707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0" name="Google Shape;1430;p47"/>
          <p:cNvSpPr/>
          <p:nvPr/>
        </p:nvSpPr>
        <p:spPr>
          <a:xfrm flipH="1" rot="531593">
            <a:off x="-1222788" y="3829381"/>
            <a:ext cx="2902962" cy="2347327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431" name="Google Shape;1431;p47"/>
          <p:cNvGrpSpPr/>
          <p:nvPr/>
        </p:nvGrpSpPr>
        <p:grpSpPr>
          <a:xfrm>
            <a:off x="7931872" y="177093"/>
            <a:ext cx="997823" cy="737095"/>
            <a:chOff x="7931872" y="177093"/>
            <a:chExt cx="997823" cy="737095"/>
          </a:xfrm>
        </p:grpSpPr>
        <p:grpSp>
          <p:nvGrpSpPr>
            <p:cNvPr id="1432" name="Google Shape;1432;p47"/>
            <p:cNvGrpSpPr/>
            <p:nvPr/>
          </p:nvGrpSpPr>
          <p:grpSpPr>
            <a:xfrm>
              <a:off x="7931872" y="177093"/>
              <a:ext cx="919725" cy="318025"/>
              <a:chOff x="7230903" y="4635722"/>
              <a:chExt cx="652843" cy="225742"/>
            </a:xfrm>
          </p:grpSpPr>
          <p:sp>
            <p:nvSpPr>
              <p:cNvPr id="1433" name="Google Shape;1433;p47"/>
              <p:cNvSpPr/>
              <p:nvPr/>
            </p:nvSpPr>
            <p:spPr>
              <a:xfrm>
                <a:off x="7230903" y="4635722"/>
                <a:ext cx="652843" cy="225742"/>
              </a:xfrm>
              <a:custGeom>
                <a:rect b="b" l="l" r="r" t="t"/>
                <a:pathLst>
                  <a:path extrusionOk="0" h="225742" w="652843">
                    <a:moveTo>
                      <a:pt x="619030" y="0"/>
                    </a:moveTo>
                    <a:cubicBezTo>
                      <a:pt x="637705" y="0"/>
                      <a:pt x="652844" y="15139"/>
                      <a:pt x="652844" y="33814"/>
                    </a:cubicBezTo>
                    <a:lnTo>
                      <a:pt x="652844" y="191929"/>
                    </a:lnTo>
                    <a:cubicBezTo>
                      <a:pt x="652844" y="210603"/>
                      <a:pt x="637704" y="225742"/>
                      <a:pt x="619030" y="225742"/>
                    </a:cubicBezTo>
                    <a:lnTo>
                      <a:pt x="33814" y="225742"/>
                    </a:lnTo>
                    <a:cubicBezTo>
                      <a:pt x="15139" y="225742"/>
                      <a:pt x="0" y="210603"/>
                      <a:pt x="0" y="191929"/>
                    </a:cubicBezTo>
                    <a:lnTo>
                      <a:pt x="0" y="33814"/>
                    </a:lnTo>
                    <a:cubicBezTo>
                      <a:pt x="0" y="15139"/>
                      <a:pt x="15139" y="0"/>
                      <a:pt x="33814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34" name="Google Shape;1434;p47"/>
              <p:cNvSpPr/>
              <p:nvPr/>
            </p:nvSpPr>
            <p:spPr>
              <a:xfrm>
                <a:off x="7287577" y="4672107"/>
                <a:ext cx="151161" cy="151161"/>
              </a:xfrm>
              <a:custGeom>
                <a:rect b="b" l="l" r="r" t="t"/>
                <a:pathLst>
                  <a:path extrusionOk="0" h="151161" w="151161">
                    <a:moveTo>
                      <a:pt x="0" y="0"/>
                    </a:moveTo>
                    <a:lnTo>
                      <a:pt x="151161" y="0"/>
                    </a:lnTo>
                    <a:lnTo>
                      <a:pt x="151161" y="151162"/>
                    </a:lnTo>
                    <a:lnTo>
                      <a:pt x="0" y="151162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435" name="Google Shape;1435;p47"/>
              <p:cNvGrpSpPr/>
              <p:nvPr/>
            </p:nvGrpSpPr>
            <p:grpSpPr>
              <a:xfrm>
                <a:off x="7487126" y="4676394"/>
                <a:ext cx="332041" cy="142684"/>
                <a:chOff x="7487126" y="4676394"/>
                <a:chExt cx="332041" cy="142684"/>
              </a:xfrm>
            </p:grpSpPr>
            <p:sp>
              <p:nvSpPr>
                <p:cNvPr id="1436" name="Google Shape;1436;p47"/>
                <p:cNvSpPr/>
                <p:nvPr/>
              </p:nvSpPr>
              <p:spPr>
                <a:xfrm>
                  <a:off x="7487126" y="4676394"/>
                  <a:ext cx="332041" cy="20383"/>
                </a:xfrm>
                <a:custGeom>
                  <a:rect b="b" l="l" r="r" t="t"/>
                  <a:pathLst>
                    <a:path extrusionOk="0" h="20383" w="332041">
                      <a:moveTo>
                        <a:pt x="0" y="0"/>
                      </a:moveTo>
                      <a:lnTo>
                        <a:pt x="332041" y="0"/>
                      </a:lnTo>
                      <a:lnTo>
                        <a:pt x="332041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437" name="Google Shape;1437;p47"/>
                <p:cNvSpPr/>
                <p:nvPr/>
              </p:nvSpPr>
              <p:spPr>
                <a:xfrm>
                  <a:off x="7487126" y="4717161"/>
                  <a:ext cx="290322" cy="20383"/>
                </a:xfrm>
                <a:custGeom>
                  <a:rect b="b" l="l" r="r" t="t"/>
                  <a:pathLst>
                    <a:path extrusionOk="0" h="20383" w="290322">
                      <a:moveTo>
                        <a:pt x="0" y="0"/>
                      </a:moveTo>
                      <a:lnTo>
                        <a:pt x="290322" y="0"/>
                      </a:lnTo>
                      <a:lnTo>
                        <a:pt x="290322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438" name="Google Shape;1438;p47"/>
                <p:cNvSpPr/>
                <p:nvPr/>
              </p:nvSpPr>
              <p:spPr>
                <a:xfrm>
                  <a:off x="7487126" y="4757928"/>
                  <a:ext cx="303942" cy="20383"/>
                </a:xfrm>
                <a:custGeom>
                  <a:rect b="b" l="l" r="r" t="t"/>
                  <a:pathLst>
                    <a:path extrusionOk="0" h="20383" w="303942">
                      <a:moveTo>
                        <a:pt x="0" y="0"/>
                      </a:moveTo>
                      <a:lnTo>
                        <a:pt x="303942" y="0"/>
                      </a:lnTo>
                      <a:lnTo>
                        <a:pt x="303942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439" name="Google Shape;1439;p47"/>
                <p:cNvSpPr/>
                <p:nvPr/>
              </p:nvSpPr>
              <p:spPr>
                <a:xfrm>
                  <a:off x="7487126" y="4798695"/>
                  <a:ext cx="171545" cy="20383"/>
                </a:xfrm>
                <a:custGeom>
                  <a:rect b="b" l="l" r="r" t="t"/>
                  <a:pathLst>
                    <a:path extrusionOk="0" h="20383" w="171545">
                      <a:moveTo>
                        <a:pt x="0" y="0"/>
                      </a:moveTo>
                      <a:lnTo>
                        <a:pt x="171545" y="0"/>
                      </a:lnTo>
                      <a:lnTo>
                        <a:pt x="171545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440" name="Google Shape;1440;p47"/>
            <p:cNvGrpSpPr/>
            <p:nvPr/>
          </p:nvGrpSpPr>
          <p:grpSpPr>
            <a:xfrm>
              <a:off x="7931872" y="596163"/>
              <a:ext cx="919725" cy="318025"/>
              <a:chOff x="7230903" y="4933188"/>
              <a:chExt cx="652843" cy="225742"/>
            </a:xfrm>
          </p:grpSpPr>
          <p:grpSp>
            <p:nvGrpSpPr>
              <p:cNvPr id="1441" name="Google Shape;1441;p47"/>
              <p:cNvGrpSpPr/>
              <p:nvPr/>
            </p:nvGrpSpPr>
            <p:grpSpPr>
              <a:xfrm>
                <a:off x="7230903" y="4933188"/>
                <a:ext cx="652843" cy="225742"/>
                <a:chOff x="7230903" y="4933188"/>
                <a:chExt cx="652843" cy="225742"/>
              </a:xfrm>
            </p:grpSpPr>
            <p:sp>
              <p:nvSpPr>
                <p:cNvPr id="1442" name="Google Shape;1442;p47"/>
                <p:cNvSpPr/>
                <p:nvPr/>
              </p:nvSpPr>
              <p:spPr>
                <a:xfrm>
                  <a:off x="7230903" y="4933188"/>
                  <a:ext cx="652843" cy="225742"/>
                </a:xfrm>
                <a:custGeom>
                  <a:rect b="b" l="l" r="r" t="t"/>
                  <a:pathLst>
                    <a:path extrusionOk="0" h="225742" w="652843">
                      <a:moveTo>
                        <a:pt x="619030" y="0"/>
                      </a:moveTo>
                      <a:cubicBezTo>
                        <a:pt x="637705" y="0"/>
                        <a:pt x="652844" y="15139"/>
                        <a:pt x="652844" y="33814"/>
                      </a:cubicBezTo>
                      <a:lnTo>
                        <a:pt x="652844" y="191929"/>
                      </a:lnTo>
                      <a:cubicBezTo>
                        <a:pt x="652844" y="210604"/>
                        <a:pt x="637704" y="225742"/>
                        <a:pt x="619030" y="225742"/>
                      </a:cubicBezTo>
                      <a:lnTo>
                        <a:pt x="33814" y="225742"/>
                      </a:lnTo>
                      <a:cubicBezTo>
                        <a:pt x="15139" y="225742"/>
                        <a:pt x="0" y="210604"/>
                        <a:pt x="0" y="191929"/>
                      </a:cubicBezTo>
                      <a:lnTo>
                        <a:pt x="0" y="33814"/>
                      </a:lnTo>
                      <a:cubicBezTo>
                        <a:pt x="0" y="15139"/>
                        <a:pt x="15139" y="0"/>
                        <a:pt x="33814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443" name="Google Shape;1443;p47"/>
                <p:cNvSpPr/>
                <p:nvPr/>
              </p:nvSpPr>
              <p:spPr>
                <a:xfrm>
                  <a:off x="7287577" y="4969668"/>
                  <a:ext cx="151161" cy="151161"/>
                </a:xfrm>
                <a:custGeom>
                  <a:rect b="b" l="l" r="r" t="t"/>
                  <a:pathLst>
                    <a:path extrusionOk="0" h="151161" w="151161">
                      <a:moveTo>
                        <a:pt x="75534" y="151162"/>
                      </a:moveTo>
                      <a:lnTo>
                        <a:pt x="75534" y="151162"/>
                      </a:lnTo>
                      <a:cubicBezTo>
                        <a:pt x="33814" y="151162"/>
                        <a:pt x="0" y="117348"/>
                        <a:pt x="0" y="75629"/>
                      </a:cubicBezTo>
                      <a:lnTo>
                        <a:pt x="0" y="75629"/>
                      </a:lnTo>
                      <a:cubicBezTo>
                        <a:pt x="0" y="33909"/>
                        <a:pt x="33814" y="0"/>
                        <a:pt x="75534" y="0"/>
                      </a:cubicBezTo>
                      <a:lnTo>
                        <a:pt x="75534" y="0"/>
                      </a:lnTo>
                      <a:cubicBezTo>
                        <a:pt x="117253" y="0"/>
                        <a:pt x="151162" y="33814"/>
                        <a:pt x="151162" y="75533"/>
                      </a:cubicBezTo>
                      <a:lnTo>
                        <a:pt x="151162" y="75533"/>
                      </a:lnTo>
                      <a:cubicBezTo>
                        <a:pt x="151162" y="117253"/>
                        <a:pt x="117348" y="151162"/>
                        <a:pt x="75534" y="151162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444" name="Google Shape;1444;p47"/>
                <p:cNvGrpSpPr/>
                <p:nvPr/>
              </p:nvGrpSpPr>
              <p:grpSpPr>
                <a:xfrm>
                  <a:off x="7487126" y="4973859"/>
                  <a:ext cx="332041" cy="142684"/>
                  <a:chOff x="7487126" y="4973859"/>
                  <a:chExt cx="332041" cy="142684"/>
                </a:xfrm>
              </p:grpSpPr>
              <p:sp>
                <p:nvSpPr>
                  <p:cNvPr id="1445" name="Google Shape;1445;p47"/>
                  <p:cNvSpPr/>
                  <p:nvPr/>
                </p:nvSpPr>
                <p:spPr>
                  <a:xfrm>
                    <a:off x="7506747" y="4973859"/>
                    <a:ext cx="280034" cy="20383"/>
                  </a:xfrm>
                  <a:custGeom>
                    <a:rect b="b" l="l" r="r" t="t"/>
                    <a:pathLst>
                      <a:path extrusionOk="0" h="20383" w="280034">
                        <a:moveTo>
                          <a:pt x="0" y="0"/>
                        </a:moveTo>
                        <a:lnTo>
                          <a:pt x="280035" y="0"/>
                        </a:lnTo>
                        <a:lnTo>
                          <a:pt x="280035" y="20384"/>
                        </a:lnTo>
                        <a:lnTo>
                          <a:pt x="0" y="2038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446" name="Google Shape;1446;p47"/>
                  <p:cNvSpPr/>
                  <p:nvPr/>
                </p:nvSpPr>
                <p:spPr>
                  <a:xfrm>
                    <a:off x="7487126" y="5014626"/>
                    <a:ext cx="205073" cy="20383"/>
                  </a:xfrm>
                  <a:custGeom>
                    <a:rect b="b" l="l" r="r" t="t"/>
                    <a:pathLst>
                      <a:path extrusionOk="0" h="20383" w="205073">
                        <a:moveTo>
                          <a:pt x="0" y="0"/>
                        </a:moveTo>
                        <a:lnTo>
                          <a:pt x="205073" y="0"/>
                        </a:lnTo>
                        <a:lnTo>
                          <a:pt x="205073" y="20384"/>
                        </a:lnTo>
                        <a:lnTo>
                          <a:pt x="0" y="2038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447" name="Google Shape;1447;p47"/>
                  <p:cNvSpPr/>
                  <p:nvPr/>
                </p:nvSpPr>
                <p:spPr>
                  <a:xfrm>
                    <a:off x="7487126" y="5055393"/>
                    <a:ext cx="332041" cy="20383"/>
                  </a:xfrm>
                  <a:custGeom>
                    <a:rect b="b" l="l" r="r" t="t"/>
                    <a:pathLst>
                      <a:path extrusionOk="0" h="20383" w="332041">
                        <a:moveTo>
                          <a:pt x="0" y="0"/>
                        </a:moveTo>
                        <a:lnTo>
                          <a:pt x="332041" y="0"/>
                        </a:lnTo>
                        <a:lnTo>
                          <a:pt x="332041" y="20384"/>
                        </a:lnTo>
                        <a:lnTo>
                          <a:pt x="0" y="2038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448" name="Google Shape;1448;p47"/>
                  <p:cNvSpPr/>
                  <p:nvPr/>
                </p:nvSpPr>
                <p:spPr>
                  <a:xfrm>
                    <a:off x="7487126" y="5096160"/>
                    <a:ext cx="171545" cy="20383"/>
                  </a:xfrm>
                  <a:custGeom>
                    <a:rect b="b" l="l" r="r" t="t"/>
                    <a:pathLst>
                      <a:path extrusionOk="0" h="20383" w="171545">
                        <a:moveTo>
                          <a:pt x="0" y="0"/>
                        </a:moveTo>
                        <a:lnTo>
                          <a:pt x="171545" y="0"/>
                        </a:lnTo>
                        <a:lnTo>
                          <a:pt x="171545" y="20384"/>
                        </a:lnTo>
                        <a:lnTo>
                          <a:pt x="0" y="2038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1449" name="Google Shape;1449;p47"/>
              <p:cNvSpPr/>
              <p:nvPr/>
            </p:nvSpPr>
            <p:spPr>
              <a:xfrm>
                <a:off x="7338250" y="5011639"/>
                <a:ext cx="50734" cy="60632"/>
              </a:xfrm>
              <a:custGeom>
                <a:rect b="b" l="l" r="r" t="t"/>
                <a:pathLst>
                  <a:path extrusionOk="0" h="60632" w="50734">
                    <a:moveTo>
                      <a:pt x="0" y="4892"/>
                    </a:moveTo>
                    <a:lnTo>
                      <a:pt x="0" y="55851"/>
                    </a:lnTo>
                    <a:cubicBezTo>
                      <a:pt x="0" y="59566"/>
                      <a:pt x="4001" y="61851"/>
                      <a:pt x="7239" y="59947"/>
                    </a:cubicBezTo>
                    <a:lnTo>
                      <a:pt x="48387" y="35563"/>
                    </a:lnTo>
                    <a:cubicBezTo>
                      <a:pt x="51435" y="33753"/>
                      <a:pt x="51531" y="29371"/>
                      <a:pt x="48578" y="27371"/>
                    </a:cubicBezTo>
                    <a:lnTo>
                      <a:pt x="7430" y="796"/>
                    </a:lnTo>
                    <a:cubicBezTo>
                      <a:pt x="4191" y="-1299"/>
                      <a:pt x="0" y="987"/>
                      <a:pt x="0" y="4797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450" name="Google Shape;1450;p47"/>
            <p:cNvGrpSpPr/>
            <p:nvPr/>
          </p:nvGrpSpPr>
          <p:grpSpPr>
            <a:xfrm>
              <a:off x="8756326" y="539537"/>
              <a:ext cx="173370" cy="112691"/>
              <a:chOff x="7816120" y="4892994"/>
              <a:chExt cx="123062" cy="79991"/>
            </a:xfrm>
          </p:grpSpPr>
          <p:grpSp>
            <p:nvGrpSpPr>
              <p:cNvPr id="1451" name="Google Shape;1451;p47"/>
              <p:cNvGrpSpPr/>
              <p:nvPr/>
            </p:nvGrpSpPr>
            <p:grpSpPr>
              <a:xfrm>
                <a:off x="7816120" y="4902803"/>
                <a:ext cx="123062" cy="63817"/>
                <a:chOff x="7816120" y="4902803"/>
                <a:chExt cx="123062" cy="63817"/>
              </a:xfrm>
            </p:grpSpPr>
            <p:sp>
              <p:nvSpPr>
                <p:cNvPr id="1452" name="Google Shape;1452;p47"/>
                <p:cNvSpPr/>
                <p:nvPr/>
              </p:nvSpPr>
              <p:spPr>
                <a:xfrm>
                  <a:off x="7816120" y="4902803"/>
                  <a:ext cx="123062" cy="63817"/>
                </a:xfrm>
                <a:custGeom>
                  <a:rect b="b" l="l" r="r" t="t"/>
                  <a:pathLst>
                    <a:path extrusionOk="0" h="63817" w="123062">
                      <a:moveTo>
                        <a:pt x="61531" y="63817"/>
                      </a:moveTo>
                      <a:cubicBezTo>
                        <a:pt x="86963" y="63817"/>
                        <a:pt x="109442" y="51244"/>
                        <a:pt x="123063" y="31909"/>
                      </a:cubicBezTo>
                      <a:cubicBezTo>
                        <a:pt x="109442" y="12573"/>
                        <a:pt x="86963" y="0"/>
                        <a:pt x="61531" y="0"/>
                      </a:cubicBezTo>
                      <a:cubicBezTo>
                        <a:pt x="36100" y="0"/>
                        <a:pt x="13621" y="12573"/>
                        <a:pt x="0" y="31909"/>
                      </a:cubicBezTo>
                      <a:cubicBezTo>
                        <a:pt x="13621" y="51244"/>
                        <a:pt x="36100" y="63817"/>
                        <a:pt x="61531" y="63817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453" name="Google Shape;1453;p47"/>
                <p:cNvSpPr/>
                <p:nvPr/>
              </p:nvSpPr>
              <p:spPr>
                <a:xfrm>
                  <a:off x="7858029" y="4915090"/>
                  <a:ext cx="39242" cy="39243"/>
                </a:xfrm>
                <a:custGeom>
                  <a:rect b="b" l="l" r="r" t="t"/>
                  <a:pathLst>
                    <a:path extrusionOk="0" h="39243" w="39242">
                      <a:moveTo>
                        <a:pt x="39243" y="19621"/>
                      </a:moveTo>
                      <a:cubicBezTo>
                        <a:pt x="39243" y="30458"/>
                        <a:pt x="30458" y="39243"/>
                        <a:pt x="19621" y="39243"/>
                      </a:cubicBezTo>
                      <a:cubicBezTo>
                        <a:pt x="8785" y="39243"/>
                        <a:pt x="0" y="30458"/>
                        <a:pt x="0" y="19621"/>
                      </a:cubicBezTo>
                      <a:cubicBezTo>
                        <a:pt x="0" y="8785"/>
                        <a:pt x="8785" y="0"/>
                        <a:pt x="19621" y="0"/>
                      </a:cubicBezTo>
                      <a:cubicBezTo>
                        <a:pt x="30458" y="0"/>
                        <a:pt x="39243" y="8785"/>
                        <a:pt x="39243" y="1962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1454" name="Google Shape;1454;p47"/>
              <p:cNvSpPr/>
              <p:nvPr/>
            </p:nvSpPr>
            <p:spPr>
              <a:xfrm rot="-2700000">
                <a:off x="7825456" y="4928129"/>
                <a:ext cx="103403" cy="9720"/>
              </a:xfrm>
              <a:custGeom>
                <a:rect b="b" l="l" r="r" t="t"/>
                <a:pathLst>
                  <a:path extrusionOk="0" h="9715" w="103346">
                    <a:moveTo>
                      <a:pt x="0" y="0"/>
                    </a:moveTo>
                    <a:lnTo>
                      <a:pt x="103346" y="0"/>
                    </a:lnTo>
                    <a:lnTo>
                      <a:pt x="103346" y="9716"/>
                    </a:lnTo>
                    <a:lnTo>
                      <a:pt x="0" y="9716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9_1">
    <p:spTree>
      <p:nvGrpSpPr>
        <p:cNvPr id="1455" name="Shape 1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6" name="Google Shape;1456;p48"/>
          <p:cNvSpPr/>
          <p:nvPr/>
        </p:nvSpPr>
        <p:spPr>
          <a:xfrm flipH="1" rot="8819869">
            <a:off x="7035528" y="3933627"/>
            <a:ext cx="3158468" cy="2509642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7" name="Google Shape;1457;p48"/>
          <p:cNvSpPr/>
          <p:nvPr/>
        </p:nvSpPr>
        <p:spPr>
          <a:xfrm flipH="1" rot="-3657034">
            <a:off x="-1336268" y="-858934"/>
            <a:ext cx="2746020" cy="1921695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458" name="Google Shape;1458;p48"/>
          <p:cNvGrpSpPr/>
          <p:nvPr/>
        </p:nvGrpSpPr>
        <p:grpSpPr>
          <a:xfrm>
            <a:off x="65066" y="4373044"/>
            <a:ext cx="878158" cy="654532"/>
            <a:chOff x="1114425" y="4361211"/>
            <a:chExt cx="573023" cy="427101"/>
          </a:xfrm>
        </p:grpSpPr>
        <p:grpSp>
          <p:nvGrpSpPr>
            <p:cNvPr id="1459" name="Google Shape;1459;p48"/>
            <p:cNvGrpSpPr/>
            <p:nvPr/>
          </p:nvGrpSpPr>
          <p:grpSpPr>
            <a:xfrm>
              <a:off x="1114425" y="4361211"/>
              <a:ext cx="573023" cy="427101"/>
              <a:chOff x="1114425" y="4361211"/>
              <a:chExt cx="573023" cy="427101"/>
            </a:xfrm>
          </p:grpSpPr>
          <p:sp>
            <p:nvSpPr>
              <p:cNvPr id="1460" name="Google Shape;1460;p48"/>
              <p:cNvSpPr/>
              <p:nvPr/>
            </p:nvSpPr>
            <p:spPr>
              <a:xfrm>
                <a:off x="1241964" y="4361211"/>
                <a:ext cx="445484" cy="299466"/>
              </a:xfrm>
              <a:custGeom>
                <a:rect b="b" l="l" r="r" t="t"/>
                <a:pathLst>
                  <a:path extrusionOk="0" h="299466" w="445484">
                    <a:moveTo>
                      <a:pt x="139160" y="7715"/>
                    </a:moveTo>
                    <a:lnTo>
                      <a:pt x="173450" y="42005"/>
                    </a:lnTo>
                    <a:cubicBezTo>
                      <a:pt x="178403" y="46958"/>
                      <a:pt x="185166" y="49721"/>
                      <a:pt x="192215" y="49721"/>
                    </a:cubicBezTo>
                    <a:lnTo>
                      <a:pt x="419005" y="49721"/>
                    </a:lnTo>
                    <a:cubicBezTo>
                      <a:pt x="433673" y="49721"/>
                      <a:pt x="445484" y="61627"/>
                      <a:pt x="445484" y="76200"/>
                    </a:cubicBezTo>
                    <a:lnTo>
                      <a:pt x="445484" y="272987"/>
                    </a:lnTo>
                    <a:cubicBezTo>
                      <a:pt x="445484" y="287655"/>
                      <a:pt x="433578" y="299466"/>
                      <a:pt x="419005" y="299466"/>
                    </a:cubicBezTo>
                    <a:lnTo>
                      <a:pt x="26479" y="299466"/>
                    </a:lnTo>
                    <a:cubicBezTo>
                      <a:pt x="11811" y="299466"/>
                      <a:pt x="0" y="287560"/>
                      <a:pt x="0" y="272987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79" y="0"/>
                    </a:cubicBezTo>
                    <a:lnTo>
                      <a:pt x="120396" y="0"/>
                    </a:lnTo>
                    <a:cubicBezTo>
                      <a:pt x="127445" y="0"/>
                      <a:pt x="134207" y="2762"/>
                      <a:pt x="139160" y="7715"/>
                    </a:cubicBezTo>
                    <a:close/>
                  </a:path>
                </a:pathLst>
              </a:custGeom>
              <a:solidFill>
                <a:srgbClr val="35363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61" name="Google Shape;1461;p48"/>
              <p:cNvSpPr/>
              <p:nvPr/>
            </p:nvSpPr>
            <p:spPr>
              <a:xfrm>
                <a:off x="1178242" y="4425029"/>
                <a:ext cx="445484" cy="299466"/>
              </a:xfrm>
              <a:custGeom>
                <a:rect b="b" l="l" r="r" t="t"/>
                <a:pathLst>
                  <a:path extrusionOk="0" h="299466" w="445484">
                    <a:moveTo>
                      <a:pt x="139160" y="7620"/>
                    </a:moveTo>
                    <a:lnTo>
                      <a:pt x="173450" y="41910"/>
                    </a:lnTo>
                    <a:cubicBezTo>
                      <a:pt x="178403" y="46863"/>
                      <a:pt x="185166" y="49721"/>
                      <a:pt x="192215" y="49721"/>
                    </a:cubicBezTo>
                    <a:lnTo>
                      <a:pt x="419005" y="49721"/>
                    </a:lnTo>
                    <a:cubicBezTo>
                      <a:pt x="433673" y="49721"/>
                      <a:pt x="445484" y="61627"/>
                      <a:pt x="445484" y="76200"/>
                    </a:cubicBezTo>
                    <a:lnTo>
                      <a:pt x="445484" y="272987"/>
                    </a:lnTo>
                    <a:cubicBezTo>
                      <a:pt x="445484" y="287655"/>
                      <a:pt x="433578" y="299466"/>
                      <a:pt x="419005" y="299466"/>
                    </a:cubicBezTo>
                    <a:lnTo>
                      <a:pt x="26479" y="299466"/>
                    </a:lnTo>
                    <a:cubicBezTo>
                      <a:pt x="11811" y="299466"/>
                      <a:pt x="0" y="287560"/>
                      <a:pt x="0" y="272987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79" y="0"/>
                    </a:cubicBezTo>
                    <a:lnTo>
                      <a:pt x="120396" y="0"/>
                    </a:lnTo>
                    <a:cubicBezTo>
                      <a:pt x="127445" y="0"/>
                      <a:pt x="134207" y="2762"/>
                      <a:pt x="139160" y="7715"/>
                    </a:cubicBezTo>
                    <a:close/>
                  </a:path>
                </a:pathLst>
              </a:custGeom>
              <a:solidFill>
                <a:srgbClr val="42444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62" name="Google Shape;1462;p48"/>
              <p:cNvSpPr/>
              <p:nvPr/>
            </p:nvSpPr>
            <p:spPr>
              <a:xfrm>
                <a:off x="1114425" y="4488846"/>
                <a:ext cx="445484" cy="299466"/>
              </a:xfrm>
              <a:custGeom>
                <a:rect b="b" l="l" r="r" t="t"/>
                <a:pathLst>
                  <a:path extrusionOk="0" h="299466" w="445484">
                    <a:moveTo>
                      <a:pt x="139160" y="7620"/>
                    </a:moveTo>
                    <a:lnTo>
                      <a:pt x="173450" y="41910"/>
                    </a:lnTo>
                    <a:cubicBezTo>
                      <a:pt x="178403" y="46863"/>
                      <a:pt x="185166" y="49721"/>
                      <a:pt x="192215" y="49721"/>
                    </a:cubicBezTo>
                    <a:lnTo>
                      <a:pt x="419005" y="49721"/>
                    </a:lnTo>
                    <a:cubicBezTo>
                      <a:pt x="433673" y="49721"/>
                      <a:pt x="445484" y="61627"/>
                      <a:pt x="445484" y="76200"/>
                    </a:cubicBezTo>
                    <a:lnTo>
                      <a:pt x="445484" y="272987"/>
                    </a:lnTo>
                    <a:cubicBezTo>
                      <a:pt x="445484" y="287655"/>
                      <a:pt x="433578" y="299466"/>
                      <a:pt x="419005" y="299466"/>
                    </a:cubicBezTo>
                    <a:lnTo>
                      <a:pt x="26480" y="299466"/>
                    </a:lnTo>
                    <a:cubicBezTo>
                      <a:pt x="11811" y="299466"/>
                      <a:pt x="0" y="287560"/>
                      <a:pt x="0" y="272987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80" y="0"/>
                    </a:cubicBezTo>
                    <a:lnTo>
                      <a:pt x="120396" y="0"/>
                    </a:lnTo>
                    <a:cubicBezTo>
                      <a:pt x="127445" y="0"/>
                      <a:pt x="134207" y="2762"/>
                      <a:pt x="139160" y="7811"/>
                    </a:cubicBezTo>
                    <a:close/>
                  </a:path>
                </a:pathLst>
              </a:custGeom>
              <a:solidFill>
                <a:srgbClr val="6F708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463" name="Google Shape;1463;p48"/>
            <p:cNvSpPr/>
            <p:nvPr/>
          </p:nvSpPr>
          <p:spPr>
            <a:xfrm>
              <a:off x="1303210" y="4628965"/>
              <a:ext cx="68735" cy="82063"/>
            </a:xfrm>
            <a:custGeom>
              <a:rect b="b" l="l" r="r" t="t"/>
              <a:pathLst>
                <a:path extrusionOk="0" h="82063" w="68735">
                  <a:moveTo>
                    <a:pt x="0" y="6471"/>
                  </a:moveTo>
                  <a:lnTo>
                    <a:pt x="0" y="75527"/>
                  </a:lnTo>
                  <a:cubicBezTo>
                    <a:pt x="0" y="80575"/>
                    <a:pt x="5524" y="83719"/>
                    <a:pt x="9811" y="81147"/>
                  </a:cubicBezTo>
                  <a:lnTo>
                    <a:pt x="65532" y="48095"/>
                  </a:lnTo>
                  <a:cubicBezTo>
                    <a:pt x="69723" y="45619"/>
                    <a:pt x="69818" y="39618"/>
                    <a:pt x="65723" y="37046"/>
                  </a:cubicBezTo>
                  <a:lnTo>
                    <a:pt x="10001" y="1042"/>
                  </a:lnTo>
                  <a:cubicBezTo>
                    <a:pt x="5715" y="-1721"/>
                    <a:pt x="0" y="1327"/>
                    <a:pt x="0" y="647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64" name="Google Shape;1464;p48"/>
          <p:cNvGrpSpPr/>
          <p:nvPr/>
        </p:nvGrpSpPr>
        <p:grpSpPr>
          <a:xfrm>
            <a:off x="8114970" y="266839"/>
            <a:ext cx="829992" cy="750888"/>
            <a:chOff x="8114596" y="445039"/>
            <a:chExt cx="633002" cy="572716"/>
          </a:xfrm>
        </p:grpSpPr>
        <p:grpSp>
          <p:nvGrpSpPr>
            <p:cNvPr id="1465" name="Google Shape;1465;p48"/>
            <p:cNvGrpSpPr/>
            <p:nvPr/>
          </p:nvGrpSpPr>
          <p:grpSpPr>
            <a:xfrm>
              <a:off x="8114596" y="445039"/>
              <a:ext cx="633002" cy="572716"/>
              <a:chOff x="7189660" y="520827"/>
              <a:chExt cx="598074" cy="541115"/>
            </a:xfrm>
          </p:grpSpPr>
          <p:sp>
            <p:nvSpPr>
              <p:cNvPr id="1466" name="Google Shape;1466;p48"/>
              <p:cNvSpPr/>
              <p:nvPr/>
            </p:nvSpPr>
            <p:spPr>
              <a:xfrm>
                <a:off x="7189660" y="520827"/>
                <a:ext cx="598074" cy="541115"/>
              </a:xfrm>
              <a:custGeom>
                <a:rect b="b" l="l" r="r" t="t"/>
                <a:pathLst>
                  <a:path extrusionOk="0" h="541115" w="598074">
                    <a:moveTo>
                      <a:pt x="557022" y="0"/>
                    </a:moveTo>
                    <a:cubicBezTo>
                      <a:pt x="579695" y="0"/>
                      <a:pt x="598075" y="18380"/>
                      <a:pt x="598075" y="41053"/>
                    </a:cubicBezTo>
                    <a:lnTo>
                      <a:pt x="598075" y="500063"/>
                    </a:lnTo>
                    <a:cubicBezTo>
                      <a:pt x="598075" y="522735"/>
                      <a:pt x="579695" y="541115"/>
                      <a:pt x="557022" y="541115"/>
                    </a:cubicBezTo>
                    <a:lnTo>
                      <a:pt x="41053" y="541115"/>
                    </a:lnTo>
                    <a:cubicBezTo>
                      <a:pt x="18380" y="541115"/>
                      <a:pt x="0" y="522735"/>
                      <a:pt x="0" y="500063"/>
                    </a:cubicBezTo>
                    <a:lnTo>
                      <a:pt x="0" y="41053"/>
                    </a:lnTo>
                    <a:cubicBezTo>
                      <a:pt x="0" y="18380"/>
                      <a:pt x="18380" y="0"/>
                      <a:pt x="410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467" name="Google Shape;1467;p48"/>
              <p:cNvGrpSpPr/>
              <p:nvPr/>
            </p:nvGrpSpPr>
            <p:grpSpPr>
              <a:xfrm>
                <a:off x="7579137" y="551973"/>
                <a:ext cx="164782" cy="41529"/>
                <a:chOff x="7579137" y="551973"/>
                <a:chExt cx="164782" cy="41529"/>
              </a:xfrm>
            </p:grpSpPr>
            <p:sp>
              <p:nvSpPr>
                <p:cNvPr id="1468" name="Google Shape;1468;p48"/>
                <p:cNvSpPr/>
                <p:nvPr/>
              </p:nvSpPr>
              <p:spPr>
                <a:xfrm>
                  <a:off x="7702391" y="551973"/>
                  <a:ext cx="41528" cy="41529"/>
                </a:xfrm>
                <a:custGeom>
                  <a:rect b="b" l="l" r="r" t="t"/>
                  <a:pathLst>
                    <a:path extrusionOk="0" h="41529" w="41528">
                      <a:moveTo>
                        <a:pt x="41529" y="20765"/>
                      </a:moveTo>
                      <a:cubicBezTo>
                        <a:pt x="41529" y="32290"/>
                        <a:pt x="32195" y="41529"/>
                        <a:pt x="20764" y="41529"/>
                      </a:cubicBezTo>
                      <a:cubicBezTo>
                        <a:pt x="9334" y="41529"/>
                        <a:pt x="0" y="32195"/>
                        <a:pt x="0" y="20765"/>
                      </a:cubicBezTo>
                      <a:cubicBezTo>
                        <a:pt x="0" y="9335"/>
                        <a:pt x="9334" y="0"/>
                        <a:pt x="20764" y="0"/>
                      </a:cubicBezTo>
                      <a:cubicBezTo>
                        <a:pt x="32195" y="0"/>
                        <a:pt x="41529" y="9335"/>
                        <a:pt x="41529" y="20765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469" name="Google Shape;1469;p48"/>
                <p:cNvSpPr/>
                <p:nvPr/>
              </p:nvSpPr>
              <p:spPr>
                <a:xfrm>
                  <a:off x="7640764" y="551973"/>
                  <a:ext cx="41528" cy="41529"/>
                </a:xfrm>
                <a:custGeom>
                  <a:rect b="b" l="l" r="r" t="t"/>
                  <a:pathLst>
                    <a:path extrusionOk="0" h="41529" w="41528">
                      <a:moveTo>
                        <a:pt x="41529" y="20765"/>
                      </a:moveTo>
                      <a:cubicBezTo>
                        <a:pt x="41529" y="32290"/>
                        <a:pt x="32195" y="41529"/>
                        <a:pt x="20764" y="41529"/>
                      </a:cubicBezTo>
                      <a:cubicBezTo>
                        <a:pt x="9334" y="41529"/>
                        <a:pt x="0" y="32195"/>
                        <a:pt x="0" y="20765"/>
                      </a:cubicBezTo>
                      <a:cubicBezTo>
                        <a:pt x="0" y="9335"/>
                        <a:pt x="9334" y="0"/>
                        <a:pt x="20764" y="0"/>
                      </a:cubicBezTo>
                      <a:cubicBezTo>
                        <a:pt x="32195" y="0"/>
                        <a:pt x="41529" y="9335"/>
                        <a:pt x="41529" y="20765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470" name="Google Shape;1470;p48"/>
                <p:cNvSpPr/>
                <p:nvPr/>
              </p:nvSpPr>
              <p:spPr>
                <a:xfrm>
                  <a:off x="7579137" y="551973"/>
                  <a:ext cx="41528" cy="41529"/>
                </a:xfrm>
                <a:custGeom>
                  <a:rect b="b" l="l" r="r" t="t"/>
                  <a:pathLst>
                    <a:path extrusionOk="0" h="41529" w="41528">
                      <a:moveTo>
                        <a:pt x="41529" y="20765"/>
                      </a:moveTo>
                      <a:cubicBezTo>
                        <a:pt x="41529" y="32290"/>
                        <a:pt x="32195" y="41529"/>
                        <a:pt x="20764" y="41529"/>
                      </a:cubicBezTo>
                      <a:cubicBezTo>
                        <a:pt x="9334" y="41529"/>
                        <a:pt x="0" y="32195"/>
                        <a:pt x="0" y="20765"/>
                      </a:cubicBezTo>
                      <a:cubicBezTo>
                        <a:pt x="0" y="9335"/>
                        <a:pt x="9334" y="0"/>
                        <a:pt x="20764" y="0"/>
                      </a:cubicBezTo>
                      <a:cubicBezTo>
                        <a:pt x="32195" y="0"/>
                        <a:pt x="41529" y="9335"/>
                        <a:pt x="41529" y="20765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471" name="Google Shape;1471;p48"/>
            <p:cNvGrpSpPr/>
            <p:nvPr/>
          </p:nvGrpSpPr>
          <p:grpSpPr>
            <a:xfrm>
              <a:off x="8184962" y="619646"/>
              <a:ext cx="498115" cy="257273"/>
              <a:chOff x="7256144" y="685800"/>
              <a:chExt cx="470630" cy="243077"/>
            </a:xfrm>
          </p:grpSpPr>
          <p:sp>
            <p:nvSpPr>
              <p:cNvPr id="1472" name="Google Shape;1472;p48"/>
              <p:cNvSpPr/>
              <p:nvPr/>
            </p:nvSpPr>
            <p:spPr>
              <a:xfrm>
                <a:off x="7256144" y="694753"/>
                <a:ext cx="218503" cy="218217"/>
              </a:xfrm>
              <a:custGeom>
                <a:rect b="b" l="l" r="r" t="t"/>
                <a:pathLst>
                  <a:path extrusionOk="0" h="218217" w="218503">
                    <a:moveTo>
                      <a:pt x="216598" y="129540"/>
                    </a:moveTo>
                    <a:cubicBezTo>
                      <a:pt x="217837" y="122968"/>
                      <a:pt x="218504" y="116110"/>
                      <a:pt x="218504" y="109156"/>
                    </a:cubicBezTo>
                    <a:cubicBezTo>
                      <a:pt x="218504" y="102203"/>
                      <a:pt x="217837" y="95440"/>
                      <a:pt x="216598" y="88773"/>
                    </a:cubicBezTo>
                    <a:lnTo>
                      <a:pt x="181261" y="88773"/>
                    </a:lnTo>
                    <a:cubicBezTo>
                      <a:pt x="179641" y="83058"/>
                      <a:pt x="177451" y="77724"/>
                      <a:pt x="174593" y="72676"/>
                    </a:cubicBezTo>
                    <a:lnTo>
                      <a:pt x="199549" y="47720"/>
                    </a:lnTo>
                    <a:cubicBezTo>
                      <a:pt x="191834" y="36385"/>
                      <a:pt x="182118" y="26670"/>
                      <a:pt x="170783" y="18955"/>
                    </a:cubicBezTo>
                    <a:lnTo>
                      <a:pt x="145732" y="44005"/>
                    </a:lnTo>
                    <a:cubicBezTo>
                      <a:pt x="140684" y="41148"/>
                      <a:pt x="135255" y="38957"/>
                      <a:pt x="129635" y="37338"/>
                    </a:cubicBezTo>
                    <a:lnTo>
                      <a:pt x="129635" y="1905"/>
                    </a:lnTo>
                    <a:cubicBezTo>
                      <a:pt x="123063" y="667"/>
                      <a:pt x="116205" y="0"/>
                      <a:pt x="109252" y="0"/>
                    </a:cubicBezTo>
                    <a:cubicBezTo>
                      <a:pt x="102298" y="0"/>
                      <a:pt x="95536" y="667"/>
                      <a:pt x="88868" y="1905"/>
                    </a:cubicBezTo>
                    <a:lnTo>
                      <a:pt x="88868" y="37338"/>
                    </a:lnTo>
                    <a:cubicBezTo>
                      <a:pt x="83154" y="38957"/>
                      <a:pt x="77819" y="41148"/>
                      <a:pt x="72771" y="44005"/>
                    </a:cubicBezTo>
                    <a:lnTo>
                      <a:pt x="47720" y="18955"/>
                    </a:lnTo>
                    <a:cubicBezTo>
                      <a:pt x="36386" y="26670"/>
                      <a:pt x="26670" y="36481"/>
                      <a:pt x="18955" y="47720"/>
                    </a:cubicBezTo>
                    <a:lnTo>
                      <a:pt x="43910" y="72676"/>
                    </a:lnTo>
                    <a:cubicBezTo>
                      <a:pt x="41053" y="77724"/>
                      <a:pt x="38862" y="83153"/>
                      <a:pt x="37243" y="88773"/>
                    </a:cubicBezTo>
                    <a:lnTo>
                      <a:pt x="1905" y="88773"/>
                    </a:lnTo>
                    <a:cubicBezTo>
                      <a:pt x="667" y="95345"/>
                      <a:pt x="0" y="102203"/>
                      <a:pt x="0" y="109156"/>
                    </a:cubicBezTo>
                    <a:cubicBezTo>
                      <a:pt x="0" y="116110"/>
                      <a:pt x="667" y="122873"/>
                      <a:pt x="1905" y="129540"/>
                    </a:cubicBezTo>
                    <a:lnTo>
                      <a:pt x="37243" y="129540"/>
                    </a:lnTo>
                    <a:cubicBezTo>
                      <a:pt x="38862" y="135255"/>
                      <a:pt x="41053" y="140589"/>
                      <a:pt x="43910" y="145637"/>
                    </a:cubicBezTo>
                    <a:lnTo>
                      <a:pt x="18955" y="170593"/>
                    </a:lnTo>
                    <a:cubicBezTo>
                      <a:pt x="26670" y="181928"/>
                      <a:pt x="36386" y="191643"/>
                      <a:pt x="47720" y="199358"/>
                    </a:cubicBezTo>
                    <a:lnTo>
                      <a:pt x="72771" y="174308"/>
                    </a:lnTo>
                    <a:cubicBezTo>
                      <a:pt x="77819" y="177165"/>
                      <a:pt x="83248" y="179356"/>
                      <a:pt x="88868" y="180975"/>
                    </a:cubicBezTo>
                    <a:lnTo>
                      <a:pt x="88868" y="216313"/>
                    </a:lnTo>
                    <a:cubicBezTo>
                      <a:pt x="95441" y="217551"/>
                      <a:pt x="102298" y="218218"/>
                      <a:pt x="109252" y="218218"/>
                    </a:cubicBezTo>
                    <a:cubicBezTo>
                      <a:pt x="116205" y="218218"/>
                      <a:pt x="122968" y="217551"/>
                      <a:pt x="129635" y="216313"/>
                    </a:cubicBezTo>
                    <a:lnTo>
                      <a:pt x="129635" y="180975"/>
                    </a:lnTo>
                    <a:cubicBezTo>
                      <a:pt x="135350" y="179356"/>
                      <a:pt x="140684" y="177070"/>
                      <a:pt x="145732" y="174308"/>
                    </a:cubicBezTo>
                    <a:lnTo>
                      <a:pt x="170783" y="199358"/>
                    </a:lnTo>
                    <a:cubicBezTo>
                      <a:pt x="182118" y="191643"/>
                      <a:pt x="191834" y="181928"/>
                      <a:pt x="199549" y="170593"/>
                    </a:cubicBezTo>
                    <a:lnTo>
                      <a:pt x="174593" y="145542"/>
                    </a:lnTo>
                    <a:cubicBezTo>
                      <a:pt x="177451" y="140494"/>
                      <a:pt x="179641" y="135064"/>
                      <a:pt x="181261" y="129445"/>
                    </a:cubicBezTo>
                    <a:lnTo>
                      <a:pt x="216598" y="129445"/>
                    </a:lnTo>
                    <a:close/>
                    <a:moveTo>
                      <a:pt x="109252" y="131255"/>
                    </a:moveTo>
                    <a:cubicBezTo>
                      <a:pt x="97060" y="131255"/>
                      <a:pt x="87249" y="121349"/>
                      <a:pt x="87249" y="109252"/>
                    </a:cubicBezTo>
                    <a:cubicBezTo>
                      <a:pt x="87249" y="97155"/>
                      <a:pt x="97155" y="87249"/>
                      <a:pt x="109252" y="87249"/>
                    </a:cubicBezTo>
                    <a:cubicBezTo>
                      <a:pt x="121348" y="87249"/>
                      <a:pt x="131255" y="97155"/>
                      <a:pt x="131255" y="109252"/>
                    </a:cubicBezTo>
                    <a:cubicBezTo>
                      <a:pt x="131255" y="121349"/>
                      <a:pt x="121348" y="131255"/>
                      <a:pt x="109252" y="131255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473" name="Google Shape;1473;p48"/>
              <p:cNvGrpSpPr/>
              <p:nvPr/>
            </p:nvGrpSpPr>
            <p:grpSpPr>
              <a:xfrm>
                <a:off x="7512843" y="685800"/>
                <a:ext cx="213931" cy="243077"/>
                <a:chOff x="7512843" y="685800"/>
                <a:chExt cx="213931" cy="243077"/>
              </a:xfrm>
            </p:grpSpPr>
            <p:grpSp>
              <p:nvGrpSpPr>
                <p:cNvPr id="1474" name="Google Shape;1474;p48"/>
                <p:cNvGrpSpPr/>
                <p:nvPr/>
              </p:nvGrpSpPr>
              <p:grpSpPr>
                <a:xfrm>
                  <a:off x="7512843" y="836580"/>
                  <a:ext cx="213931" cy="92297"/>
                  <a:chOff x="7512843" y="836580"/>
                  <a:chExt cx="213931" cy="92297"/>
                </a:xfrm>
              </p:grpSpPr>
              <p:sp>
                <p:nvSpPr>
                  <p:cNvPr id="1475" name="Google Shape;1475;p48"/>
                  <p:cNvSpPr/>
                  <p:nvPr/>
                </p:nvSpPr>
                <p:spPr>
                  <a:xfrm>
                    <a:off x="7512843" y="856011"/>
                    <a:ext cx="213931" cy="72866"/>
                  </a:xfrm>
                  <a:custGeom>
                    <a:rect b="b" l="l" r="r" t="t"/>
                    <a:pathLst>
                      <a:path extrusionOk="0" h="72866" w="213931">
                        <a:moveTo>
                          <a:pt x="0" y="0"/>
                        </a:moveTo>
                        <a:lnTo>
                          <a:pt x="0" y="53435"/>
                        </a:lnTo>
                        <a:cubicBezTo>
                          <a:pt x="0" y="64199"/>
                          <a:pt x="47911" y="72866"/>
                          <a:pt x="106966" y="72866"/>
                        </a:cubicBezTo>
                        <a:cubicBezTo>
                          <a:pt x="166021" y="72866"/>
                          <a:pt x="213932" y="64199"/>
                          <a:pt x="213932" y="53435"/>
                        </a:cubicBezTo>
                        <a:lnTo>
                          <a:pt x="213932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476" name="Google Shape;1476;p48"/>
                  <p:cNvSpPr/>
                  <p:nvPr/>
                </p:nvSpPr>
                <p:spPr>
                  <a:xfrm>
                    <a:off x="7512843" y="836580"/>
                    <a:ext cx="213931" cy="38861"/>
                  </a:xfrm>
                  <a:custGeom>
                    <a:rect b="b" l="l" r="r" t="t"/>
                    <a:pathLst>
                      <a:path extrusionOk="0" h="38861" w="213931">
                        <a:moveTo>
                          <a:pt x="213932" y="19431"/>
                        </a:moveTo>
                        <a:cubicBezTo>
                          <a:pt x="213932" y="30162"/>
                          <a:pt x="166042" y="38862"/>
                          <a:pt x="106966" y="38862"/>
                        </a:cubicBezTo>
                        <a:cubicBezTo>
                          <a:pt x="47891" y="38862"/>
                          <a:pt x="1" y="30162"/>
                          <a:pt x="1" y="19431"/>
                        </a:cubicBezTo>
                        <a:cubicBezTo>
                          <a:pt x="1" y="8700"/>
                          <a:pt x="47891" y="0"/>
                          <a:pt x="106966" y="0"/>
                        </a:cubicBezTo>
                        <a:cubicBezTo>
                          <a:pt x="166042" y="0"/>
                          <a:pt x="213932" y="8700"/>
                          <a:pt x="213932" y="19431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1477" name="Google Shape;1477;p48"/>
                <p:cNvGrpSpPr/>
                <p:nvPr/>
              </p:nvGrpSpPr>
              <p:grpSpPr>
                <a:xfrm>
                  <a:off x="7512843" y="761238"/>
                  <a:ext cx="213931" cy="92296"/>
                  <a:chOff x="7512843" y="761238"/>
                  <a:chExt cx="213931" cy="92296"/>
                </a:xfrm>
              </p:grpSpPr>
              <p:sp>
                <p:nvSpPr>
                  <p:cNvPr id="1478" name="Google Shape;1478;p48"/>
                  <p:cNvSpPr/>
                  <p:nvPr/>
                </p:nvSpPr>
                <p:spPr>
                  <a:xfrm>
                    <a:off x="7512843" y="780668"/>
                    <a:ext cx="213931" cy="72866"/>
                  </a:xfrm>
                  <a:custGeom>
                    <a:rect b="b" l="l" r="r" t="t"/>
                    <a:pathLst>
                      <a:path extrusionOk="0" h="72866" w="213931">
                        <a:moveTo>
                          <a:pt x="0" y="0"/>
                        </a:moveTo>
                        <a:lnTo>
                          <a:pt x="0" y="53435"/>
                        </a:lnTo>
                        <a:cubicBezTo>
                          <a:pt x="0" y="64199"/>
                          <a:pt x="47911" y="72866"/>
                          <a:pt x="106966" y="72866"/>
                        </a:cubicBezTo>
                        <a:cubicBezTo>
                          <a:pt x="166021" y="72866"/>
                          <a:pt x="213932" y="64199"/>
                          <a:pt x="213932" y="53435"/>
                        </a:cubicBezTo>
                        <a:lnTo>
                          <a:pt x="213932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479" name="Google Shape;1479;p48"/>
                  <p:cNvSpPr/>
                  <p:nvPr/>
                </p:nvSpPr>
                <p:spPr>
                  <a:xfrm>
                    <a:off x="7512843" y="761238"/>
                    <a:ext cx="213931" cy="38861"/>
                  </a:xfrm>
                  <a:custGeom>
                    <a:rect b="b" l="l" r="r" t="t"/>
                    <a:pathLst>
                      <a:path extrusionOk="0" h="38861" w="213931">
                        <a:moveTo>
                          <a:pt x="213932" y="19431"/>
                        </a:moveTo>
                        <a:cubicBezTo>
                          <a:pt x="213932" y="30162"/>
                          <a:pt x="166042" y="38862"/>
                          <a:pt x="106966" y="38862"/>
                        </a:cubicBezTo>
                        <a:cubicBezTo>
                          <a:pt x="47891" y="38862"/>
                          <a:pt x="1" y="30162"/>
                          <a:pt x="1" y="19431"/>
                        </a:cubicBezTo>
                        <a:cubicBezTo>
                          <a:pt x="1" y="8700"/>
                          <a:pt x="47891" y="0"/>
                          <a:pt x="106966" y="0"/>
                        </a:cubicBezTo>
                        <a:cubicBezTo>
                          <a:pt x="166042" y="0"/>
                          <a:pt x="213932" y="8700"/>
                          <a:pt x="213932" y="19431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1480" name="Google Shape;1480;p48"/>
                <p:cNvGrpSpPr/>
                <p:nvPr/>
              </p:nvGrpSpPr>
              <p:grpSpPr>
                <a:xfrm>
                  <a:off x="7512843" y="685800"/>
                  <a:ext cx="213931" cy="92297"/>
                  <a:chOff x="7512843" y="685800"/>
                  <a:chExt cx="213931" cy="92297"/>
                </a:xfrm>
              </p:grpSpPr>
              <p:sp>
                <p:nvSpPr>
                  <p:cNvPr id="1481" name="Google Shape;1481;p48"/>
                  <p:cNvSpPr/>
                  <p:nvPr/>
                </p:nvSpPr>
                <p:spPr>
                  <a:xfrm>
                    <a:off x="7512843" y="705231"/>
                    <a:ext cx="213931" cy="72866"/>
                  </a:xfrm>
                  <a:custGeom>
                    <a:rect b="b" l="l" r="r" t="t"/>
                    <a:pathLst>
                      <a:path extrusionOk="0" h="72866" w="213931">
                        <a:moveTo>
                          <a:pt x="0" y="0"/>
                        </a:moveTo>
                        <a:lnTo>
                          <a:pt x="0" y="53435"/>
                        </a:lnTo>
                        <a:cubicBezTo>
                          <a:pt x="0" y="64198"/>
                          <a:pt x="47911" y="72866"/>
                          <a:pt x="106966" y="72866"/>
                        </a:cubicBezTo>
                        <a:cubicBezTo>
                          <a:pt x="166021" y="72866"/>
                          <a:pt x="213932" y="64198"/>
                          <a:pt x="213932" y="53435"/>
                        </a:cubicBezTo>
                        <a:lnTo>
                          <a:pt x="213932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482" name="Google Shape;1482;p48"/>
                  <p:cNvSpPr/>
                  <p:nvPr/>
                </p:nvSpPr>
                <p:spPr>
                  <a:xfrm>
                    <a:off x="7512843" y="685800"/>
                    <a:ext cx="213931" cy="38861"/>
                  </a:xfrm>
                  <a:custGeom>
                    <a:rect b="b" l="l" r="r" t="t"/>
                    <a:pathLst>
                      <a:path extrusionOk="0" h="38861" w="213931">
                        <a:moveTo>
                          <a:pt x="213932" y="19431"/>
                        </a:moveTo>
                        <a:cubicBezTo>
                          <a:pt x="213932" y="30162"/>
                          <a:pt x="166042" y="38862"/>
                          <a:pt x="106966" y="38862"/>
                        </a:cubicBezTo>
                        <a:cubicBezTo>
                          <a:pt x="47891" y="38862"/>
                          <a:pt x="1" y="30162"/>
                          <a:pt x="1" y="19431"/>
                        </a:cubicBezTo>
                        <a:cubicBezTo>
                          <a:pt x="1" y="8700"/>
                          <a:pt x="47891" y="0"/>
                          <a:pt x="106966" y="0"/>
                        </a:cubicBezTo>
                        <a:cubicBezTo>
                          <a:pt x="166042" y="0"/>
                          <a:pt x="213932" y="8700"/>
                          <a:pt x="213932" y="19431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</p:grpSp>
      </p:grp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(g3f3a814282a_34_0)">
  <p:cSld name="Generated (g3f3a814282a_34_0)">
    <p:spTree>
      <p:nvGrpSpPr>
        <p:cNvPr id="1483" name="Shape 148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487" name="Shape 1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8" name="Google Shape;1488;p51"/>
          <p:cNvSpPr txBox="1"/>
          <p:nvPr>
            <p:ph type="ctrTitle"/>
          </p:nvPr>
        </p:nvSpPr>
        <p:spPr>
          <a:xfrm>
            <a:off x="713225" y="1144500"/>
            <a:ext cx="4112100" cy="237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000">
                <a:latin typeface="Epilogue"/>
                <a:ea typeface="Epilogue"/>
                <a:cs typeface="Epilogue"/>
                <a:sym typeface="Epilogue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/>
        </p:txBody>
      </p:sp>
      <p:sp>
        <p:nvSpPr>
          <p:cNvPr id="1489" name="Google Shape;1489;p51"/>
          <p:cNvSpPr txBox="1"/>
          <p:nvPr>
            <p:ph idx="1" type="subTitle"/>
          </p:nvPr>
        </p:nvSpPr>
        <p:spPr>
          <a:xfrm>
            <a:off x="713225" y="3523200"/>
            <a:ext cx="4112100" cy="47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490" name="Google Shape;1490;p51"/>
          <p:cNvSpPr/>
          <p:nvPr/>
        </p:nvSpPr>
        <p:spPr>
          <a:xfrm rot="10800000">
            <a:off x="-1604593" y="-845132"/>
            <a:ext cx="3281418" cy="2132806"/>
          </a:xfrm>
          <a:custGeom>
            <a:rect b="b" l="l" r="r" t="t"/>
            <a:pathLst>
              <a:path extrusionOk="0" h="30330" w="38869">
                <a:moveTo>
                  <a:pt x="24297" y="1"/>
                </a:moveTo>
                <a:cubicBezTo>
                  <a:pt x="23576" y="1"/>
                  <a:pt x="22813" y="81"/>
                  <a:pt x="22018" y="271"/>
                </a:cubicBezTo>
                <a:cubicBezTo>
                  <a:pt x="16904" y="1494"/>
                  <a:pt x="14626" y="5778"/>
                  <a:pt x="11611" y="8671"/>
                </a:cubicBezTo>
                <a:cubicBezTo>
                  <a:pt x="10032" y="10186"/>
                  <a:pt x="7766" y="10684"/>
                  <a:pt x="5916" y="11826"/>
                </a:cubicBezTo>
                <a:cubicBezTo>
                  <a:pt x="0" y="15481"/>
                  <a:pt x="539" y="24197"/>
                  <a:pt x="4874" y="27639"/>
                </a:cubicBezTo>
                <a:cubicBezTo>
                  <a:pt x="7150" y="29445"/>
                  <a:pt x="9815" y="30330"/>
                  <a:pt x="12976" y="30330"/>
                </a:cubicBezTo>
                <a:cubicBezTo>
                  <a:pt x="15025" y="30330"/>
                  <a:pt x="17282" y="29958"/>
                  <a:pt x="19778" y="29225"/>
                </a:cubicBezTo>
                <a:cubicBezTo>
                  <a:pt x="26123" y="27360"/>
                  <a:pt x="30656" y="26268"/>
                  <a:pt x="34763" y="20412"/>
                </a:cubicBezTo>
                <a:cubicBezTo>
                  <a:pt x="38869" y="14558"/>
                  <a:pt x="35544" y="6859"/>
                  <a:pt x="30907" y="2368"/>
                </a:cubicBezTo>
                <a:cubicBezTo>
                  <a:pt x="30907" y="2368"/>
                  <a:pt x="28215" y="1"/>
                  <a:pt x="24297" y="1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1" name="Google Shape;1491;p51"/>
          <p:cNvSpPr/>
          <p:nvPr/>
        </p:nvSpPr>
        <p:spPr>
          <a:xfrm flipH="1" rot="-9899992">
            <a:off x="-1515196" y="4121356"/>
            <a:ext cx="3953580" cy="1921771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492" name="Shape 1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3" name="Google Shape;1493;p52"/>
          <p:cNvSpPr txBox="1"/>
          <p:nvPr>
            <p:ph type="title"/>
          </p:nvPr>
        </p:nvSpPr>
        <p:spPr>
          <a:xfrm>
            <a:off x="4047175" y="2571975"/>
            <a:ext cx="4383600" cy="84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494" name="Google Shape;1494;p52"/>
          <p:cNvSpPr txBox="1"/>
          <p:nvPr>
            <p:ph hasCustomPrompt="1" idx="2" type="title"/>
          </p:nvPr>
        </p:nvSpPr>
        <p:spPr>
          <a:xfrm>
            <a:off x="4047175" y="1321975"/>
            <a:ext cx="1235700" cy="8418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495" name="Google Shape;1495;p52"/>
          <p:cNvSpPr/>
          <p:nvPr>
            <p:ph idx="3" type="pic"/>
          </p:nvPr>
        </p:nvSpPr>
        <p:spPr>
          <a:xfrm>
            <a:off x="484625" y="1076550"/>
            <a:ext cx="2990400" cy="29904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1496" name="Google Shape;1496;p52"/>
          <p:cNvSpPr/>
          <p:nvPr/>
        </p:nvSpPr>
        <p:spPr>
          <a:xfrm flipH="1" rot="-3263452">
            <a:off x="5847147" y="3927927"/>
            <a:ext cx="2997856" cy="2576292"/>
          </a:xfrm>
          <a:custGeom>
            <a:rect b="b" l="l" r="r" t="t"/>
            <a:pathLst>
              <a:path extrusionOk="0" h="30330" w="38869">
                <a:moveTo>
                  <a:pt x="24297" y="1"/>
                </a:moveTo>
                <a:cubicBezTo>
                  <a:pt x="23576" y="1"/>
                  <a:pt x="22813" y="81"/>
                  <a:pt x="22018" y="271"/>
                </a:cubicBezTo>
                <a:cubicBezTo>
                  <a:pt x="16904" y="1494"/>
                  <a:pt x="14626" y="5778"/>
                  <a:pt x="11611" y="8671"/>
                </a:cubicBezTo>
                <a:cubicBezTo>
                  <a:pt x="10032" y="10186"/>
                  <a:pt x="7766" y="10684"/>
                  <a:pt x="5916" y="11826"/>
                </a:cubicBezTo>
                <a:cubicBezTo>
                  <a:pt x="0" y="15481"/>
                  <a:pt x="539" y="24197"/>
                  <a:pt x="4874" y="27639"/>
                </a:cubicBezTo>
                <a:cubicBezTo>
                  <a:pt x="7150" y="29445"/>
                  <a:pt x="9815" y="30330"/>
                  <a:pt x="12976" y="30330"/>
                </a:cubicBezTo>
                <a:cubicBezTo>
                  <a:pt x="15025" y="30330"/>
                  <a:pt x="17282" y="29958"/>
                  <a:pt x="19778" y="29225"/>
                </a:cubicBezTo>
                <a:cubicBezTo>
                  <a:pt x="26123" y="27360"/>
                  <a:pt x="30656" y="26268"/>
                  <a:pt x="34763" y="20412"/>
                </a:cubicBezTo>
                <a:cubicBezTo>
                  <a:pt x="38869" y="14558"/>
                  <a:pt x="35544" y="6859"/>
                  <a:pt x="30907" y="2368"/>
                </a:cubicBezTo>
                <a:cubicBezTo>
                  <a:pt x="30907" y="2368"/>
                  <a:pt x="28215" y="1"/>
                  <a:pt x="24297" y="1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7" name="Google Shape;1497;p52"/>
          <p:cNvSpPr/>
          <p:nvPr/>
        </p:nvSpPr>
        <p:spPr>
          <a:xfrm flipH="1" rot="460623">
            <a:off x="6387251" y="-1517085"/>
            <a:ext cx="4087061" cy="3304707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8" name="Google Shape;1498;p52"/>
          <p:cNvSpPr/>
          <p:nvPr/>
        </p:nvSpPr>
        <p:spPr>
          <a:xfrm flipH="1" rot="-4592116">
            <a:off x="6189" y="113200"/>
            <a:ext cx="642877" cy="519829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499" name="Shape 1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0" name="Google Shape;1500;p5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501" name="Google Shape;1501;p53"/>
          <p:cNvSpPr txBox="1"/>
          <p:nvPr>
            <p:ph idx="1" type="body"/>
          </p:nvPr>
        </p:nvSpPr>
        <p:spPr>
          <a:xfrm>
            <a:off x="720000" y="1215752"/>
            <a:ext cx="77040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1pPr>
            <a:lvl2pPr indent="-3048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2pPr>
            <a:lvl3pPr indent="-3048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3pPr>
            <a:lvl4pPr indent="-3048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4pPr>
            <a:lvl5pPr indent="-3048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5pPr>
            <a:lvl6pPr indent="-3048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6pPr>
            <a:lvl7pPr indent="-3048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7pPr>
            <a:lvl8pPr indent="-3048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8pPr>
            <a:lvl9pPr indent="-3048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9pPr>
          </a:lstStyle>
          <a:p/>
        </p:txBody>
      </p:sp>
      <p:sp>
        <p:nvSpPr>
          <p:cNvPr id="1502" name="Google Shape;1502;p53"/>
          <p:cNvSpPr/>
          <p:nvPr/>
        </p:nvSpPr>
        <p:spPr>
          <a:xfrm flipH="1" rot="-4014673">
            <a:off x="-1798429" y="-1029372"/>
            <a:ext cx="3158476" cy="2509636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3" name="Google Shape;1503;p53"/>
          <p:cNvSpPr/>
          <p:nvPr/>
        </p:nvSpPr>
        <p:spPr>
          <a:xfrm flipH="1">
            <a:off x="8355841" y="2667287"/>
            <a:ext cx="734045" cy="45268"/>
          </a:xfrm>
          <a:custGeom>
            <a:rect b="b" l="l" r="r" t="t"/>
            <a:pathLst>
              <a:path extrusionOk="0" h="50863" w="824770">
                <a:moveTo>
                  <a:pt x="799338" y="50863"/>
                </a:moveTo>
                <a:lnTo>
                  <a:pt x="25432" y="50863"/>
                </a:lnTo>
                <a:cubicBezTo>
                  <a:pt x="11430" y="50863"/>
                  <a:pt x="0" y="39433"/>
                  <a:pt x="0" y="25432"/>
                </a:cubicBezTo>
                <a:lnTo>
                  <a:pt x="0" y="25432"/>
                </a:lnTo>
                <a:cubicBezTo>
                  <a:pt x="0" y="11430"/>
                  <a:pt x="11430" y="0"/>
                  <a:pt x="25432" y="0"/>
                </a:cubicBezTo>
                <a:lnTo>
                  <a:pt x="799338" y="0"/>
                </a:lnTo>
                <a:cubicBezTo>
                  <a:pt x="813339" y="0"/>
                  <a:pt x="824770" y="11430"/>
                  <a:pt x="824770" y="25432"/>
                </a:cubicBezTo>
                <a:lnTo>
                  <a:pt x="824770" y="25432"/>
                </a:lnTo>
                <a:cubicBezTo>
                  <a:pt x="824770" y="39433"/>
                  <a:pt x="813339" y="50863"/>
                  <a:pt x="799338" y="50863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504" name="Google Shape;1504;p53"/>
          <p:cNvGrpSpPr/>
          <p:nvPr/>
        </p:nvGrpSpPr>
        <p:grpSpPr>
          <a:xfrm flipH="1">
            <a:off x="8380540" y="1729933"/>
            <a:ext cx="668783" cy="959747"/>
            <a:chOff x="10519314" y="4728596"/>
            <a:chExt cx="751780" cy="1078731"/>
          </a:xfrm>
        </p:grpSpPr>
        <p:grpSp>
          <p:nvGrpSpPr>
            <p:cNvPr id="1505" name="Google Shape;1505;p53"/>
            <p:cNvGrpSpPr/>
            <p:nvPr/>
          </p:nvGrpSpPr>
          <p:grpSpPr>
            <a:xfrm>
              <a:off x="10519314" y="4728596"/>
              <a:ext cx="626662" cy="1078731"/>
              <a:chOff x="10519314" y="4728596"/>
              <a:chExt cx="626662" cy="1078731"/>
            </a:xfrm>
          </p:grpSpPr>
          <p:grpSp>
            <p:nvGrpSpPr>
              <p:cNvPr id="1506" name="Google Shape;1506;p53"/>
              <p:cNvGrpSpPr/>
              <p:nvPr/>
            </p:nvGrpSpPr>
            <p:grpSpPr>
              <a:xfrm>
                <a:off x="10903220" y="4888205"/>
                <a:ext cx="242756" cy="919122"/>
                <a:chOff x="10903220" y="4888205"/>
                <a:chExt cx="242756" cy="919122"/>
              </a:xfrm>
            </p:grpSpPr>
            <p:sp>
              <p:nvSpPr>
                <p:cNvPr id="1507" name="Google Shape;1507;p53"/>
                <p:cNvSpPr/>
                <p:nvPr/>
              </p:nvSpPr>
              <p:spPr>
                <a:xfrm rot="-447735">
                  <a:off x="10961814" y="4892503"/>
                  <a:ext cx="125567" cy="910526"/>
                </a:xfrm>
                <a:custGeom>
                  <a:rect b="b" l="l" r="r" t="t"/>
                  <a:pathLst>
                    <a:path extrusionOk="0" h="909637" w="125444">
                      <a:moveTo>
                        <a:pt x="0" y="0"/>
                      </a:moveTo>
                      <a:lnTo>
                        <a:pt x="125445" y="0"/>
                      </a:lnTo>
                      <a:lnTo>
                        <a:pt x="125445" y="909637"/>
                      </a:lnTo>
                      <a:lnTo>
                        <a:pt x="0" y="909637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08" name="Google Shape;1508;p53"/>
                <p:cNvSpPr/>
                <p:nvPr/>
              </p:nvSpPr>
              <p:spPr>
                <a:xfrm>
                  <a:off x="10952422" y="4933194"/>
                  <a:ext cx="42088" cy="42088"/>
                </a:xfrm>
                <a:custGeom>
                  <a:rect b="b" l="l" r="r" t="t"/>
                  <a:pathLst>
                    <a:path extrusionOk="0" h="42088" w="42088">
                      <a:moveTo>
                        <a:pt x="41904" y="18282"/>
                      </a:moveTo>
                      <a:cubicBezTo>
                        <a:pt x="43428" y="29807"/>
                        <a:pt x="35331" y="40380"/>
                        <a:pt x="23806" y="41904"/>
                      </a:cubicBezTo>
                      <a:cubicBezTo>
                        <a:pt x="12281" y="43428"/>
                        <a:pt x="1709" y="35332"/>
                        <a:pt x="184" y="23806"/>
                      </a:cubicBezTo>
                      <a:cubicBezTo>
                        <a:pt x="-1340" y="12281"/>
                        <a:pt x="6756" y="1708"/>
                        <a:pt x="18282" y="184"/>
                      </a:cubicBezTo>
                      <a:cubicBezTo>
                        <a:pt x="29807" y="-1340"/>
                        <a:pt x="40380" y="6757"/>
                        <a:pt x="41904" y="18282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09" name="Google Shape;1509;p53"/>
                <p:cNvSpPr/>
                <p:nvPr/>
              </p:nvSpPr>
              <p:spPr>
                <a:xfrm>
                  <a:off x="10961186" y="5000250"/>
                  <a:ext cx="42087" cy="42087"/>
                </a:xfrm>
                <a:custGeom>
                  <a:rect b="b" l="l" r="r" t="t"/>
                  <a:pathLst>
                    <a:path extrusionOk="0" h="42087" w="42087">
                      <a:moveTo>
                        <a:pt x="41904" y="18282"/>
                      </a:moveTo>
                      <a:cubicBezTo>
                        <a:pt x="43427" y="29807"/>
                        <a:pt x="35331" y="40380"/>
                        <a:pt x="23806" y="41904"/>
                      </a:cubicBezTo>
                      <a:cubicBezTo>
                        <a:pt x="12280" y="43428"/>
                        <a:pt x="1708" y="35332"/>
                        <a:pt x="184" y="23806"/>
                      </a:cubicBezTo>
                      <a:cubicBezTo>
                        <a:pt x="-1340" y="12281"/>
                        <a:pt x="6756" y="1708"/>
                        <a:pt x="18281" y="184"/>
                      </a:cubicBezTo>
                      <a:cubicBezTo>
                        <a:pt x="29807" y="-1340"/>
                        <a:pt x="40380" y="6757"/>
                        <a:pt x="41904" y="18282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510" name="Google Shape;1510;p53"/>
                <p:cNvGrpSpPr/>
                <p:nvPr/>
              </p:nvGrpSpPr>
              <p:grpSpPr>
                <a:xfrm>
                  <a:off x="11014221" y="5588618"/>
                  <a:ext cx="100021" cy="114784"/>
                  <a:chOff x="11014221" y="5588618"/>
                  <a:chExt cx="100021" cy="114784"/>
                </a:xfrm>
              </p:grpSpPr>
              <p:sp>
                <p:nvSpPr>
                  <p:cNvPr id="1511" name="Google Shape;1511;p53"/>
                  <p:cNvSpPr/>
                  <p:nvPr/>
                </p:nvSpPr>
                <p:spPr>
                  <a:xfrm rot="-447735">
                    <a:off x="11014826" y="5594269"/>
                    <a:ext cx="88001" cy="15064"/>
                  </a:xfrm>
                  <a:custGeom>
                    <a:rect b="b" l="l" r="r" t="t"/>
                    <a:pathLst>
                      <a:path extrusionOk="0" h="15049" w="87915">
                        <a:moveTo>
                          <a:pt x="0" y="0"/>
                        </a:moveTo>
                        <a:lnTo>
                          <a:pt x="87916" y="0"/>
                        </a:lnTo>
                        <a:lnTo>
                          <a:pt x="87916" y="15049"/>
                        </a:lnTo>
                        <a:lnTo>
                          <a:pt x="0" y="15049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512" name="Google Shape;1512;p53"/>
                  <p:cNvSpPr/>
                  <p:nvPr/>
                </p:nvSpPr>
                <p:spPr>
                  <a:xfrm rot="-447735">
                    <a:off x="11018646" y="5623150"/>
                    <a:ext cx="88001" cy="15064"/>
                  </a:xfrm>
                  <a:custGeom>
                    <a:rect b="b" l="l" r="r" t="t"/>
                    <a:pathLst>
                      <a:path extrusionOk="0" h="15049" w="87915">
                        <a:moveTo>
                          <a:pt x="0" y="0"/>
                        </a:moveTo>
                        <a:lnTo>
                          <a:pt x="87916" y="0"/>
                        </a:lnTo>
                        <a:lnTo>
                          <a:pt x="87916" y="15050"/>
                        </a:lnTo>
                        <a:lnTo>
                          <a:pt x="0" y="1505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513" name="Google Shape;1513;p53"/>
                  <p:cNvSpPr/>
                  <p:nvPr/>
                </p:nvSpPr>
                <p:spPr>
                  <a:xfrm rot="-447735">
                    <a:off x="11021820" y="5653805"/>
                    <a:ext cx="88001" cy="15064"/>
                  </a:xfrm>
                  <a:custGeom>
                    <a:rect b="b" l="l" r="r" t="t"/>
                    <a:pathLst>
                      <a:path extrusionOk="0" h="15049" w="87915">
                        <a:moveTo>
                          <a:pt x="0" y="0"/>
                        </a:moveTo>
                        <a:lnTo>
                          <a:pt x="87916" y="0"/>
                        </a:lnTo>
                        <a:lnTo>
                          <a:pt x="87916" y="15050"/>
                        </a:lnTo>
                        <a:lnTo>
                          <a:pt x="0" y="1505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514" name="Google Shape;1514;p53"/>
                  <p:cNvSpPr/>
                  <p:nvPr/>
                </p:nvSpPr>
                <p:spPr>
                  <a:xfrm rot="-447735">
                    <a:off x="11025635" y="5682688"/>
                    <a:ext cx="88001" cy="15064"/>
                  </a:xfrm>
                  <a:custGeom>
                    <a:rect b="b" l="l" r="r" t="t"/>
                    <a:pathLst>
                      <a:path extrusionOk="0" h="15049" w="87915">
                        <a:moveTo>
                          <a:pt x="0" y="0"/>
                        </a:moveTo>
                        <a:lnTo>
                          <a:pt x="87915" y="0"/>
                        </a:lnTo>
                        <a:lnTo>
                          <a:pt x="87915" y="15050"/>
                        </a:lnTo>
                        <a:lnTo>
                          <a:pt x="0" y="1505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grpSp>
            <p:nvGrpSpPr>
              <p:cNvPr id="1515" name="Google Shape;1515;p53"/>
              <p:cNvGrpSpPr/>
              <p:nvPr/>
            </p:nvGrpSpPr>
            <p:grpSpPr>
              <a:xfrm>
                <a:off x="10718623" y="4728596"/>
                <a:ext cx="229169" cy="1075979"/>
                <a:chOff x="10718623" y="4728596"/>
                <a:chExt cx="229169" cy="1075979"/>
              </a:xfrm>
            </p:grpSpPr>
            <p:sp>
              <p:nvSpPr>
                <p:cNvPr id="1516" name="Google Shape;1516;p53"/>
                <p:cNvSpPr/>
                <p:nvPr/>
              </p:nvSpPr>
              <p:spPr>
                <a:xfrm rot="-172174">
                  <a:off x="10745259" y="4732329"/>
                  <a:ext cx="175897" cy="1068513"/>
                </a:xfrm>
                <a:custGeom>
                  <a:rect b="b" l="l" r="r" t="t"/>
                  <a:pathLst>
                    <a:path extrusionOk="0" h="1069848" w="176117">
                      <a:moveTo>
                        <a:pt x="0" y="0"/>
                      </a:moveTo>
                      <a:lnTo>
                        <a:pt x="176117" y="0"/>
                      </a:lnTo>
                      <a:lnTo>
                        <a:pt x="176117" y="1069848"/>
                      </a:lnTo>
                      <a:lnTo>
                        <a:pt x="0" y="1069848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17" name="Google Shape;1517;p53"/>
                <p:cNvSpPr/>
                <p:nvPr/>
              </p:nvSpPr>
              <p:spPr>
                <a:xfrm>
                  <a:off x="10787634" y="5182743"/>
                  <a:ext cx="87629" cy="87630"/>
                </a:xfrm>
                <a:custGeom>
                  <a:rect b="b" l="l" r="r" t="t"/>
                  <a:pathLst>
                    <a:path extrusionOk="0" h="87630" w="87629">
                      <a:moveTo>
                        <a:pt x="87630" y="43815"/>
                      </a:moveTo>
                      <a:cubicBezTo>
                        <a:pt x="87630" y="68013"/>
                        <a:pt x="68014" y="87630"/>
                        <a:pt x="43815" y="87630"/>
                      </a:cubicBezTo>
                      <a:cubicBezTo>
                        <a:pt x="19617" y="87630"/>
                        <a:pt x="1" y="68014"/>
                        <a:pt x="1" y="43815"/>
                      </a:cubicBezTo>
                      <a:cubicBezTo>
                        <a:pt x="1" y="19617"/>
                        <a:pt x="19617" y="0"/>
                        <a:pt x="43815" y="0"/>
                      </a:cubicBezTo>
                      <a:cubicBezTo>
                        <a:pt x="68014" y="0"/>
                        <a:pt x="87630" y="19616"/>
                        <a:pt x="87630" y="43815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518" name="Google Shape;1518;p53"/>
                <p:cNvGrpSpPr/>
                <p:nvPr/>
              </p:nvGrpSpPr>
              <p:grpSpPr>
                <a:xfrm>
                  <a:off x="10765015" y="5040134"/>
                  <a:ext cx="116314" cy="49775"/>
                  <a:chOff x="10765015" y="5040134"/>
                  <a:chExt cx="116314" cy="49775"/>
                </a:xfrm>
              </p:grpSpPr>
              <p:sp>
                <p:nvSpPr>
                  <p:cNvPr id="1519" name="Google Shape;1519;p53"/>
                  <p:cNvSpPr/>
                  <p:nvPr/>
                </p:nvSpPr>
                <p:spPr>
                  <a:xfrm rot="-172174">
                    <a:off x="10765318" y="5042987"/>
                    <a:ext cx="114347" cy="14935"/>
                  </a:xfrm>
                  <a:custGeom>
                    <a:rect b="b" l="l" r="r" t="t"/>
                    <a:pathLst>
                      <a:path extrusionOk="0" h="14954" w="114490">
                        <a:moveTo>
                          <a:pt x="0" y="0"/>
                        </a:moveTo>
                        <a:lnTo>
                          <a:pt x="114490" y="0"/>
                        </a:lnTo>
                        <a:lnTo>
                          <a:pt x="114490" y="14954"/>
                        </a:lnTo>
                        <a:lnTo>
                          <a:pt x="0" y="1495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520" name="Google Shape;1520;p53"/>
                  <p:cNvSpPr/>
                  <p:nvPr/>
                </p:nvSpPr>
                <p:spPr>
                  <a:xfrm rot="-172174">
                    <a:off x="10766681" y="5072121"/>
                    <a:ext cx="114347" cy="14935"/>
                  </a:xfrm>
                  <a:custGeom>
                    <a:rect b="b" l="l" r="r" t="t"/>
                    <a:pathLst>
                      <a:path extrusionOk="0" h="14954" w="114490">
                        <a:moveTo>
                          <a:pt x="0" y="0"/>
                        </a:moveTo>
                        <a:lnTo>
                          <a:pt x="114491" y="0"/>
                        </a:lnTo>
                        <a:lnTo>
                          <a:pt x="114491" y="14954"/>
                        </a:lnTo>
                        <a:lnTo>
                          <a:pt x="0" y="1495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1521" name="Google Shape;1521;p53"/>
                <p:cNvGrpSpPr/>
                <p:nvPr/>
              </p:nvGrpSpPr>
              <p:grpSpPr>
                <a:xfrm>
                  <a:off x="10784825" y="5436314"/>
                  <a:ext cx="116414" cy="49961"/>
                  <a:chOff x="10784825" y="5436314"/>
                  <a:chExt cx="116414" cy="49961"/>
                </a:xfrm>
              </p:grpSpPr>
              <p:sp>
                <p:nvSpPr>
                  <p:cNvPr id="1522" name="Google Shape;1522;p53"/>
                  <p:cNvSpPr/>
                  <p:nvPr/>
                </p:nvSpPr>
                <p:spPr>
                  <a:xfrm rot="-172174">
                    <a:off x="10785128" y="5439167"/>
                    <a:ext cx="114347" cy="14935"/>
                  </a:xfrm>
                  <a:custGeom>
                    <a:rect b="b" l="l" r="r" t="t"/>
                    <a:pathLst>
                      <a:path extrusionOk="0" h="14954" w="114490">
                        <a:moveTo>
                          <a:pt x="0" y="0"/>
                        </a:moveTo>
                        <a:lnTo>
                          <a:pt x="114491" y="0"/>
                        </a:lnTo>
                        <a:lnTo>
                          <a:pt x="114491" y="14955"/>
                        </a:lnTo>
                        <a:lnTo>
                          <a:pt x="0" y="14955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523" name="Google Shape;1523;p53"/>
                  <p:cNvSpPr/>
                  <p:nvPr/>
                </p:nvSpPr>
                <p:spPr>
                  <a:xfrm rot="-172174">
                    <a:off x="10786591" y="5468487"/>
                    <a:ext cx="114347" cy="14935"/>
                  </a:xfrm>
                  <a:custGeom>
                    <a:rect b="b" l="l" r="r" t="t"/>
                    <a:pathLst>
                      <a:path extrusionOk="0" h="14954" w="114490">
                        <a:moveTo>
                          <a:pt x="0" y="0"/>
                        </a:moveTo>
                        <a:lnTo>
                          <a:pt x="114490" y="0"/>
                        </a:lnTo>
                        <a:lnTo>
                          <a:pt x="114490" y="14955"/>
                        </a:lnTo>
                        <a:lnTo>
                          <a:pt x="0" y="14955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grpSp>
            <p:nvGrpSpPr>
              <p:cNvPr id="1524" name="Google Shape;1524;p53"/>
              <p:cNvGrpSpPr/>
              <p:nvPr/>
            </p:nvGrpSpPr>
            <p:grpSpPr>
              <a:xfrm>
                <a:off x="10519314" y="4813458"/>
                <a:ext cx="202120" cy="992123"/>
                <a:chOff x="10519314" y="4813458"/>
                <a:chExt cx="202120" cy="992123"/>
              </a:xfrm>
            </p:grpSpPr>
            <p:sp>
              <p:nvSpPr>
                <p:cNvPr id="1525" name="Google Shape;1525;p53"/>
                <p:cNvSpPr/>
                <p:nvPr/>
              </p:nvSpPr>
              <p:spPr>
                <a:xfrm>
                  <a:off x="10519314" y="4813458"/>
                  <a:ext cx="202120" cy="992123"/>
                </a:xfrm>
                <a:custGeom>
                  <a:rect b="b" l="l" r="r" t="t"/>
                  <a:pathLst>
                    <a:path extrusionOk="0" h="992123" w="202120">
                      <a:moveTo>
                        <a:pt x="0" y="0"/>
                      </a:moveTo>
                      <a:lnTo>
                        <a:pt x="202120" y="0"/>
                      </a:lnTo>
                      <a:lnTo>
                        <a:pt x="202120" y="992124"/>
                      </a:lnTo>
                      <a:lnTo>
                        <a:pt x="0" y="992124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26" name="Google Shape;1526;p53"/>
                <p:cNvSpPr/>
                <p:nvPr/>
              </p:nvSpPr>
              <p:spPr>
                <a:xfrm>
                  <a:off x="10558843" y="4891468"/>
                  <a:ext cx="123063" cy="123062"/>
                </a:xfrm>
                <a:custGeom>
                  <a:rect b="b" l="l" r="r" t="t"/>
                  <a:pathLst>
                    <a:path extrusionOk="0" h="123062" w="123063">
                      <a:moveTo>
                        <a:pt x="123063" y="61532"/>
                      </a:moveTo>
                      <a:cubicBezTo>
                        <a:pt x="123063" y="95514"/>
                        <a:pt x="95514" y="123063"/>
                        <a:pt x="61531" y="123063"/>
                      </a:cubicBezTo>
                      <a:cubicBezTo>
                        <a:pt x="27548" y="123063"/>
                        <a:pt x="-1" y="95514"/>
                        <a:pt x="-1" y="61532"/>
                      </a:cubicBezTo>
                      <a:cubicBezTo>
                        <a:pt x="-1" y="27549"/>
                        <a:pt x="27548" y="0"/>
                        <a:pt x="61531" y="0"/>
                      </a:cubicBezTo>
                      <a:cubicBezTo>
                        <a:pt x="95514" y="0"/>
                        <a:pt x="123063" y="27549"/>
                        <a:pt x="123063" y="61532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527" name="Google Shape;1527;p53"/>
                <p:cNvGrpSpPr/>
                <p:nvPr/>
              </p:nvGrpSpPr>
              <p:grpSpPr>
                <a:xfrm>
                  <a:off x="10556176" y="5465730"/>
                  <a:ext cx="128397" cy="44196"/>
                  <a:chOff x="10556176" y="5465730"/>
                  <a:chExt cx="128397" cy="44196"/>
                </a:xfrm>
              </p:grpSpPr>
              <p:sp>
                <p:nvSpPr>
                  <p:cNvPr id="1528" name="Google Shape;1528;p53"/>
                  <p:cNvSpPr/>
                  <p:nvPr/>
                </p:nvSpPr>
                <p:spPr>
                  <a:xfrm>
                    <a:off x="10556176" y="5465730"/>
                    <a:ext cx="128397" cy="14954"/>
                  </a:xfrm>
                  <a:custGeom>
                    <a:rect b="b" l="l" r="r" t="t"/>
                    <a:pathLst>
                      <a:path extrusionOk="0" h="14954" w="128397">
                        <a:moveTo>
                          <a:pt x="0" y="0"/>
                        </a:moveTo>
                        <a:lnTo>
                          <a:pt x="128397" y="0"/>
                        </a:lnTo>
                        <a:lnTo>
                          <a:pt x="128397" y="14954"/>
                        </a:lnTo>
                        <a:lnTo>
                          <a:pt x="0" y="1495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529" name="Google Shape;1529;p53"/>
                  <p:cNvSpPr/>
                  <p:nvPr/>
                </p:nvSpPr>
                <p:spPr>
                  <a:xfrm>
                    <a:off x="10556176" y="5494972"/>
                    <a:ext cx="128397" cy="14954"/>
                  </a:xfrm>
                  <a:custGeom>
                    <a:rect b="b" l="l" r="r" t="t"/>
                    <a:pathLst>
                      <a:path extrusionOk="0" h="14954" w="128397">
                        <a:moveTo>
                          <a:pt x="0" y="0"/>
                        </a:moveTo>
                        <a:lnTo>
                          <a:pt x="128397" y="0"/>
                        </a:lnTo>
                        <a:lnTo>
                          <a:pt x="128397" y="14955"/>
                        </a:lnTo>
                        <a:lnTo>
                          <a:pt x="0" y="14955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1530" name="Google Shape;1530;p53"/>
                <p:cNvGrpSpPr/>
                <p:nvPr/>
              </p:nvGrpSpPr>
              <p:grpSpPr>
                <a:xfrm>
                  <a:off x="10556176" y="5689187"/>
                  <a:ext cx="128397" cy="44196"/>
                  <a:chOff x="10556176" y="5689187"/>
                  <a:chExt cx="128397" cy="44196"/>
                </a:xfrm>
              </p:grpSpPr>
              <p:sp>
                <p:nvSpPr>
                  <p:cNvPr id="1531" name="Google Shape;1531;p53"/>
                  <p:cNvSpPr/>
                  <p:nvPr/>
                </p:nvSpPr>
                <p:spPr>
                  <a:xfrm>
                    <a:off x="10556176" y="5689187"/>
                    <a:ext cx="128397" cy="14954"/>
                  </a:xfrm>
                  <a:custGeom>
                    <a:rect b="b" l="l" r="r" t="t"/>
                    <a:pathLst>
                      <a:path extrusionOk="0" h="14954" w="128397">
                        <a:moveTo>
                          <a:pt x="0" y="0"/>
                        </a:moveTo>
                        <a:lnTo>
                          <a:pt x="128397" y="0"/>
                        </a:lnTo>
                        <a:lnTo>
                          <a:pt x="128397" y="14954"/>
                        </a:lnTo>
                        <a:lnTo>
                          <a:pt x="0" y="1495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532" name="Google Shape;1532;p53"/>
                  <p:cNvSpPr/>
                  <p:nvPr/>
                </p:nvSpPr>
                <p:spPr>
                  <a:xfrm>
                    <a:off x="10556176" y="5718429"/>
                    <a:ext cx="128397" cy="14954"/>
                  </a:xfrm>
                  <a:custGeom>
                    <a:rect b="b" l="l" r="r" t="t"/>
                    <a:pathLst>
                      <a:path extrusionOk="0" h="14954" w="128397">
                        <a:moveTo>
                          <a:pt x="0" y="0"/>
                        </a:moveTo>
                        <a:lnTo>
                          <a:pt x="128397" y="0"/>
                        </a:lnTo>
                        <a:lnTo>
                          <a:pt x="128397" y="14954"/>
                        </a:lnTo>
                        <a:lnTo>
                          <a:pt x="0" y="1495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</p:grpSp>
        <p:grpSp>
          <p:nvGrpSpPr>
            <p:cNvPr id="1533" name="Google Shape;1533;p53"/>
            <p:cNvGrpSpPr/>
            <p:nvPr/>
          </p:nvGrpSpPr>
          <p:grpSpPr>
            <a:xfrm>
              <a:off x="11058042" y="5088325"/>
              <a:ext cx="213052" cy="717953"/>
              <a:chOff x="11058042" y="5088325"/>
              <a:chExt cx="213052" cy="717953"/>
            </a:xfrm>
          </p:grpSpPr>
          <p:sp>
            <p:nvSpPr>
              <p:cNvPr id="1534" name="Google Shape;1534;p53"/>
              <p:cNvSpPr/>
              <p:nvPr/>
            </p:nvSpPr>
            <p:spPr>
              <a:xfrm rot="-631368">
                <a:off x="11122592" y="5089982"/>
                <a:ext cx="83952" cy="714640"/>
              </a:xfrm>
              <a:custGeom>
                <a:rect b="b" l="l" r="r" t="t"/>
                <a:pathLst>
                  <a:path extrusionOk="0" h="715136" w="84010">
                    <a:moveTo>
                      <a:pt x="0" y="0"/>
                    </a:moveTo>
                    <a:lnTo>
                      <a:pt x="84010" y="0"/>
                    </a:lnTo>
                    <a:lnTo>
                      <a:pt x="84010" y="715137"/>
                    </a:lnTo>
                    <a:lnTo>
                      <a:pt x="0" y="715137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35" name="Google Shape;1535;p53"/>
              <p:cNvSpPr/>
              <p:nvPr/>
            </p:nvSpPr>
            <p:spPr>
              <a:xfrm rot="-631368">
                <a:off x="11154645" y="5271518"/>
                <a:ext cx="25985" cy="411004"/>
              </a:xfrm>
              <a:custGeom>
                <a:rect b="b" l="l" r="r" t="t"/>
                <a:pathLst>
                  <a:path extrusionOk="0" h="411289" w="26003">
                    <a:moveTo>
                      <a:pt x="0" y="0"/>
                    </a:moveTo>
                    <a:lnTo>
                      <a:pt x="26003" y="0"/>
                    </a:lnTo>
                    <a:lnTo>
                      <a:pt x="26003" y="411289"/>
                    </a:lnTo>
                    <a:lnTo>
                      <a:pt x="0" y="411289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536" name="Google Shape;1536;p53"/>
          <p:cNvGrpSpPr/>
          <p:nvPr/>
        </p:nvGrpSpPr>
        <p:grpSpPr>
          <a:xfrm flipH="1">
            <a:off x="8485925" y="662239"/>
            <a:ext cx="516117" cy="779220"/>
            <a:chOff x="10572463" y="3528536"/>
            <a:chExt cx="580168" cy="875823"/>
          </a:xfrm>
        </p:grpSpPr>
        <p:grpSp>
          <p:nvGrpSpPr>
            <p:cNvPr id="1537" name="Google Shape;1537;p53"/>
            <p:cNvGrpSpPr/>
            <p:nvPr/>
          </p:nvGrpSpPr>
          <p:grpSpPr>
            <a:xfrm>
              <a:off x="10713815" y="3528536"/>
              <a:ext cx="438816" cy="746664"/>
              <a:chOff x="10713815" y="3528536"/>
              <a:chExt cx="438816" cy="746664"/>
            </a:xfrm>
          </p:grpSpPr>
          <p:sp>
            <p:nvSpPr>
              <p:cNvPr id="1538" name="Google Shape;1538;p53"/>
              <p:cNvSpPr/>
              <p:nvPr/>
            </p:nvSpPr>
            <p:spPr>
              <a:xfrm>
                <a:off x="10713815" y="3528536"/>
                <a:ext cx="438816" cy="746664"/>
              </a:xfrm>
              <a:custGeom>
                <a:rect b="b" l="l" r="r" t="t"/>
                <a:pathLst>
                  <a:path extrusionOk="0" h="746664" w="438816">
                    <a:moveTo>
                      <a:pt x="438721" y="746569"/>
                    </a:moveTo>
                    <a:lnTo>
                      <a:pt x="0" y="746569"/>
                    </a:lnTo>
                    <a:lnTo>
                      <a:pt x="0" y="0"/>
                    </a:lnTo>
                    <a:lnTo>
                      <a:pt x="326231" y="0"/>
                    </a:lnTo>
                    <a:cubicBezTo>
                      <a:pt x="370141" y="43910"/>
                      <a:pt x="394811" y="68580"/>
                      <a:pt x="438816" y="112585"/>
                    </a:cubicBezTo>
                    <a:lnTo>
                      <a:pt x="438816" y="746665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539" name="Google Shape;1539;p53"/>
              <p:cNvGrpSpPr/>
              <p:nvPr/>
            </p:nvGrpSpPr>
            <p:grpSpPr>
              <a:xfrm>
                <a:off x="10776489" y="3625310"/>
                <a:ext cx="313848" cy="288226"/>
                <a:chOff x="10776489" y="3625310"/>
                <a:chExt cx="313848" cy="288226"/>
              </a:xfrm>
            </p:grpSpPr>
            <p:sp>
              <p:nvSpPr>
                <p:cNvPr id="1540" name="Google Shape;1540;p53"/>
                <p:cNvSpPr/>
                <p:nvPr/>
              </p:nvSpPr>
              <p:spPr>
                <a:xfrm>
                  <a:off x="10776489" y="3625310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41" name="Google Shape;1541;p53"/>
                <p:cNvSpPr/>
                <p:nvPr/>
              </p:nvSpPr>
              <p:spPr>
                <a:xfrm>
                  <a:off x="10776489" y="3678650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42" name="Google Shape;1542;p53"/>
                <p:cNvSpPr/>
                <p:nvPr/>
              </p:nvSpPr>
              <p:spPr>
                <a:xfrm>
                  <a:off x="10776489" y="3731990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43" name="Google Shape;1543;p53"/>
                <p:cNvSpPr/>
                <p:nvPr/>
              </p:nvSpPr>
              <p:spPr>
                <a:xfrm>
                  <a:off x="10776489" y="3785425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44" name="Google Shape;1544;p53"/>
                <p:cNvSpPr/>
                <p:nvPr/>
              </p:nvSpPr>
              <p:spPr>
                <a:xfrm>
                  <a:off x="10776489" y="3838765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45" name="Google Shape;1545;p53"/>
                <p:cNvSpPr/>
                <p:nvPr/>
              </p:nvSpPr>
              <p:spPr>
                <a:xfrm>
                  <a:off x="10776489" y="3892105"/>
                  <a:ext cx="184689" cy="21431"/>
                </a:xfrm>
                <a:custGeom>
                  <a:rect b="b" l="l" r="r" t="t"/>
                  <a:pathLst>
                    <a:path extrusionOk="0" h="21431" w="184689">
                      <a:moveTo>
                        <a:pt x="0" y="0"/>
                      </a:moveTo>
                      <a:lnTo>
                        <a:pt x="184690" y="0"/>
                      </a:lnTo>
                      <a:lnTo>
                        <a:pt x="184690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rgbClr val="42444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546" name="Google Shape;1546;p53"/>
              <p:cNvGrpSpPr/>
              <p:nvPr/>
            </p:nvGrpSpPr>
            <p:grpSpPr>
              <a:xfrm>
                <a:off x="10776489" y="3999547"/>
                <a:ext cx="313848" cy="181546"/>
                <a:chOff x="10776489" y="3999547"/>
                <a:chExt cx="313848" cy="181546"/>
              </a:xfrm>
            </p:grpSpPr>
            <p:sp>
              <p:nvSpPr>
                <p:cNvPr id="1547" name="Google Shape;1547;p53"/>
                <p:cNvSpPr/>
                <p:nvPr/>
              </p:nvSpPr>
              <p:spPr>
                <a:xfrm>
                  <a:off x="10776489" y="3999547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48" name="Google Shape;1548;p53"/>
                <p:cNvSpPr/>
                <p:nvPr/>
              </p:nvSpPr>
              <p:spPr>
                <a:xfrm>
                  <a:off x="10776489" y="4052887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49" name="Google Shape;1549;p53"/>
                <p:cNvSpPr/>
                <p:nvPr/>
              </p:nvSpPr>
              <p:spPr>
                <a:xfrm>
                  <a:off x="10776489" y="4106322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50" name="Google Shape;1550;p53"/>
                <p:cNvSpPr/>
                <p:nvPr/>
              </p:nvSpPr>
              <p:spPr>
                <a:xfrm>
                  <a:off x="10776489" y="4159662"/>
                  <a:ext cx="184689" cy="21431"/>
                </a:xfrm>
                <a:custGeom>
                  <a:rect b="b" l="l" r="r" t="t"/>
                  <a:pathLst>
                    <a:path extrusionOk="0" h="21431" w="184689">
                      <a:moveTo>
                        <a:pt x="0" y="0"/>
                      </a:moveTo>
                      <a:lnTo>
                        <a:pt x="184690" y="0"/>
                      </a:lnTo>
                      <a:lnTo>
                        <a:pt x="184690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rgbClr val="42444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1551" name="Google Shape;1551;p53"/>
              <p:cNvSpPr/>
              <p:nvPr/>
            </p:nvSpPr>
            <p:spPr>
              <a:xfrm>
                <a:off x="11039951" y="3528536"/>
                <a:ext cx="112584" cy="112585"/>
              </a:xfrm>
              <a:custGeom>
                <a:rect b="b" l="l" r="r" t="t"/>
                <a:pathLst>
                  <a:path extrusionOk="0" h="112585" w="112584">
                    <a:moveTo>
                      <a:pt x="112585" y="112585"/>
                    </a:moveTo>
                    <a:lnTo>
                      <a:pt x="0" y="112585"/>
                    </a:lnTo>
                    <a:lnTo>
                      <a:pt x="0" y="0"/>
                    </a:lnTo>
                    <a:lnTo>
                      <a:pt x="0" y="0"/>
                    </a:lnTo>
                    <a:cubicBezTo>
                      <a:pt x="43910" y="43910"/>
                      <a:pt x="68580" y="68580"/>
                      <a:pt x="112585" y="112585"/>
                    </a:cubicBezTo>
                    <a:lnTo>
                      <a:pt x="112585" y="112585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552" name="Google Shape;1552;p53"/>
            <p:cNvGrpSpPr/>
            <p:nvPr/>
          </p:nvGrpSpPr>
          <p:grpSpPr>
            <a:xfrm>
              <a:off x="10572463" y="3657790"/>
              <a:ext cx="438817" cy="746569"/>
              <a:chOff x="10572463" y="3657790"/>
              <a:chExt cx="438817" cy="746569"/>
            </a:xfrm>
          </p:grpSpPr>
          <p:sp>
            <p:nvSpPr>
              <p:cNvPr id="1553" name="Google Shape;1553;p53"/>
              <p:cNvSpPr/>
              <p:nvPr/>
            </p:nvSpPr>
            <p:spPr>
              <a:xfrm>
                <a:off x="10572463" y="3657790"/>
                <a:ext cx="438817" cy="746569"/>
              </a:xfrm>
              <a:custGeom>
                <a:rect b="b" l="l" r="r" t="t"/>
                <a:pathLst>
                  <a:path extrusionOk="0" h="746569" w="438817">
                    <a:moveTo>
                      <a:pt x="438722" y="746570"/>
                    </a:moveTo>
                    <a:lnTo>
                      <a:pt x="0" y="746570"/>
                    </a:lnTo>
                    <a:lnTo>
                      <a:pt x="0" y="0"/>
                    </a:lnTo>
                    <a:lnTo>
                      <a:pt x="326231" y="0"/>
                    </a:lnTo>
                    <a:cubicBezTo>
                      <a:pt x="370141" y="43910"/>
                      <a:pt x="394812" y="68580"/>
                      <a:pt x="438817" y="112586"/>
                    </a:cubicBezTo>
                    <a:lnTo>
                      <a:pt x="438817" y="74657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554" name="Google Shape;1554;p53"/>
              <p:cNvGrpSpPr/>
              <p:nvPr/>
            </p:nvGrpSpPr>
            <p:grpSpPr>
              <a:xfrm>
                <a:off x="10635138" y="3754469"/>
                <a:ext cx="313848" cy="288321"/>
                <a:chOff x="10635138" y="3754469"/>
                <a:chExt cx="313848" cy="288321"/>
              </a:xfrm>
            </p:grpSpPr>
            <p:sp>
              <p:nvSpPr>
                <p:cNvPr id="1555" name="Google Shape;1555;p53"/>
                <p:cNvSpPr/>
                <p:nvPr/>
              </p:nvSpPr>
              <p:spPr>
                <a:xfrm>
                  <a:off x="10635138" y="3754469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56" name="Google Shape;1556;p53"/>
                <p:cNvSpPr/>
                <p:nvPr/>
              </p:nvSpPr>
              <p:spPr>
                <a:xfrm>
                  <a:off x="10635138" y="3807904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57" name="Google Shape;1557;p53"/>
                <p:cNvSpPr/>
                <p:nvPr/>
              </p:nvSpPr>
              <p:spPr>
                <a:xfrm>
                  <a:off x="10635138" y="3861244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58" name="Google Shape;1558;p53"/>
                <p:cNvSpPr/>
                <p:nvPr/>
              </p:nvSpPr>
              <p:spPr>
                <a:xfrm>
                  <a:off x="10635138" y="3914584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59" name="Google Shape;1559;p53"/>
                <p:cNvSpPr/>
                <p:nvPr/>
              </p:nvSpPr>
              <p:spPr>
                <a:xfrm>
                  <a:off x="10635138" y="3968019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60" name="Google Shape;1560;p53"/>
                <p:cNvSpPr/>
                <p:nvPr/>
              </p:nvSpPr>
              <p:spPr>
                <a:xfrm>
                  <a:off x="10635138" y="4021359"/>
                  <a:ext cx="184689" cy="21431"/>
                </a:xfrm>
                <a:custGeom>
                  <a:rect b="b" l="l" r="r" t="t"/>
                  <a:pathLst>
                    <a:path extrusionOk="0" h="21431" w="184689">
                      <a:moveTo>
                        <a:pt x="0" y="0"/>
                      </a:moveTo>
                      <a:lnTo>
                        <a:pt x="184689" y="0"/>
                      </a:lnTo>
                      <a:lnTo>
                        <a:pt x="184689" y="21431"/>
                      </a:lnTo>
                      <a:lnTo>
                        <a:pt x="-1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561" name="Google Shape;1561;p53"/>
              <p:cNvGrpSpPr/>
              <p:nvPr/>
            </p:nvGrpSpPr>
            <p:grpSpPr>
              <a:xfrm>
                <a:off x="10635138" y="4128801"/>
                <a:ext cx="313848" cy="181547"/>
                <a:chOff x="10635138" y="4128801"/>
                <a:chExt cx="313848" cy="181547"/>
              </a:xfrm>
            </p:grpSpPr>
            <p:sp>
              <p:nvSpPr>
                <p:cNvPr id="1562" name="Google Shape;1562;p53"/>
                <p:cNvSpPr/>
                <p:nvPr/>
              </p:nvSpPr>
              <p:spPr>
                <a:xfrm>
                  <a:off x="10635138" y="4128801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63" name="Google Shape;1563;p53"/>
                <p:cNvSpPr/>
                <p:nvPr/>
              </p:nvSpPr>
              <p:spPr>
                <a:xfrm>
                  <a:off x="10635138" y="4182141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64" name="Google Shape;1564;p53"/>
                <p:cNvSpPr/>
                <p:nvPr/>
              </p:nvSpPr>
              <p:spPr>
                <a:xfrm>
                  <a:off x="10635138" y="4235481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65" name="Google Shape;1565;p53"/>
                <p:cNvSpPr/>
                <p:nvPr/>
              </p:nvSpPr>
              <p:spPr>
                <a:xfrm>
                  <a:off x="10635138" y="4288917"/>
                  <a:ext cx="184689" cy="21431"/>
                </a:xfrm>
                <a:custGeom>
                  <a:rect b="b" l="l" r="r" t="t"/>
                  <a:pathLst>
                    <a:path extrusionOk="0" h="21431" w="184689">
                      <a:moveTo>
                        <a:pt x="0" y="0"/>
                      </a:moveTo>
                      <a:lnTo>
                        <a:pt x="184689" y="0"/>
                      </a:lnTo>
                      <a:lnTo>
                        <a:pt x="184689" y="21431"/>
                      </a:lnTo>
                      <a:lnTo>
                        <a:pt x="-1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1566" name="Google Shape;1566;p53"/>
              <p:cNvSpPr/>
              <p:nvPr/>
            </p:nvSpPr>
            <p:spPr>
              <a:xfrm>
                <a:off x="10898599" y="3657790"/>
                <a:ext cx="112586" cy="112585"/>
              </a:xfrm>
              <a:custGeom>
                <a:rect b="b" l="l" r="r" t="t"/>
                <a:pathLst>
                  <a:path extrusionOk="0" h="112585" w="112586">
                    <a:moveTo>
                      <a:pt x="112586" y="112586"/>
                    </a:moveTo>
                    <a:lnTo>
                      <a:pt x="0" y="112586"/>
                    </a:lnTo>
                    <a:lnTo>
                      <a:pt x="0" y="0"/>
                    </a:lnTo>
                    <a:lnTo>
                      <a:pt x="0" y="0"/>
                    </a:lnTo>
                    <a:cubicBezTo>
                      <a:pt x="43910" y="43910"/>
                      <a:pt x="68581" y="68580"/>
                      <a:pt x="112586" y="112586"/>
                    </a:cubicBezTo>
                    <a:lnTo>
                      <a:pt x="112586" y="112586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567" name="Google Shape;1567;p53"/>
          <p:cNvGrpSpPr/>
          <p:nvPr/>
        </p:nvGrpSpPr>
        <p:grpSpPr>
          <a:xfrm flipH="1">
            <a:off x="8768853" y="1439765"/>
            <a:ext cx="22030" cy="294484"/>
            <a:chOff x="10809827" y="4402455"/>
            <a:chExt cx="24764" cy="330993"/>
          </a:xfrm>
        </p:grpSpPr>
        <p:sp>
          <p:nvSpPr>
            <p:cNvPr id="1568" name="Google Shape;1568;p53"/>
            <p:cNvSpPr/>
            <p:nvPr/>
          </p:nvSpPr>
          <p:spPr>
            <a:xfrm>
              <a:off x="10822209" y="4414266"/>
              <a:ext cx="9525" cy="307467"/>
            </a:xfrm>
            <a:custGeom>
              <a:rect b="b" l="l" r="r" t="t"/>
              <a:pathLst>
                <a:path extrusionOk="0" h="307467" w="9525">
                  <a:moveTo>
                    <a:pt x="-1" y="307467"/>
                  </a:moveTo>
                  <a:lnTo>
                    <a:pt x="-1" y="0"/>
                  </a:lnTo>
                </a:path>
              </a:pathLst>
            </a:custGeom>
            <a:solidFill>
              <a:schemeClr val="accent4"/>
            </a:solidFill>
            <a:ln cap="flat" cmpd="sng" w="10950">
              <a:solidFill>
                <a:schemeClr val="accent4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69" name="Google Shape;1569;p53"/>
            <p:cNvSpPr/>
            <p:nvPr/>
          </p:nvSpPr>
          <p:spPr>
            <a:xfrm>
              <a:off x="10809827" y="4708683"/>
              <a:ext cx="24764" cy="24765"/>
            </a:xfrm>
            <a:custGeom>
              <a:rect b="b" l="l" r="r" t="t"/>
              <a:pathLst>
                <a:path extrusionOk="0" h="24765" w="24764">
                  <a:moveTo>
                    <a:pt x="24765" y="12382"/>
                  </a:moveTo>
                  <a:cubicBezTo>
                    <a:pt x="24765" y="19240"/>
                    <a:pt x="19241" y="24765"/>
                    <a:pt x="12382" y="24765"/>
                  </a:cubicBezTo>
                  <a:cubicBezTo>
                    <a:pt x="5524" y="24765"/>
                    <a:pt x="0" y="19240"/>
                    <a:pt x="0" y="12382"/>
                  </a:cubicBezTo>
                  <a:cubicBezTo>
                    <a:pt x="0" y="5524"/>
                    <a:pt x="5524" y="0"/>
                    <a:pt x="12382" y="0"/>
                  </a:cubicBezTo>
                  <a:cubicBezTo>
                    <a:pt x="19241" y="0"/>
                    <a:pt x="24765" y="5524"/>
                    <a:pt x="24765" y="12382"/>
                  </a:cubicBezTo>
                  <a:close/>
                </a:path>
              </a:pathLst>
            </a:cu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70" name="Google Shape;1570;p53"/>
            <p:cNvSpPr/>
            <p:nvPr/>
          </p:nvSpPr>
          <p:spPr>
            <a:xfrm>
              <a:off x="10809827" y="4402455"/>
              <a:ext cx="24764" cy="24764"/>
            </a:xfrm>
            <a:custGeom>
              <a:rect b="b" l="l" r="r" t="t"/>
              <a:pathLst>
                <a:path extrusionOk="0" h="24764" w="24764">
                  <a:moveTo>
                    <a:pt x="24765" y="12382"/>
                  </a:moveTo>
                  <a:cubicBezTo>
                    <a:pt x="24765" y="5524"/>
                    <a:pt x="19241" y="0"/>
                    <a:pt x="12382" y="0"/>
                  </a:cubicBezTo>
                  <a:cubicBezTo>
                    <a:pt x="5524" y="0"/>
                    <a:pt x="0" y="5524"/>
                    <a:pt x="0" y="12382"/>
                  </a:cubicBezTo>
                  <a:cubicBezTo>
                    <a:pt x="0" y="19240"/>
                    <a:pt x="5524" y="24765"/>
                    <a:pt x="12382" y="24765"/>
                  </a:cubicBezTo>
                  <a:cubicBezTo>
                    <a:pt x="19241" y="24765"/>
                    <a:pt x="24765" y="19240"/>
                    <a:pt x="24765" y="12382"/>
                  </a:cubicBezTo>
                  <a:close/>
                </a:path>
              </a:pathLst>
            </a:cu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571" name="Google Shape;1571;p53"/>
          <p:cNvSpPr/>
          <p:nvPr/>
        </p:nvSpPr>
        <p:spPr>
          <a:xfrm flipH="1" rot="8662747">
            <a:off x="7370974" y="4168319"/>
            <a:ext cx="2746019" cy="1921687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572" name="Google Shape;1572;p53"/>
          <p:cNvGrpSpPr/>
          <p:nvPr/>
        </p:nvGrpSpPr>
        <p:grpSpPr>
          <a:xfrm flipH="1">
            <a:off x="122956" y="4228558"/>
            <a:ext cx="829992" cy="750888"/>
            <a:chOff x="8114596" y="445039"/>
            <a:chExt cx="633002" cy="572716"/>
          </a:xfrm>
        </p:grpSpPr>
        <p:grpSp>
          <p:nvGrpSpPr>
            <p:cNvPr id="1573" name="Google Shape;1573;p53"/>
            <p:cNvGrpSpPr/>
            <p:nvPr/>
          </p:nvGrpSpPr>
          <p:grpSpPr>
            <a:xfrm>
              <a:off x="8114596" y="445039"/>
              <a:ext cx="633002" cy="572716"/>
              <a:chOff x="7189660" y="520827"/>
              <a:chExt cx="598074" cy="541115"/>
            </a:xfrm>
          </p:grpSpPr>
          <p:sp>
            <p:nvSpPr>
              <p:cNvPr id="1574" name="Google Shape;1574;p53"/>
              <p:cNvSpPr/>
              <p:nvPr/>
            </p:nvSpPr>
            <p:spPr>
              <a:xfrm>
                <a:off x="7189660" y="520827"/>
                <a:ext cx="598074" cy="541115"/>
              </a:xfrm>
              <a:custGeom>
                <a:rect b="b" l="l" r="r" t="t"/>
                <a:pathLst>
                  <a:path extrusionOk="0" h="541115" w="598074">
                    <a:moveTo>
                      <a:pt x="557022" y="0"/>
                    </a:moveTo>
                    <a:cubicBezTo>
                      <a:pt x="579695" y="0"/>
                      <a:pt x="598075" y="18380"/>
                      <a:pt x="598075" y="41053"/>
                    </a:cubicBezTo>
                    <a:lnTo>
                      <a:pt x="598075" y="500063"/>
                    </a:lnTo>
                    <a:cubicBezTo>
                      <a:pt x="598075" y="522735"/>
                      <a:pt x="579695" y="541115"/>
                      <a:pt x="557022" y="541115"/>
                    </a:cubicBezTo>
                    <a:lnTo>
                      <a:pt x="41053" y="541115"/>
                    </a:lnTo>
                    <a:cubicBezTo>
                      <a:pt x="18380" y="541115"/>
                      <a:pt x="0" y="522735"/>
                      <a:pt x="0" y="500063"/>
                    </a:cubicBezTo>
                    <a:lnTo>
                      <a:pt x="0" y="41053"/>
                    </a:lnTo>
                    <a:cubicBezTo>
                      <a:pt x="0" y="18380"/>
                      <a:pt x="18380" y="0"/>
                      <a:pt x="410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575" name="Google Shape;1575;p53"/>
              <p:cNvGrpSpPr/>
              <p:nvPr/>
            </p:nvGrpSpPr>
            <p:grpSpPr>
              <a:xfrm>
                <a:off x="7579137" y="551973"/>
                <a:ext cx="164782" cy="41529"/>
                <a:chOff x="7579137" y="551973"/>
                <a:chExt cx="164782" cy="41529"/>
              </a:xfrm>
            </p:grpSpPr>
            <p:sp>
              <p:nvSpPr>
                <p:cNvPr id="1576" name="Google Shape;1576;p53"/>
                <p:cNvSpPr/>
                <p:nvPr/>
              </p:nvSpPr>
              <p:spPr>
                <a:xfrm>
                  <a:off x="7702391" y="551973"/>
                  <a:ext cx="41528" cy="41529"/>
                </a:xfrm>
                <a:custGeom>
                  <a:rect b="b" l="l" r="r" t="t"/>
                  <a:pathLst>
                    <a:path extrusionOk="0" h="41529" w="41528">
                      <a:moveTo>
                        <a:pt x="41529" y="20765"/>
                      </a:moveTo>
                      <a:cubicBezTo>
                        <a:pt x="41529" y="32290"/>
                        <a:pt x="32195" y="41529"/>
                        <a:pt x="20764" y="41529"/>
                      </a:cubicBezTo>
                      <a:cubicBezTo>
                        <a:pt x="9334" y="41529"/>
                        <a:pt x="0" y="32195"/>
                        <a:pt x="0" y="20765"/>
                      </a:cubicBezTo>
                      <a:cubicBezTo>
                        <a:pt x="0" y="9335"/>
                        <a:pt x="9334" y="0"/>
                        <a:pt x="20764" y="0"/>
                      </a:cubicBezTo>
                      <a:cubicBezTo>
                        <a:pt x="32195" y="0"/>
                        <a:pt x="41529" y="9335"/>
                        <a:pt x="41529" y="20765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77" name="Google Shape;1577;p53"/>
                <p:cNvSpPr/>
                <p:nvPr/>
              </p:nvSpPr>
              <p:spPr>
                <a:xfrm>
                  <a:off x="7640764" y="551973"/>
                  <a:ext cx="41528" cy="41529"/>
                </a:xfrm>
                <a:custGeom>
                  <a:rect b="b" l="l" r="r" t="t"/>
                  <a:pathLst>
                    <a:path extrusionOk="0" h="41529" w="41528">
                      <a:moveTo>
                        <a:pt x="41529" y="20765"/>
                      </a:moveTo>
                      <a:cubicBezTo>
                        <a:pt x="41529" y="32290"/>
                        <a:pt x="32195" y="41529"/>
                        <a:pt x="20764" y="41529"/>
                      </a:cubicBezTo>
                      <a:cubicBezTo>
                        <a:pt x="9334" y="41529"/>
                        <a:pt x="0" y="32195"/>
                        <a:pt x="0" y="20765"/>
                      </a:cubicBezTo>
                      <a:cubicBezTo>
                        <a:pt x="0" y="9335"/>
                        <a:pt x="9334" y="0"/>
                        <a:pt x="20764" y="0"/>
                      </a:cubicBezTo>
                      <a:cubicBezTo>
                        <a:pt x="32195" y="0"/>
                        <a:pt x="41529" y="9335"/>
                        <a:pt x="41529" y="20765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78" name="Google Shape;1578;p53"/>
                <p:cNvSpPr/>
                <p:nvPr/>
              </p:nvSpPr>
              <p:spPr>
                <a:xfrm>
                  <a:off x="7579137" y="551973"/>
                  <a:ext cx="41528" cy="41529"/>
                </a:xfrm>
                <a:custGeom>
                  <a:rect b="b" l="l" r="r" t="t"/>
                  <a:pathLst>
                    <a:path extrusionOk="0" h="41529" w="41528">
                      <a:moveTo>
                        <a:pt x="41529" y="20765"/>
                      </a:moveTo>
                      <a:cubicBezTo>
                        <a:pt x="41529" y="32290"/>
                        <a:pt x="32195" y="41529"/>
                        <a:pt x="20764" y="41529"/>
                      </a:cubicBezTo>
                      <a:cubicBezTo>
                        <a:pt x="9334" y="41529"/>
                        <a:pt x="0" y="32195"/>
                        <a:pt x="0" y="20765"/>
                      </a:cubicBezTo>
                      <a:cubicBezTo>
                        <a:pt x="0" y="9335"/>
                        <a:pt x="9334" y="0"/>
                        <a:pt x="20764" y="0"/>
                      </a:cubicBezTo>
                      <a:cubicBezTo>
                        <a:pt x="32195" y="0"/>
                        <a:pt x="41529" y="9335"/>
                        <a:pt x="41529" y="20765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579" name="Google Shape;1579;p53"/>
            <p:cNvGrpSpPr/>
            <p:nvPr/>
          </p:nvGrpSpPr>
          <p:grpSpPr>
            <a:xfrm>
              <a:off x="8184962" y="619646"/>
              <a:ext cx="498115" cy="257273"/>
              <a:chOff x="7256144" y="685800"/>
              <a:chExt cx="470630" cy="243077"/>
            </a:xfrm>
          </p:grpSpPr>
          <p:sp>
            <p:nvSpPr>
              <p:cNvPr id="1580" name="Google Shape;1580;p53"/>
              <p:cNvSpPr/>
              <p:nvPr/>
            </p:nvSpPr>
            <p:spPr>
              <a:xfrm>
                <a:off x="7256144" y="694753"/>
                <a:ext cx="218503" cy="218217"/>
              </a:xfrm>
              <a:custGeom>
                <a:rect b="b" l="l" r="r" t="t"/>
                <a:pathLst>
                  <a:path extrusionOk="0" h="218217" w="218503">
                    <a:moveTo>
                      <a:pt x="216598" y="129540"/>
                    </a:moveTo>
                    <a:cubicBezTo>
                      <a:pt x="217837" y="122968"/>
                      <a:pt x="218504" y="116110"/>
                      <a:pt x="218504" y="109156"/>
                    </a:cubicBezTo>
                    <a:cubicBezTo>
                      <a:pt x="218504" y="102203"/>
                      <a:pt x="217837" y="95440"/>
                      <a:pt x="216598" y="88773"/>
                    </a:cubicBezTo>
                    <a:lnTo>
                      <a:pt x="181261" y="88773"/>
                    </a:lnTo>
                    <a:cubicBezTo>
                      <a:pt x="179641" y="83058"/>
                      <a:pt x="177451" y="77724"/>
                      <a:pt x="174593" y="72676"/>
                    </a:cubicBezTo>
                    <a:lnTo>
                      <a:pt x="199549" y="47720"/>
                    </a:lnTo>
                    <a:cubicBezTo>
                      <a:pt x="191834" y="36385"/>
                      <a:pt x="182118" y="26670"/>
                      <a:pt x="170783" y="18955"/>
                    </a:cubicBezTo>
                    <a:lnTo>
                      <a:pt x="145732" y="44005"/>
                    </a:lnTo>
                    <a:cubicBezTo>
                      <a:pt x="140684" y="41148"/>
                      <a:pt x="135255" y="38957"/>
                      <a:pt x="129635" y="37338"/>
                    </a:cubicBezTo>
                    <a:lnTo>
                      <a:pt x="129635" y="1905"/>
                    </a:lnTo>
                    <a:cubicBezTo>
                      <a:pt x="123063" y="667"/>
                      <a:pt x="116205" y="0"/>
                      <a:pt x="109252" y="0"/>
                    </a:cubicBezTo>
                    <a:cubicBezTo>
                      <a:pt x="102298" y="0"/>
                      <a:pt x="95536" y="667"/>
                      <a:pt x="88868" y="1905"/>
                    </a:cubicBezTo>
                    <a:lnTo>
                      <a:pt x="88868" y="37338"/>
                    </a:lnTo>
                    <a:cubicBezTo>
                      <a:pt x="83154" y="38957"/>
                      <a:pt x="77819" y="41148"/>
                      <a:pt x="72771" y="44005"/>
                    </a:cubicBezTo>
                    <a:lnTo>
                      <a:pt x="47720" y="18955"/>
                    </a:lnTo>
                    <a:cubicBezTo>
                      <a:pt x="36386" y="26670"/>
                      <a:pt x="26670" y="36481"/>
                      <a:pt x="18955" y="47720"/>
                    </a:cubicBezTo>
                    <a:lnTo>
                      <a:pt x="43910" y="72676"/>
                    </a:lnTo>
                    <a:cubicBezTo>
                      <a:pt x="41053" y="77724"/>
                      <a:pt x="38862" y="83153"/>
                      <a:pt x="37243" y="88773"/>
                    </a:cubicBezTo>
                    <a:lnTo>
                      <a:pt x="1905" y="88773"/>
                    </a:lnTo>
                    <a:cubicBezTo>
                      <a:pt x="667" y="95345"/>
                      <a:pt x="0" y="102203"/>
                      <a:pt x="0" y="109156"/>
                    </a:cubicBezTo>
                    <a:cubicBezTo>
                      <a:pt x="0" y="116110"/>
                      <a:pt x="667" y="122873"/>
                      <a:pt x="1905" y="129540"/>
                    </a:cubicBezTo>
                    <a:lnTo>
                      <a:pt x="37243" y="129540"/>
                    </a:lnTo>
                    <a:cubicBezTo>
                      <a:pt x="38862" y="135255"/>
                      <a:pt x="41053" y="140589"/>
                      <a:pt x="43910" y="145637"/>
                    </a:cubicBezTo>
                    <a:lnTo>
                      <a:pt x="18955" y="170593"/>
                    </a:lnTo>
                    <a:cubicBezTo>
                      <a:pt x="26670" y="181928"/>
                      <a:pt x="36386" y="191643"/>
                      <a:pt x="47720" y="199358"/>
                    </a:cubicBezTo>
                    <a:lnTo>
                      <a:pt x="72771" y="174308"/>
                    </a:lnTo>
                    <a:cubicBezTo>
                      <a:pt x="77819" y="177165"/>
                      <a:pt x="83248" y="179356"/>
                      <a:pt x="88868" y="180975"/>
                    </a:cubicBezTo>
                    <a:lnTo>
                      <a:pt x="88868" y="216313"/>
                    </a:lnTo>
                    <a:cubicBezTo>
                      <a:pt x="95441" y="217551"/>
                      <a:pt x="102298" y="218218"/>
                      <a:pt x="109252" y="218218"/>
                    </a:cubicBezTo>
                    <a:cubicBezTo>
                      <a:pt x="116205" y="218218"/>
                      <a:pt x="122968" y="217551"/>
                      <a:pt x="129635" y="216313"/>
                    </a:cubicBezTo>
                    <a:lnTo>
                      <a:pt x="129635" y="180975"/>
                    </a:lnTo>
                    <a:cubicBezTo>
                      <a:pt x="135350" y="179356"/>
                      <a:pt x="140684" y="177070"/>
                      <a:pt x="145732" y="174308"/>
                    </a:cubicBezTo>
                    <a:lnTo>
                      <a:pt x="170783" y="199358"/>
                    </a:lnTo>
                    <a:cubicBezTo>
                      <a:pt x="182118" y="191643"/>
                      <a:pt x="191834" y="181928"/>
                      <a:pt x="199549" y="170593"/>
                    </a:cubicBezTo>
                    <a:lnTo>
                      <a:pt x="174593" y="145542"/>
                    </a:lnTo>
                    <a:cubicBezTo>
                      <a:pt x="177451" y="140494"/>
                      <a:pt x="179641" y="135064"/>
                      <a:pt x="181261" y="129445"/>
                    </a:cubicBezTo>
                    <a:lnTo>
                      <a:pt x="216598" y="129445"/>
                    </a:lnTo>
                    <a:close/>
                    <a:moveTo>
                      <a:pt x="109252" y="131255"/>
                    </a:moveTo>
                    <a:cubicBezTo>
                      <a:pt x="97060" y="131255"/>
                      <a:pt x="87249" y="121349"/>
                      <a:pt x="87249" y="109252"/>
                    </a:cubicBezTo>
                    <a:cubicBezTo>
                      <a:pt x="87249" y="97155"/>
                      <a:pt x="97155" y="87249"/>
                      <a:pt x="109252" y="87249"/>
                    </a:cubicBezTo>
                    <a:cubicBezTo>
                      <a:pt x="121348" y="87249"/>
                      <a:pt x="131255" y="97155"/>
                      <a:pt x="131255" y="109252"/>
                    </a:cubicBezTo>
                    <a:cubicBezTo>
                      <a:pt x="131255" y="121349"/>
                      <a:pt x="121348" y="131255"/>
                      <a:pt x="109252" y="131255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581" name="Google Shape;1581;p53"/>
              <p:cNvGrpSpPr/>
              <p:nvPr/>
            </p:nvGrpSpPr>
            <p:grpSpPr>
              <a:xfrm>
                <a:off x="7512843" y="685800"/>
                <a:ext cx="213931" cy="243077"/>
                <a:chOff x="7512843" y="685800"/>
                <a:chExt cx="213931" cy="243077"/>
              </a:xfrm>
            </p:grpSpPr>
            <p:grpSp>
              <p:nvGrpSpPr>
                <p:cNvPr id="1582" name="Google Shape;1582;p53"/>
                <p:cNvGrpSpPr/>
                <p:nvPr/>
              </p:nvGrpSpPr>
              <p:grpSpPr>
                <a:xfrm>
                  <a:off x="7512843" y="836580"/>
                  <a:ext cx="213931" cy="92297"/>
                  <a:chOff x="7512843" y="836580"/>
                  <a:chExt cx="213931" cy="92297"/>
                </a:xfrm>
              </p:grpSpPr>
              <p:sp>
                <p:nvSpPr>
                  <p:cNvPr id="1583" name="Google Shape;1583;p53"/>
                  <p:cNvSpPr/>
                  <p:nvPr/>
                </p:nvSpPr>
                <p:spPr>
                  <a:xfrm>
                    <a:off x="7512843" y="856011"/>
                    <a:ext cx="213931" cy="72866"/>
                  </a:xfrm>
                  <a:custGeom>
                    <a:rect b="b" l="l" r="r" t="t"/>
                    <a:pathLst>
                      <a:path extrusionOk="0" h="72866" w="213931">
                        <a:moveTo>
                          <a:pt x="0" y="0"/>
                        </a:moveTo>
                        <a:lnTo>
                          <a:pt x="0" y="53435"/>
                        </a:lnTo>
                        <a:cubicBezTo>
                          <a:pt x="0" y="64199"/>
                          <a:pt x="47911" y="72866"/>
                          <a:pt x="106966" y="72866"/>
                        </a:cubicBezTo>
                        <a:cubicBezTo>
                          <a:pt x="166021" y="72866"/>
                          <a:pt x="213932" y="64199"/>
                          <a:pt x="213932" y="53435"/>
                        </a:cubicBezTo>
                        <a:lnTo>
                          <a:pt x="213932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584" name="Google Shape;1584;p53"/>
                  <p:cNvSpPr/>
                  <p:nvPr/>
                </p:nvSpPr>
                <p:spPr>
                  <a:xfrm>
                    <a:off x="7512843" y="836580"/>
                    <a:ext cx="213931" cy="38861"/>
                  </a:xfrm>
                  <a:custGeom>
                    <a:rect b="b" l="l" r="r" t="t"/>
                    <a:pathLst>
                      <a:path extrusionOk="0" h="38861" w="213931">
                        <a:moveTo>
                          <a:pt x="213932" y="19431"/>
                        </a:moveTo>
                        <a:cubicBezTo>
                          <a:pt x="213932" y="30162"/>
                          <a:pt x="166042" y="38862"/>
                          <a:pt x="106966" y="38862"/>
                        </a:cubicBezTo>
                        <a:cubicBezTo>
                          <a:pt x="47891" y="38862"/>
                          <a:pt x="1" y="30162"/>
                          <a:pt x="1" y="19431"/>
                        </a:cubicBezTo>
                        <a:cubicBezTo>
                          <a:pt x="1" y="8700"/>
                          <a:pt x="47891" y="0"/>
                          <a:pt x="106966" y="0"/>
                        </a:cubicBezTo>
                        <a:cubicBezTo>
                          <a:pt x="166042" y="0"/>
                          <a:pt x="213932" y="8700"/>
                          <a:pt x="213932" y="19431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1585" name="Google Shape;1585;p53"/>
                <p:cNvGrpSpPr/>
                <p:nvPr/>
              </p:nvGrpSpPr>
              <p:grpSpPr>
                <a:xfrm>
                  <a:off x="7512843" y="761238"/>
                  <a:ext cx="213931" cy="92296"/>
                  <a:chOff x="7512843" y="761238"/>
                  <a:chExt cx="213931" cy="92296"/>
                </a:xfrm>
              </p:grpSpPr>
              <p:sp>
                <p:nvSpPr>
                  <p:cNvPr id="1586" name="Google Shape;1586;p53"/>
                  <p:cNvSpPr/>
                  <p:nvPr/>
                </p:nvSpPr>
                <p:spPr>
                  <a:xfrm>
                    <a:off x="7512843" y="780668"/>
                    <a:ext cx="213931" cy="72866"/>
                  </a:xfrm>
                  <a:custGeom>
                    <a:rect b="b" l="l" r="r" t="t"/>
                    <a:pathLst>
                      <a:path extrusionOk="0" h="72866" w="213931">
                        <a:moveTo>
                          <a:pt x="0" y="0"/>
                        </a:moveTo>
                        <a:lnTo>
                          <a:pt x="0" y="53435"/>
                        </a:lnTo>
                        <a:cubicBezTo>
                          <a:pt x="0" y="64199"/>
                          <a:pt x="47911" y="72866"/>
                          <a:pt x="106966" y="72866"/>
                        </a:cubicBezTo>
                        <a:cubicBezTo>
                          <a:pt x="166021" y="72866"/>
                          <a:pt x="213932" y="64199"/>
                          <a:pt x="213932" y="53435"/>
                        </a:cubicBezTo>
                        <a:lnTo>
                          <a:pt x="213932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587" name="Google Shape;1587;p53"/>
                  <p:cNvSpPr/>
                  <p:nvPr/>
                </p:nvSpPr>
                <p:spPr>
                  <a:xfrm>
                    <a:off x="7512843" y="761238"/>
                    <a:ext cx="213931" cy="38861"/>
                  </a:xfrm>
                  <a:custGeom>
                    <a:rect b="b" l="l" r="r" t="t"/>
                    <a:pathLst>
                      <a:path extrusionOk="0" h="38861" w="213931">
                        <a:moveTo>
                          <a:pt x="213932" y="19431"/>
                        </a:moveTo>
                        <a:cubicBezTo>
                          <a:pt x="213932" y="30162"/>
                          <a:pt x="166042" y="38862"/>
                          <a:pt x="106966" y="38862"/>
                        </a:cubicBezTo>
                        <a:cubicBezTo>
                          <a:pt x="47891" y="38862"/>
                          <a:pt x="1" y="30162"/>
                          <a:pt x="1" y="19431"/>
                        </a:cubicBezTo>
                        <a:cubicBezTo>
                          <a:pt x="1" y="8700"/>
                          <a:pt x="47891" y="0"/>
                          <a:pt x="106966" y="0"/>
                        </a:cubicBezTo>
                        <a:cubicBezTo>
                          <a:pt x="166042" y="0"/>
                          <a:pt x="213932" y="8700"/>
                          <a:pt x="213932" y="19431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1588" name="Google Shape;1588;p53"/>
                <p:cNvGrpSpPr/>
                <p:nvPr/>
              </p:nvGrpSpPr>
              <p:grpSpPr>
                <a:xfrm>
                  <a:off x="7512843" y="685800"/>
                  <a:ext cx="213931" cy="92297"/>
                  <a:chOff x="7512843" y="685800"/>
                  <a:chExt cx="213931" cy="92297"/>
                </a:xfrm>
              </p:grpSpPr>
              <p:sp>
                <p:nvSpPr>
                  <p:cNvPr id="1589" name="Google Shape;1589;p53"/>
                  <p:cNvSpPr/>
                  <p:nvPr/>
                </p:nvSpPr>
                <p:spPr>
                  <a:xfrm>
                    <a:off x="7512843" y="705231"/>
                    <a:ext cx="213931" cy="72866"/>
                  </a:xfrm>
                  <a:custGeom>
                    <a:rect b="b" l="l" r="r" t="t"/>
                    <a:pathLst>
                      <a:path extrusionOk="0" h="72866" w="213931">
                        <a:moveTo>
                          <a:pt x="0" y="0"/>
                        </a:moveTo>
                        <a:lnTo>
                          <a:pt x="0" y="53435"/>
                        </a:lnTo>
                        <a:cubicBezTo>
                          <a:pt x="0" y="64198"/>
                          <a:pt x="47911" y="72866"/>
                          <a:pt x="106966" y="72866"/>
                        </a:cubicBezTo>
                        <a:cubicBezTo>
                          <a:pt x="166021" y="72866"/>
                          <a:pt x="213932" y="64198"/>
                          <a:pt x="213932" y="53435"/>
                        </a:cubicBezTo>
                        <a:lnTo>
                          <a:pt x="213932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590" name="Google Shape;1590;p53"/>
                  <p:cNvSpPr/>
                  <p:nvPr/>
                </p:nvSpPr>
                <p:spPr>
                  <a:xfrm>
                    <a:off x="7512843" y="685800"/>
                    <a:ext cx="213931" cy="38861"/>
                  </a:xfrm>
                  <a:custGeom>
                    <a:rect b="b" l="l" r="r" t="t"/>
                    <a:pathLst>
                      <a:path extrusionOk="0" h="38861" w="213931">
                        <a:moveTo>
                          <a:pt x="213932" y="19431"/>
                        </a:moveTo>
                        <a:cubicBezTo>
                          <a:pt x="213932" y="30162"/>
                          <a:pt x="166042" y="38862"/>
                          <a:pt x="106966" y="38862"/>
                        </a:cubicBezTo>
                        <a:cubicBezTo>
                          <a:pt x="47891" y="38862"/>
                          <a:pt x="1" y="30162"/>
                          <a:pt x="1" y="19431"/>
                        </a:cubicBezTo>
                        <a:cubicBezTo>
                          <a:pt x="1" y="8700"/>
                          <a:pt x="47891" y="0"/>
                          <a:pt x="106966" y="0"/>
                        </a:cubicBezTo>
                        <a:cubicBezTo>
                          <a:pt x="166042" y="0"/>
                          <a:pt x="213932" y="8700"/>
                          <a:pt x="213932" y="19431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</p:grpSp>
      </p:grp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591" name="Shape 1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2" name="Google Shape;1592;p5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593" name="Google Shape;1593;p54"/>
          <p:cNvSpPr txBox="1"/>
          <p:nvPr>
            <p:ph idx="1" type="subTitle"/>
          </p:nvPr>
        </p:nvSpPr>
        <p:spPr>
          <a:xfrm>
            <a:off x="4679150" y="2453574"/>
            <a:ext cx="3384300" cy="113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594" name="Google Shape;1594;p54"/>
          <p:cNvSpPr txBox="1"/>
          <p:nvPr>
            <p:ph idx="2" type="subTitle"/>
          </p:nvPr>
        </p:nvSpPr>
        <p:spPr>
          <a:xfrm>
            <a:off x="1080525" y="2453574"/>
            <a:ext cx="3384300" cy="113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595" name="Google Shape;1595;p54"/>
          <p:cNvSpPr txBox="1"/>
          <p:nvPr>
            <p:ph idx="3" type="subTitle"/>
          </p:nvPr>
        </p:nvSpPr>
        <p:spPr>
          <a:xfrm>
            <a:off x="1080536" y="1817200"/>
            <a:ext cx="33843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8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596" name="Google Shape;1596;p54"/>
          <p:cNvSpPr txBox="1"/>
          <p:nvPr>
            <p:ph idx="4" type="subTitle"/>
          </p:nvPr>
        </p:nvSpPr>
        <p:spPr>
          <a:xfrm>
            <a:off x="4679164" y="1817200"/>
            <a:ext cx="33843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8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597" name="Google Shape;1597;p54"/>
          <p:cNvSpPr/>
          <p:nvPr/>
        </p:nvSpPr>
        <p:spPr>
          <a:xfrm rot="5551952">
            <a:off x="-721531" y="4084618"/>
            <a:ext cx="2053998" cy="1765206"/>
          </a:xfrm>
          <a:custGeom>
            <a:rect b="b" l="l" r="r" t="t"/>
            <a:pathLst>
              <a:path extrusionOk="0" h="30330" w="38869">
                <a:moveTo>
                  <a:pt x="24297" y="1"/>
                </a:moveTo>
                <a:cubicBezTo>
                  <a:pt x="23576" y="1"/>
                  <a:pt x="22813" y="81"/>
                  <a:pt x="22018" y="271"/>
                </a:cubicBezTo>
                <a:cubicBezTo>
                  <a:pt x="16904" y="1494"/>
                  <a:pt x="14626" y="5778"/>
                  <a:pt x="11611" y="8671"/>
                </a:cubicBezTo>
                <a:cubicBezTo>
                  <a:pt x="10032" y="10186"/>
                  <a:pt x="7766" y="10684"/>
                  <a:pt x="5916" y="11826"/>
                </a:cubicBezTo>
                <a:cubicBezTo>
                  <a:pt x="0" y="15481"/>
                  <a:pt x="539" y="24197"/>
                  <a:pt x="4874" y="27639"/>
                </a:cubicBezTo>
                <a:cubicBezTo>
                  <a:pt x="7150" y="29445"/>
                  <a:pt x="9815" y="30330"/>
                  <a:pt x="12976" y="30330"/>
                </a:cubicBezTo>
                <a:cubicBezTo>
                  <a:pt x="15025" y="30330"/>
                  <a:pt x="17282" y="29958"/>
                  <a:pt x="19778" y="29225"/>
                </a:cubicBezTo>
                <a:cubicBezTo>
                  <a:pt x="26123" y="27360"/>
                  <a:pt x="30656" y="26268"/>
                  <a:pt x="34763" y="20412"/>
                </a:cubicBezTo>
                <a:cubicBezTo>
                  <a:pt x="38869" y="14558"/>
                  <a:pt x="35544" y="6859"/>
                  <a:pt x="30907" y="2368"/>
                </a:cubicBezTo>
                <a:cubicBezTo>
                  <a:pt x="30907" y="2368"/>
                  <a:pt x="28215" y="1"/>
                  <a:pt x="24297" y="1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8" name="Google Shape;1598;p54"/>
          <p:cNvSpPr/>
          <p:nvPr/>
        </p:nvSpPr>
        <p:spPr>
          <a:xfrm rot="-460685">
            <a:off x="-850641" y="-888875"/>
            <a:ext cx="2082611" cy="1683994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9" name="Google Shape;1599;p54"/>
          <p:cNvSpPr/>
          <p:nvPr/>
        </p:nvSpPr>
        <p:spPr>
          <a:xfrm rot="3259731">
            <a:off x="7063135" y="-804478"/>
            <a:ext cx="3168421" cy="2561976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600" name="Shape 1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1" name="Google Shape;1601;p5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602" name="Google Shape;1602;p55"/>
          <p:cNvSpPr/>
          <p:nvPr/>
        </p:nvSpPr>
        <p:spPr>
          <a:xfrm rot="-9076707">
            <a:off x="85462" y="-755109"/>
            <a:ext cx="1683799" cy="1313891"/>
          </a:xfrm>
          <a:custGeom>
            <a:rect b="b" l="l" r="r" t="t"/>
            <a:pathLst>
              <a:path extrusionOk="0" h="30330" w="38869">
                <a:moveTo>
                  <a:pt x="24297" y="1"/>
                </a:moveTo>
                <a:cubicBezTo>
                  <a:pt x="23576" y="1"/>
                  <a:pt x="22813" y="81"/>
                  <a:pt x="22018" y="271"/>
                </a:cubicBezTo>
                <a:cubicBezTo>
                  <a:pt x="16904" y="1494"/>
                  <a:pt x="14626" y="5778"/>
                  <a:pt x="11611" y="8671"/>
                </a:cubicBezTo>
                <a:cubicBezTo>
                  <a:pt x="10032" y="10186"/>
                  <a:pt x="7766" y="10684"/>
                  <a:pt x="5916" y="11826"/>
                </a:cubicBezTo>
                <a:cubicBezTo>
                  <a:pt x="0" y="15481"/>
                  <a:pt x="539" y="24197"/>
                  <a:pt x="4874" y="27639"/>
                </a:cubicBezTo>
                <a:cubicBezTo>
                  <a:pt x="7150" y="29445"/>
                  <a:pt x="9815" y="30330"/>
                  <a:pt x="12976" y="30330"/>
                </a:cubicBezTo>
                <a:cubicBezTo>
                  <a:pt x="15025" y="30330"/>
                  <a:pt x="17282" y="29958"/>
                  <a:pt x="19778" y="29225"/>
                </a:cubicBezTo>
                <a:cubicBezTo>
                  <a:pt x="26123" y="27360"/>
                  <a:pt x="30656" y="26268"/>
                  <a:pt x="34763" y="20412"/>
                </a:cubicBezTo>
                <a:cubicBezTo>
                  <a:pt x="38869" y="14558"/>
                  <a:pt x="35544" y="6859"/>
                  <a:pt x="30907" y="2368"/>
                </a:cubicBezTo>
                <a:cubicBezTo>
                  <a:pt x="30907" y="2368"/>
                  <a:pt x="28215" y="1"/>
                  <a:pt x="24297" y="1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603" name="Google Shape;1603;p55"/>
          <p:cNvGrpSpPr/>
          <p:nvPr/>
        </p:nvGrpSpPr>
        <p:grpSpPr>
          <a:xfrm>
            <a:off x="6779278" y="192982"/>
            <a:ext cx="2107998" cy="297419"/>
            <a:chOff x="6108096" y="3265836"/>
            <a:chExt cx="1633727" cy="230504"/>
          </a:xfrm>
        </p:grpSpPr>
        <p:sp>
          <p:nvSpPr>
            <p:cNvPr id="1604" name="Google Shape;1604;p55"/>
            <p:cNvSpPr/>
            <p:nvPr/>
          </p:nvSpPr>
          <p:spPr>
            <a:xfrm>
              <a:off x="6108096" y="3265836"/>
              <a:ext cx="1633727" cy="230504"/>
            </a:xfrm>
            <a:custGeom>
              <a:rect b="b" l="l" r="r" t="t"/>
              <a:pathLst>
                <a:path extrusionOk="0" h="230504" w="1633727">
                  <a:moveTo>
                    <a:pt x="1518476" y="0"/>
                  </a:moveTo>
                  <a:cubicBezTo>
                    <a:pt x="1582128" y="0"/>
                    <a:pt x="1633728" y="51600"/>
                    <a:pt x="1633728" y="115253"/>
                  </a:cubicBezTo>
                  <a:lnTo>
                    <a:pt x="1633728" y="115253"/>
                  </a:lnTo>
                  <a:cubicBezTo>
                    <a:pt x="1633728" y="178905"/>
                    <a:pt x="1582128" y="230505"/>
                    <a:pt x="1518476" y="230505"/>
                  </a:cubicBezTo>
                  <a:lnTo>
                    <a:pt x="115252" y="230505"/>
                  </a:lnTo>
                  <a:cubicBezTo>
                    <a:pt x="51601" y="230505"/>
                    <a:pt x="0" y="178905"/>
                    <a:pt x="0" y="115253"/>
                  </a:cubicBezTo>
                  <a:lnTo>
                    <a:pt x="0" y="115253"/>
                  </a:lnTo>
                  <a:cubicBezTo>
                    <a:pt x="0" y="51600"/>
                    <a:pt x="51601" y="0"/>
                    <a:pt x="11525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05" name="Google Shape;1605;p55"/>
            <p:cNvSpPr/>
            <p:nvPr/>
          </p:nvSpPr>
          <p:spPr>
            <a:xfrm>
              <a:off x="7528381" y="3292292"/>
              <a:ext cx="166485" cy="165854"/>
            </a:xfrm>
            <a:custGeom>
              <a:rect b="b" l="l" r="r" t="t"/>
              <a:pathLst>
                <a:path extrusionOk="0" h="165854" w="166485">
                  <a:moveTo>
                    <a:pt x="161532" y="137469"/>
                  </a:moveTo>
                  <a:lnTo>
                    <a:pt x="120003" y="95941"/>
                  </a:lnTo>
                  <a:lnTo>
                    <a:pt x="113336" y="102608"/>
                  </a:lnTo>
                  <a:lnTo>
                    <a:pt x="105811" y="95083"/>
                  </a:lnTo>
                  <a:cubicBezTo>
                    <a:pt x="123622" y="71842"/>
                    <a:pt x="122194" y="38600"/>
                    <a:pt x="100953" y="17359"/>
                  </a:cubicBezTo>
                  <a:cubicBezTo>
                    <a:pt x="77807" y="-5786"/>
                    <a:pt x="40374" y="-5786"/>
                    <a:pt x="17324" y="17359"/>
                  </a:cubicBezTo>
                  <a:cubicBezTo>
                    <a:pt x="-5727" y="40505"/>
                    <a:pt x="-5822" y="77938"/>
                    <a:pt x="17324" y="100989"/>
                  </a:cubicBezTo>
                  <a:cubicBezTo>
                    <a:pt x="38850" y="122515"/>
                    <a:pt x="72568" y="123754"/>
                    <a:pt x="95809" y="105275"/>
                  </a:cubicBezTo>
                  <a:lnTo>
                    <a:pt x="103334" y="112800"/>
                  </a:lnTo>
                  <a:lnTo>
                    <a:pt x="96667" y="119467"/>
                  </a:lnTo>
                  <a:lnTo>
                    <a:pt x="138196" y="160996"/>
                  </a:lnTo>
                  <a:cubicBezTo>
                    <a:pt x="144673" y="167473"/>
                    <a:pt x="155150" y="167473"/>
                    <a:pt x="161627" y="160996"/>
                  </a:cubicBezTo>
                  <a:lnTo>
                    <a:pt x="161627" y="160996"/>
                  </a:lnTo>
                  <a:cubicBezTo>
                    <a:pt x="168104" y="154519"/>
                    <a:pt x="168104" y="144042"/>
                    <a:pt x="161627" y="137565"/>
                  </a:cubicBezTo>
                  <a:close/>
                  <a:moveTo>
                    <a:pt x="59138" y="102513"/>
                  </a:moveTo>
                  <a:cubicBezTo>
                    <a:pt x="54471" y="102513"/>
                    <a:pt x="49899" y="101751"/>
                    <a:pt x="45612" y="100417"/>
                  </a:cubicBezTo>
                  <a:cubicBezTo>
                    <a:pt x="33611" y="96512"/>
                    <a:pt x="23896" y="87463"/>
                    <a:pt x="19133" y="75938"/>
                  </a:cubicBezTo>
                  <a:cubicBezTo>
                    <a:pt x="16942" y="70794"/>
                    <a:pt x="15799" y="65175"/>
                    <a:pt x="15799" y="59269"/>
                  </a:cubicBezTo>
                  <a:cubicBezTo>
                    <a:pt x="15799" y="35361"/>
                    <a:pt x="35231" y="15931"/>
                    <a:pt x="59138" y="15931"/>
                  </a:cubicBezTo>
                  <a:cubicBezTo>
                    <a:pt x="65044" y="15931"/>
                    <a:pt x="70663" y="17074"/>
                    <a:pt x="75807" y="19264"/>
                  </a:cubicBezTo>
                  <a:cubicBezTo>
                    <a:pt x="87332" y="24122"/>
                    <a:pt x="96381" y="33742"/>
                    <a:pt x="100286" y="45744"/>
                  </a:cubicBezTo>
                  <a:cubicBezTo>
                    <a:pt x="101715" y="50030"/>
                    <a:pt x="102382" y="54507"/>
                    <a:pt x="102382" y="59269"/>
                  </a:cubicBezTo>
                  <a:cubicBezTo>
                    <a:pt x="102382" y="83177"/>
                    <a:pt x="83046" y="102513"/>
                    <a:pt x="59138" y="10251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06" name="Google Shape;1606;p55"/>
            <p:cNvSpPr/>
            <p:nvPr/>
          </p:nvSpPr>
          <p:spPr>
            <a:xfrm>
              <a:off x="7475124" y="3290220"/>
              <a:ext cx="7620" cy="174307"/>
            </a:xfrm>
            <a:custGeom>
              <a:rect b="b" l="l" r="r" t="t"/>
              <a:pathLst>
                <a:path extrusionOk="0" h="174307" w="7620">
                  <a:moveTo>
                    <a:pt x="3810" y="174308"/>
                  </a:moveTo>
                  <a:lnTo>
                    <a:pt x="3810" y="174308"/>
                  </a:lnTo>
                  <a:cubicBezTo>
                    <a:pt x="1714" y="174308"/>
                    <a:pt x="0" y="172593"/>
                    <a:pt x="0" y="170497"/>
                  </a:cubicBezTo>
                  <a:lnTo>
                    <a:pt x="0" y="3810"/>
                  </a:lnTo>
                  <a:cubicBezTo>
                    <a:pt x="0" y="1714"/>
                    <a:pt x="1714" y="0"/>
                    <a:pt x="3810" y="0"/>
                  </a:cubicBezTo>
                  <a:lnTo>
                    <a:pt x="3810" y="0"/>
                  </a:lnTo>
                  <a:cubicBezTo>
                    <a:pt x="5905" y="0"/>
                    <a:pt x="7620" y="1714"/>
                    <a:pt x="7620" y="3810"/>
                  </a:cubicBezTo>
                  <a:lnTo>
                    <a:pt x="7620" y="170497"/>
                  </a:lnTo>
                  <a:cubicBezTo>
                    <a:pt x="7620" y="172593"/>
                    <a:pt x="5905" y="174308"/>
                    <a:pt x="3810" y="17430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607" name="Google Shape;1607;p55"/>
          <p:cNvSpPr/>
          <p:nvPr/>
        </p:nvSpPr>
        <p:spPr>
          <a:xfrm flipH="1" rot="532502">
            <a:off x="-514115" y="4385276"/>
            <a:ext cx="1514959" cy="1224991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608" name="Google Shape;1608;p55"/>
          <p:cNvGrpSpPr/>
          <p:nvPr/>
        </p:nvGrpSpPr>
        <p:grpSpPr>
          <a:xfrm>
            <a:off x="-148774" y="4544215"/>
            <a:ext cx="784225" cy="584398"/>
            <a:chOff x="1914620" y="1930431"/>
            <a:chExt cx="572929" cy="426911"/>
          </a:xfrm>
        </p:grpSpPr>
        <p:grpSp>
          <p:nvGrpSpPr>
            <p:cNvPr id="1609" name="Google Shape;1609;p55"/>
            <p:cNvGrpSpPr/>
            <p:nvPr/>
          </p:nvGrpSpPr>
          <p:grpSpPr>
            <a:xfrm>
              <a:off x="1914620" y="1930431"/>
              <a:ext cx="572929" cy="426911"/>
              <a:chOff x="1914620" y="1930431"/>
              <a:chExt cx="572929" cy="426911"/>
            </a:xfrm>
          </p:grpSpPr>
          <p:sp>
            <p:nvSpPr>
              <p:cNvPr id="1610" name="Google Shape;1610;p55"/>
              <p:cNvSpPr/>
              <p:nvPr/>
            </p:nvSpPr>
            <p:spPr>
              <a:xfrm>
                <a:off x="2042160" y="1930431"/>
                <a:ext cx="445389" cy="299466"/>
              </a:xfrm>
              <a:custGeom>
                <a:rect b="b" l="l" r="r" t="t"/>
                <a:pathLst>
                  <a:path extrusionOk="0" h="299466" w="445389">
                    <a:moveTo>
                      <a:pt x="139065" y="7620"/>
                    </a:moveTo>
                    <a:lnTo>
                      <a:pt x="173355" y="41910"/>
                    </a:lnTo>
                    <a:cubicBezTo>
                      <a:pt x="178308" y="46863"/>
                      <a:pt x="185071" y="49721"/>
                      <a:pt x="192119" y="49721"/>
                    </a:cubicBezTo>
                    <a:lnTo>
                      <a:pt x="418910" y="49721"/>
                    </a:lnTo>
                    <a:cubicBezTo>
                      <a:pt x="433578" y="49721"/>
                      <a:pt x="445389" y="61627"/>
                      <a:pt x="445389" y="76200"/>
                    </a:cubicBezTo>
                    <a:lnTo>
                      <a:pt x="445389" y="272987"/>
                    </a:lnTo>
                    <a:cubicBezTo>
                      <a:pt x="445389" y="287655"/>
                      <a:pt x="433483" y="299466"/>
                      <a:pt x="418910" y="299466"/>
                    </a:cubicBezTo>
                    <a:lnTo>
                      <a:pt x="26479" y="299466"/>
                    </a:lnTo>
                    <a:cubicBezTo>
                      <a:pt x="11811" y="299466"/>
                      <a:pt x="0" y="287560"/>
                      <a:pt x="0" y="272987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79" y="0"/>
                    </a:cubicBezTo>
                    <a:lnTo>
                      <a:pt x="120396" y="0"/>
                    </a:lnTo>
                    <a:cubicBezTo>
                      <a:pt x="127444" y="0"/>
                      <a:pt x="134207" y="2762"/>
                      <a:pt x="139160" y="771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11" name="Google Shape;1611;p55"/>
              <p:cNvSpPr/>
              <p:nvPr/>
            </p:nvSpPr>
            <p:spPr>
              <a:xfrm>
                <a:off x="1978342" y="1994058"/>
                <a:ext cx="445389" cy="299465"/>
              </a:xfrm>
              <a:custGeom>
                <a:rect b="b" l="l" r="r" t="t"/>
                <a:pathLst>
                  <a:path extrusionOk="0" h="299465" w="445389">
                    <a:moveTo>
                      <a:pt x="139065" y="7715"/>
                    </a:moveTo>
                    <a:lnTo>
                      <a:pt x="173355" y="42005"/>
                    </a:lnTo>
                    <a:cubicBezTo>
                      <a:pt x="178308" y="46958"/>
                      <a:pt x="185071" y="49721"/>
                      <a:pt x="192119" y="49721"/>
                    </a:cubicBezTo>
                    <a:lnTo>
                      <a:pt x="418909" y="49721"/>
                    </a:lnTo>
                    <a:cubicBezTo>
                      <a:pt x="433578" y="49721"/>
                      <a:pt x="445389" y="61627"/>
                      <a:pt x="445389" y="76200"/>
                    </a:cubicBezTo>
                    <a:lnTo>
                      <a:pt x="445389" y="272986"/>
                    </a:lnTo>
                    <a:cubicBezTo>
                      <a:pt x="445389" y="287655"/>
                      <a:pt x="433483" y="299466"/>
                      <a:pt x="418909" y="299466"/>
                    </a:cubicBezTo>
                    <a:lnTo>
                      <a:pt x="26480" y="299466"/>
                    </a:lnTo>
                    <a:cubicBezTo>
                      <a:pt x="11811" y="299466"/>
                      <a:pt x="0" y="287560"/>
                      <a:pt x="0" y="272986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80" y="0"/>
                    </a:cubicBezTo>
                    <a:lnTo>
                      <a:pt x="120396" y="0"/>
                    </a:lnTo>
                    <a:cubicBezTo>
                      <a:pt x="127445" y="0"/>
                      <a:pt x="134207" y="2762"/>
                      <a:pt x="139160" y="7715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12" name="Google Shape;1612;p55"/>
              <p:cNvSpPr/>
              <p:nvPr/>
            </p:nvSpPr>
            <p:spPr>
              <a:xfrm>
                <a:off x="1914620" y="2057876"/>
                <a:ext cx="445389" cy="299466"/>
              </a:xfrm>
              <a:custGeom>
                <a:rect b="b" l="l" r="r" t="t"/>
                <a:pathLst>
                  <a:path extrusionOk="0" h="299466" w="445389">
                    <a:moveTo>
                      <a:pt x="139065" y="7715"/>
                    </a:moveTo>
                    <a:lnTo>
                      <a:pt x="173355" y="42005"/>
                    </a:lnTo>
                    <a:cubicBezTo>
                      <a:pt x="178308" y="46958"/>
                      <a:pt x="185071" y="49721"/>
                      <a:pt x="192119" y="49721"/>
                    </a:cubicBezTo>
                    <a:lnTo>
                      <a:pt x="418909" y="49721"/>
                    </a:lnTo>
                    <a:cubicBezTo>
                      <a:pt x="433578" y="49721"/>
                      <a:pt x="445389" y="61627"/>
                      <a:pt x="445389" y="76200"/>
                    </a:cubicBezTo>
                    <a:lnTo>
                      <a:pt x="445389" y="272987"/>
                    </a:lnTo>
                    <a:cubicBezTo>
                      <a:pt x="445389" y="287655"/>
                      <a:pt x="433483" y="299466"/>
                      <a:pt x="418909" y="299466"/>
                    </a:cubicBezTo>
                    <a:lnTo>
                      <a:pt x="26479" y="299466"/>
                    </a:lnTo>
                    <a:cubicBezTo>
                      <a:pt x="11811" y="299466"/>
                      <a:pt x="0" y="287560"/>
                      <a:pt x="0" y="272987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79" y="0"/>
                    </a:cubicBezTo>
                    <a:lnTo>
                      <a:pt x="120396" y="0"/>
                    </a:lnTo>
                    <a:cubicBezTo>
                      <a:pt x="127444" y="0"/>
                      <a:pt x="134207" y="2762"/>
                      <a:pt x="139160" y="7715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613" name="Google Shape;1613;p55"/>
            <p:cNvSpPr/>
            <p:nvPr/>
          </p:nvSpPr>
          <p:spPr>
            <a:xfrm>
              <a:off x="2024157" y="2180272"/>
              <a:ext cx="222980" cy="101917"/>
            </a:xfrm>
            <a:custGeom>
              <a:rect b="b" l="l" r="r" t="t"/>
              <a:pathLst>
                <a:path extrusionOk="0" h="101917" w="222980">
                  <a:moveTo>
                    <a:pt x="25051" y="45529"/>
                  </a:moveTo>
                  <a:lnTo>
                    <a:pt x="0" y="45529"/>
                  </a:lnTo>
                  <a:lnTo>
                    <a:pt x="0" y="56388"/>
                  </a:lnTo>
                  <a:lnTo>
                    <a:pt x="25051" y="56388"/>
                  </a:lnTo>
                  <a:lnTo>
                    <a:pt x="25051" y="45529"/>
                  </a:lnTo>
                  <a:close/>
                  <a:moveTo>
                    <a:pt x="115538" y="79153"/>
                  </a:moveTo>
                  <a:lnTo>
                    <a:pt x="184023" y="79153"/>
                  </a:lnTo>
                  <a:lnTo>
                    <a:pt x="184023" y="68294"/>
                  </a:lnTo>
                  <a:lnTo>
                    <a:pt x="115538" y="68294"/>
                  </a:lnTo>
                  <a:lnTo>
                    <a:pt x="115538" y="79153"/>
                  </a:lnTo>
                  <a:close/>
                  <a:moveTo>
                    <a:pt x="32766" y="56388"/>
                  </a:moveTo>
                  <a:lnTo>
                    <a:pt x="129730" y="56388"/>
                  </a:lnTo>
                  <a:lnTo>
                    <a:pt x="129730" y="45529"/>
                  </a:lnTo>
                  <a:lnTo>
                    <a:pt x="32766" y="45529"/>
                  </a:lnTo>
                  <a:lnTo>
                    <a:pt x="32766" y="56388"/>
                  </a:lnTo>
                  <a:close/>
                  <a:moveTo>
                    <a:pt x="184023" y="0"/>
                  </a:moveTo>
                  <a:lnTo>
                    <a:pt x="23908" y="0"/>
                  </a:lnTo>
                  <a:lnTo>
                    <a:pt x="23908" y="10858"/>
                  </a:lnTo>
                  <a:lnTo>
                    <a:pt x="184023" y="10858"/>
                  </a:lnTo>
                  <a:lnTo>
                    <a:pt x="184023" y="0"/>
                  </a:lnTo>
                  <a:close/>
                  <a:moveTo>
                    <a:pt x="47815" y="22765"/>
                  </a:moveTo>
                  <a:lnTo>
                    <a:pt x="0" y="22765"/>
                  </a:lnTo>
                  <a:lnTo>
                    <a:pt x="0" y="33623"/>
                  </a:lnTo>
                  <a:lnTo>
                    <a:pt x="47815" y="33623"/>
                  </a:lnTo>
                  <a:lnTo>
                    <a:pt x="47815" y="22765"/>
                  </a:lnTo>
                  <a:close/>
                  <a:moveTo>
                    <a:pt x="102584" y="68294"/>
                  </a:moveTo>
                  <a:lnTo>
                    <a:pt x="0" y="68294"/>
                  </a:lnTo>
                  <a:lnTo>
                    <a:pt x="0" y="79153"/>
                  </a:lnTo>
                  <a:lnTo>
                    <a:pt x="102584" y="79153"/>
                  </a:lnTo>
                  <a:lnTo>
                    <a:pt x="102584" y="68294"/>
                  </a:lnTo>
                  <a:close/>
                  <a:moveTo>
                    <a:pt x="146875" y="101918"/>
                  </a:moveTo>
                  <a:lnTo>
                    <a:pt x="195644" y="101918"/>
                  </a:lnTo>
                  <a:lnTo>
                    <a:pt x="195644" y="91059"/>
                  </a:lnTo>
                  <a:lnTo>
                    <a:pt x="146875" y="91059"/>
                  </a:lnTo>
                  <a:lnTo>
                    <a:pt x="146875" y="101918"/>
                  </a:lnTo>
                  <a:close/>
                  <a:moveTo>
                    <a:pt x="0" y="101918"/>
                  </a:moveTo>
                  <a:lnTo>
                    <a:pt x="62198" y="101918"/>
                  </a:lnTo>
                  <a:lnTo>
                    <a:pt x="62198" y="91059"/>
                  </a:lnTo>
                  <a:lnTo>
                    <a:pt x="0" y="91059"/>
                  </a:lnTo>
                  <a:lnTo>
                    <a:pt x="0" y="101918"/>
                  </a:lnTo>
                  <a:close/>
                  <a:moveTo>
                    <a:pt x="60769" y="33623"/>
                  </a:moveTo>
                  <a:lnTo>
                    <a:pt x="222980" y="33623"/>
                  </a:lnTo>
                  <a:lnTo>
                    <a:pt x="222980" y="22765"/>
                  </a:lnTo>
                  <a:lnTo>
                    <a:pt x="60769" y="22765"/>
                  </a:lnTo>
                  <a:lnTo>
                    <a:pt x="60769" y="33623"/>
                  </a:lnTo>
                  <a:close/>
                  <a:moveTo>
                    <a:pt x="190500" y="0"/>
                  </a:moveTo>
                  <a:lnTo>
                    <a:pt x="190500" y="10858"/>
                  </a:lnTo>
                  <a:lnTo>
                    <a:pt x="222980" y="10858"/>
                  </a:lnTo>
                  <a:lnTo>
                    <a:pt x="222980" y="0"/>
                  </a:lnTo>
                  <a:lnTo>
                    <a:pt x="190500" y="0"/>
                  </a:lnTo>
                  <a:close/>
                  <a:moveTo>
                    <a:pt x="137350" y="56388"/>
                  </a:moveTo>
                  <a:lnTo>
                    <a:pt x="222980" y="56388"/>
                  </a:lnTo>
                  <a:lnTo>
                    <a:pt x="222980" y="45529"/>
                  </a:lnTo>
                  <a:lnTo>
                    <a:pt x="137350" y="45529"/>
                  </a:lnTo>
                  <a:lnTo>
                    <a:pt x="137350" y="56388"/>
                  </a:lnTo>
                  <a:close/>
                  <a:moveTo>
                    <a:pt x="196882" y="79153"/>
                  </a:moveTo>
                  <a:lnTo>
                    <a:pt x="222885" y="79153"/>
                  </a:lnTo>
                  <a:lnTo>
                    <a:pt x="222885" y="68294"/>
                  </a:lnTo>
                  <a:lnTo>
                    <a:pt x="196882" y="68294"/>
                  </a:lnTo>
                  <a:lnTo>
                    <a:pt x="196882" y="79153"/>
                  </a:lnTo>
                  <a:close/>
                  <a:moveTo>
                    <a:pt x="75057" y="101918"/>
                  </a:moveTo>
                  <a:lnTo>
                    <a:pt x="139065" y="101918"/>
                  </a:lnTo>
                  <a:lnTo>
                    <a:pt x="139065" y="91059"/>
                  </a:lnTo>
                  <a:lnTo>
                    <a:pt x="75057" y="91059"/>
                  </a:lnTo>
                  <a:lnTo>
                    <a:pt x="75057" y="10191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614" name="Google Shape;1614;p55"/>
          <p:cNvSpPr/>
          <p:nvPr/>
        </p:nvSpPr>
        <p:spPr>
          <a:xfrm rot="5844200">
            <a:off x="8030548" y="2339312"/>
            <a:ext cx="2404301" cy="1318596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615" name="Shape 1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6" name="Google Shape;1616;p56"/>
          <p:cNvSpPr txBox="1"/>
          <p:nvPr>
            <p:ph type="title"/>
          </p:nvPr>
        </p:nvSpPr>
        <p:spPr>
          <a:xfrm>
            <a:off x="811975" y="1032900"/>
            <a:ext cx="2804400" cy="1006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617" name="Google Shape;1617;p56"/>
          <p:cNvSpPr txBox="1"/>
          <p:nvPr>
            <p:ph idx="1" type="subTitle"/>
          </p:nvPr>
        </p:nvSpPr>
        <p:spPr>
          <a:xfrm>
            <a:off x="811975" y="2039700"/>
            <a:ext cx="4294800" cy="207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9pPr>
          </a:lstStyle>
          <a:p/>
        </p:txBody>
      </p:sp>
      <p:sp>
        <p:nvSpPr>
          <p:cNvPr id="1618" name="Google Shape;1618;p56"/>
          <p:cNvSpPr/>
          <p:nvPr>
            <p:ph idx="2" type="pic"/>
          </p:nvPr>
        </p:nvSpPr>
        <p:spPr>
          <a:xfrm>
            <a:off x="5668975" y="1076550"/>
            <a:ext cx="2990400" cy="29904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1619" name="Google Shape;1619;p56"/>
          <p:cNvSpPr/>
          <p:nvPr/>
        </p:nvSpPr>
        <p:spPr>
          <a:xfrm rot="-2381697">
            <a:off x="-1265120" y="-661594"/>
            <a:ext cx="3096202" cy="2008988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0" name="Google Shape;1620;p56"/>
          <p:cNvSpPr/>
          <p:nvPr/>
        </p:nvSpPr>
        <p:spPr>
          <a:xfrm rot="-7296874">
            <a:off x="-735040" y="4231574"/>
            <a:ext cx="2036053" cy="1508864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621" name="Google Shape;1621;p56"/>
          <p:cNvGrpSpPr/>
          <p:nvPr/>
        </p:nvGrpSpPr>
        <p:grpSpPr>
          <a:xfrm>
            <a:off x="65066" y="4373044"/>
            <a:ext cx="878158" cy="654532"/>
            <a:chOff x="1114425" y="4361211"/>
            <a:chExt cx="573023" cy="427101"/>
          </a:xfrm>
        </p:grpSpPr>
        <p:grpSp>
          <p:nvGrpSpPr>
            <p:cNvPr id="1622" name="Google Shape;1622;p56"/>
            <p:cNvGrpSpPr/>
            <p:nvPr/>
          </p:nvGrpSpPr>
          <p:grpSpPr>
            <a:xfrm>
              <a:off x="1114425" y="4361211"/>
              <a:ext cx="573023" cy="427101"/>
              <a:chOff x="1114425" y="4361211"/>
              <a:chExt cx="573023" cy="427101"/>
            </a:xfrm>
          </p:grpSpPr>
          <p:sp>
            <p:nvSpPr>
              <p:cNvPr id="1623" name="Google Shape;1623;p56"/>
              <p:cNvSpPr/>
              <p:nvPr/>
            </p:nvSpPr>
            <p:spPr>
              <a:xfrm>
                <a:off x="1241964" y="4361211"/>
                <a:ext cx="445484" cy="299466"/>
              </a:xfrm>
              <a:custGeom>
                <a:rect b="b" l="l" r="r" t="t"/>
                <a:pathLst>
                  <a:path extrusionOk="0" h="299466" w="445484">
                    <a:moveTo>
                      <a:pt x="139160" y="7715"/>
                    </a:moveTo>
                    <a:lnTo>
                      <a:pt x="173450" y="42005"/>
                    </a:lnTo>
                    <a:cubicBezTo>
                      <a:pt x="178403" y="46958"/>
                      <a:pt x="185166" y="49721"/>
                      <a:pt x="192215" y="49721"/>
                    </a:cubicBezTo>
                    <a:lnTo>
                      <a:pt x="419005" y="49721"/>
                    </a:lnTo>
                    <a:cubicBezTo>
                      <a:pt x="433673" y="49721"/>
                      <a:pt x="445484" y="61627"/>
                      <a:pt x="445484" y="76200"/>
                    </a:cubicBezTo>
                    <a:lnTo>
                      <a:pt x="445484" y="272987"/>
                    </a:lnTo>
                    <a:cubicBezTo>
                      <a:pt x="445484" y="287655"/>
                      <a:pt x="433578" y="299466"/>
                      <a:pt x="419005" y="299466"/>
                    </a:cubicBezTo>
                    <a:lnTo>
                      <a:pt x="26479" y="299466"/>
                    </a:lnTo>
                    <a:cubicBezTo>
                      <a:pt x="11811" y="299466"/>
                      <a:pt x="0" y="287560"/>
                      <a:pt x="0" y="272987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79" y="0"/>
                    </a:cubicBezTo>
                    <a:lnTo>
                      <a:pt x="120396" y="0"/>
                    </a:lnTo>
                    <a:cubicBezTo>
                      <a:pt x="127445" y="0"/>
                      <a:pt x="134207" y="2762"/>
                      <a:pt x="139160" y="7715"/>
                    </a:cubicBezTo>
                    <a:close/>
                  </a:path>
                </a:pathLst>
              </a:custGeom>
              <a:solidFill>
                <a:srgbClr val="35363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24" name="Google Shape;1624;p56"/>
              <p:cNvSpPr/>
              <p:nvPr/>
            </p:nvSpPr>
            <p:spPr>
              <a:xfrm>
                <a:off x="1178242" y="4425029"/>
                <a:ext cx="445484" cy="299466"/>
              </a:xfrm>
              <a:custGeom>
                <a:rect b="b" l="l" r="r" t="t"/>
                <a:pathLst>
                  <a:path extrusionOk="0" h="299466" w="445484">
                    <a:moveTo>
                      <a:pt x="139160" y="7620"/>
                    </a:moveTo>
                    <a:lnTo>
                      <a:pt x="173450" y="41910"/>
                    </a:lnTo>
                    <a:cubicBezTo>
                      <a:pt x="178403" y="46863"/>
                      <a:pt x="185166" y="49721"/>
                      <a:pt x="192215" y="49721"/>
                    </a:cubicBezTo>
                    <a:lnTo>
                      <a:pt x="419005" y="49721"/>
                    </a:lnTo>
                    <a:cubicBezTo>
                      <a:pt x="433673" y="49721"/>
                      <a:pt x="445484" y="61627"/>
                      <a:pt x="445484" y="76200"/>
                    </a:cubicBezTo>
                    <a:lnTo>
                      <a:pt x="445484" y="272987"/>
                    </a:lnTo>
                    <a:cubicBezTo>
                      <a:pt x="445484" y="287655"/>
                      <a:pt x="433578" y="299466"/>
                      <a:pt x="419005" y="299466"/>
                    </a:cubicBezTo>
                    <a:lnTo>
                      <a:pt x="26479" y="299466"/>
                    </a:lnTo>
                    <a:cubicBezTo>
                      <a:pt x="11811" y="299466"/>
                      <a:pt x="0" y="287560"/>
                      <a:pt x="0" y="272987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79" y="0"/>
                    </a:cubicBezTo>
                    <a:lnTo>
                      <a:pt x="120396" y="0"/>
                    </a:lnTo>
                    <a:cubicBezTo>
                      <a:pt x="127445" y="0"/>
                      <a:pt x="134207" y="2762"/>
                      <a:pt x="139160" y="7715"/>
                    </a:cubicBezTo>
                    <a:close/>
                  </a:path>
                </a:pathLst>
              </a:custGeom>
              <a:solidFill>
                <a:srgbClr val="42444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25" name="Google Shape;1625;p56"/>
              <p:cNvSpPr/>
              <p:nvPr/>
            </p:nvSpPr>
            <p:spPr>
              <a:xfrm>
                <a:off x="1114425" y="4488846"/>
                <a:ext cx="445484" cy="299466"/>
              </a:xfrm>
              <a:custGeom>
                <a:rect b="b" l="l" r="r" t="t"/>
                <a:pathLst>
                  <a:path extrusionOk="0" h="299466" w="445484">
                    <a:moveTo>
                      <a:pt x="139160" y="7620"/>
                    </a:moveTo>
                    <a:lnTo>
                      <a:pt x="173450" y="41910"/>
                    </a:lnTo>
                    <a:cubicBezTo>
                      <a:pt x="178403" y="46863"/>
                      <a:pt x="185166" y="49721"/>
                      <a:pt x="192215" y="49721"/>
                    </a:cubicBezTo>
                    <a:lnTo>
                      <a:pt x="419005" y="49721"/>
                    </a:lnTo>
                    <a:cubicBezTo>
                      <a:pt x="433673" y="49721"/>
                      <a:pt x="445484" y="61627"/>
                      <a:pt x="445484" y="76200"/>
                    </a:cubicBezTo>
                    <a:lnTo>
                      <a:pt x="445484" y="272987"/>
                    </a:lnTo>
                    <a:cubicBezTo>
                      <a:pt x="445484" y="287655"/>
                      <a:pt x="433578" y="299466"/>
                      <a:pt x="419005" y="299466"/>
                    </a:cubicBezTo>
                    <a:lnTo>
                      <a:pt x="26480" y="299466"/>
                    </a:lnTo>
                    <a:cubicBezTo>
                      <a:pt x="11811" y="299466"/>
                      <a:pt x="0" y="287560"/>
                      <a:pt x="0" y="272987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80" y="0"/>
                    </a:cubicBezTo>
                    <a:lnTo>
                      <a:pt x="120396" y="0"/>
                    </a:lnTo>
                    <a:cubicBezTo>
                      <a:pt x="127445" y="0"/>
                      <a:pt x="134207" y="2762"/>
                      <a:pt x="139160" y="7811"/>
                    </a:cubicBezTo>
                    <a:close/>
                  </a:path>
                </a:pathLst>
              </a:custGeom>
              <a:solidFill>
                <a:srgbClr val="6F708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626" name="Google Shape;1626;p56"/>
            <p:cNvSpPr/>
            <p:nvPr/>
          </p:nvSpPr>
          <p:spPr>
            <a:xfrm>
              <a:off x="1303210" y="4628965"/>
              <a:ext cx="68735" cy="82063"/>
            </a:xfrm>
            <a:custGeom>
              <a:rect b="b" l="l" r="r" t="t"/>
              <a:pathLst>
                <a:path extrusionOk="0" h="82063" w="68735">
                  <a:moveTo>
                    <a:pt x="0" y="6471"/>
                  </a:moveTo>
                  <a:lnTo>
                    <a:pt x="0" y="75527"/>
                  </a:lnTo>
                  <a:cubicBezTo>
                    <a:pt x="0" y="80575"/>
                    <a:pt x="5524" y="83719"/>
                    <a:pt x="9811" y="81147"/>
                  </a:cubicBezTo>
                  <a:lnTo>
                    <a:pt x="65532" y="48095"/>
                  </a:lnTo>
                  <a:cubicBezTo>
                    <a:pt x="69723" y="45619"/>
                    <a:pt x="69818" y="39618"/>
                    <a:pt x="65723" y="37046"/>
                  </a:cubicBezTo>
                  <a:lnTo>
                    <a:pt x="10001" y="1042"/>
                  </a:lnTo>
                  <a:cubicBezTo>
                    <a:pt x="5715" y="-1721"/>
                    <a:pt x="0" y="1327"/>
                    <a:pt x="0" y="647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627" name="Shape 1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8" name="Google Shape;1628;p57"/>
          <p:cNvSpPr txBox="1"/>
          <p:nvPr>
            <p:ph type="title"/>
          </p:nvPr>
        </p:nvSpPr>
        <p:spPr>
          <a:xfrm>
            <a:off x="2317950" y="1307100"/>
            <a:ext cx="4508100" cy="252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0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629" name="Google Shape;1629;p57"/>
          <p:cNvSpPr/>
          <p:nvPr/>
        </p:nvSpPr>
        <p:spPr>
          <a:xfrm flipH="1" rot="-3263452">
            <a:off x="5847147" y="3927927"/>
            <a:ext cx="2997856" cy="2576292"/>
          </a:xfrm>
          <a:custGeom>
            <a:rect b="b" l="l" r="r" t="t"/>
            <a:pathLst>
              <a:path extrusionOk="0" h="30330" w="38869">
                <a:moveTo>
                  <a:pt x="24297" y="1"/>
                </a:moveTo>
                <a:cubicBezTo>
                  <a:pt x="23576" y="1"/>
                  <a:pt x="22813" y="81"/>
                  <a:pt x="22018" y="271"/>
                </a:cubicBezTo>
                <a:cubicBezTo>
                  <a:pt x="16904" y="1494"/>
                  <a:pt x="14626" y="5778"/>
                  <a:pt x="11611" y="8671"/>
                </a:cubicBezTo>
                <a:cubicBezTo>
                  <a:pt x="10032" y="10186"/>
                  <a:pt x="7766" y="10684"/>
                  <a:pt x="5916" y="11826"/>
                </a:cubicBezTo>
                <a:cubicBezTo>
                  <a:pt x="0" y="15481"/>
                  <a:pt x="539" y="24197"/>
                  <a:pt x="4874" y="27639"/>
                </a:cubicBezTo>
                <a:cubicBezTo>
                  <a:pt x="7150" y="29445"/>
                  <a:pt x="9815" y="30330"/>
                  <a:pt x="12976" y="30330"/>
                </a:cubicBezTo>
                <a:cubicBezTo>
                  <a:pt x="15025" y="30330"/>
                  <a:pt x="17282" y="29958"/>
                  <a:pt x="19778" y="29225"/>
                </a:cubicBezTo>
                <a:cubicBezTo>
                  <a:pt x="26123" y="27360"/>
                  <a:pt x="30656" y="26268"/>
                  <a:pt x="34763" y="20412"/>
                </a:cubicBezTo>
                <a:cubicBezTo>
                  <a:pt x="38869" y="14558"/>
                  <a:pt x="35544" y="6859"/>
                  <a:pt x="30907" y="2368"/>
                </a:cubicBezTo>
                <a:cubicBezTo>
                  <a:pt x="30907" y="2368"/>
                  <a:pt x="28215" y="1"/>
                  <a:pt x="24297" y="1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0" name="Google Shape;1630;p57"/>
          <p:cNvSpPr/>
          <p:nvPr/>
        </p:nvSpPr>
        <p:spPr>
          <a:xfrm flipH="1" rot="460623">
            <a:off x="6387251" y="-1517085"/>
            <a:ext cx="4087061" cy="3304707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1" name="Google Shape;1631;p57"/>
          <p:cNvSpPr/>
          <p:nvPr/>
        </p:nvSpPr>
        <p:spPr>
          <a:xfrm flipH="1" rot="-4592116">
            <a:off x="6189" y="113200"/>
            <a:ext cx="642877" cy="519829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632" name="Shape 1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3" name="Google Shape;1633;p58"/>
          <p:cNvSpPr txBox="1"/>
          <p:nvPr>
            <p:ph type="title"/>
          </p:nvPr>
        </p:nvSpPr>
        <p:spPr>
          <a:xfrm>
            <a:off x="2135550" y="1189100"/>
            <a:ext cx="4872900" cy="196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15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634" name="Google Shape;1634;p58"/>
          <p:cNvSpPr txBox="1"/>
          <p:nvPr>
            <p:ph idx="1" type="subTitle"/>
          </p:nvPr>
        </p:nvSpPr>
        <p:spPr>
          <a:xfrm>
            <a:off x="2135550" y="3153500"/>
            <a:ext cx="4872900" cy="67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635" name="Google Shape;1635;p58"/>
          <p:cNvSpPr/>
          <p:nvPr/>
        </p:nvSpPr>
        <p:spPr>
          <a:xfrm rot="3263452">
            <a:off x="-163955" y="3927927"/>
            <a:ext cx="2997856" cy="2576292"/>
          </a:xfrm>
          <a:custGeom>
            <a:rect b="b" l="l" r="r" t="t"/>
            <a:pathLst>
              <a:path extrusionOk="0" h="30330" w="38869">
                <a:moveTo>
                  <a:pt x="24297" y="1"/>
                </a:moveTo>
                <a:cubicBezTo>
                  <a:pt x="23576" y="1"/>
                  <a:pt x="22813" y="81"/>
                  <a:pt x="22018" y="271"/>
                </a:cubicBezTo>
                <a:cubicBezTo>
                  <a:pt x="16904" y="1494"/>
                  <a:pt x="14626" y="5778"/>
                  <a:pt x="11611" y="8671"/>
                </a:cubicBezTo>
                <a:cubicBezTo>
                  <a:pt x="10032" y="10186"/>
                  <a:pt x="7766" y="10684"/>
                  <a:pt x="5916" y="11826"/>
                </a:cubicBezTo>
                <a:cubicBezTo>
                  <a:pt x="0" y="15481"/>
                  <a:pt x="539" y="24197"/>
                  <a:pt x="4874" y="27639"/>
                </a:cubicBezTo>
                <a:cubicBezTo>
                  <a:pt x="7150" y="29445"/>
                  <a:pt x="9815" y="30330"/>
                  <a:pt x="12976" y="30330"/>
                </a:cubicBezTo>
                <a:cubicBezTo>
                  <a:pt x="15025" y="30330"/>
                  <a:pt x="17282" y="29958"/>
                  <a:pt x="19778" y="29225"/>
                </a:cubicBezTo>
                <a:cubicBezTo>
                  <a:pt x="26123" y="27360"/>
                  <a:pt x="30656" y="26268"/>
                  <a:pt x="34763" y="20412"/>
                </a:cubicBezTo>
                <a:cubicBezTo>
                  <a:pt x="38869" y="14558"/>
                  <a:pt x="35544" y="6859"/>
                  <a:pt x="30907" y="2368"/>
                </a:cubicBezTo>
                <a:cubicBezTo>
                  <a:pt x="30907" y="2368"/>
                  <a:pt x="28215" y="1"/>
                  <a:pt x="24297" y="1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6" name="Google Shape;1636;p58"/>
          <p:cNvSpPr/>
          <p:nvPr/>
        </p:nvSpPr>
        <p:spPr>
          <a:xfrm rot="-460623">
            <a:off x="-1793263" y="-1517085"/>
            <a:ext cx="4087061" cy="3304707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7" name="Google Shape;1637;p58"/>
          <p:cNvSpPr/>
          <p:nvPr/>
        </p:nvSpPr>
        <p:spPr>
          <a:xfrm rot="4592047">
            <a:off x="7797256" y="593203"/>
            <a:ext cx="1475158" cy="1192809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638" name="Shape 1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9" name="Google Shape;1639;p59"/>
          <p:cNvSpPr txBox="1"/>
          <p:nvPr>
            <p:ph type="title"/>
          </p:nvPr>
        </p:nvSpPr>
        <p:spPr>
          <a:xfrm>
            <a:off x="720000" y="4014450"/>
            <a:ext cx="7704000" cy="572700"/>
          </a:xfrm>
          <a:prstGeom prst="rect">
            <a:avLst/>
          </a:prstGeom>
          <a:solidFill>
            <a:schemeClr val="accent2"/>
          </a:solidFill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640" name="Shape 1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1" name="Google Shape;1641;p60"/>
          <p:cNvSpPr txBox="1"/>
          <p:nvPr>
            <p:ph hasCustomPrompt="1" type="title"/>
          </p:nvPr>
        </p:nvSpPr>
        <p:spPr>
          <a:xfrm>
            <a:off x="713225" y="1477363"/>
            <a:ext cx="6576000" cy="1526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6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1642" name="Google Shape;1642;p60"/>
          <p:cNvSpPr txBox="1"/>
          <p:nvPr>
            <p:ph idx="1" type="subTitle"/>
          </p:nvPr>
        </p:nvSpPr>
        <p:spPr>
          <a:xfrm>
            <a:off x="713225" y="3169038"/>
            <a:ext cx="6576000" cy="49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43" name="Google Shape;1643;p60"/>
          <p:cNvSpPr/>
          <p:nvPr/>
        </p:nvSpPr>
        <p:spPr>
          <a:xfrm flipH="1" rot="-1900174">
            <a:off x="-500059" y="-436065"/>
            <a:ext cx="1729608" cy="1398556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4" name="Google Shape;1644;p60"/>
          <p:cNvSpPr/>
          <p:nvPr/>
        </p:nvSpPr>
        <p:spPr>
          <a:xfrm flipH="1" rot="-3263452">
            <a:off x="5847147" y="3927927"/>
            <a:ext cx="2997856" cy="2576292"/>
          </a:xfrm>
          <a:custGeom>
            <a:rect b="b" l="l" r="r" t="t"/>
            <a:pathLst>
              <a:path extrusionOk="0" h="30330" w="38869">
                <a:moveTo>
                  <a:pt x="24297" y="1"/>
                </a:moveTo>
                <a:cubicBezTo>
                  <a:pt x="23576" y="1"/>
                  <a:pt x="22813" y="81"/>
                  <a:pt x="22018" y="271"/>
                </a:cubicBezTo>
                <a:cubicBezTo>
                  <a:pt x="16904" y="1494"/>
                  <a:pt x="14626" y="5778"/>
                  <a:pt x="11611" y="8671"/>
                </a:cubicBezTo>
                <a:cubicBezTo>
                  <a:pt x="10032" y="10186"/>
                  <a:pt x="7766" y="10684"/>
                  <a:pt x="5916" y="11826"/>
                </a:cubicBezTo>
                <a:cubicBezTo>
                  <a:pt x="0" y="15481"/>
                  <a:pt x="539" y="24197"/>
                  <a:pt x="4874" y="27639"/>
                </a:cubicBezTo>
                <a:cubicBezTo>
                  <a:pt x="7150" y="29445"/>
                  <a:pt x="9815" y="30330"/>
                  <a:pt x="12976" y="30330"/>
                </a:cubicBezTo>
                <a:cubicBezTo>
                  <a:pt x="15025" y="30330"/>
                  <a:pt x="17282" y="29958"/>
                  <a:pt x="19778" y="29225"/>
                </a:cubicBezTo>
                <a:cubicBezTo>
                  <a:pt x="26123" y="27360"/>
                  <a:pt x="30656" y="26268"/>
                  <a:pt x="34763" y="20412"/>
                </a:cubicBezTo>
                <a:cubicBezTo>
                  <a:pt x="38869" y="14558"/>
                  <a:pt x="35544" y="6859"/>
                  <a:pt x="30907" y="2368"/>
                </a:cubicBezTo>
                <a:cubicBezTo>
                  <a:pt x="30907" y="2368"/>
                  <a:pt x="28215" y="1"/>
                  <a:pt x="24297" y="1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5" name="Google Shape;1645;p60"/>
          <p:cNvSpPr/>
          <p:nvPr/>
        </p:nvSpPr>
        <p:spPr>
          <a:xfrm flipH="1" rot="460623">
            <a:off x="6387251" y="-1517085"/>
            <a:ext cx="4087061" cy="3304707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6" name="Google Shape;1646;p60"/>
          <p:cNvSpPr/>
          <p:nvPr/>
        </p:nvSpPr>
        <p:spPr>
          <a:xfrm flipH="1" rot="531593">
            <a:off x="-1222788" y="3829381"/>
            <a:ext cx="2902962" cy="2347327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647" name="Google Shape;1647;p60"/>
          <p:cNvGrpSpPr/>
          <p:nvPr/>
        </p:nvGrpSpPr>
        <p:grpSpPr>
          <a:xfrm>
            <a:off x="7441503" y="289852"/>
            <a:ext cx="1366913" cy="1382099"/>
            <a:chOff x="6568493" y="8"/>
            <a:chExt cx="1820608" cy="1840590"/>
          </a:xfrm>
        </p:grpSpPr>
        <p:sp>
          <p:nvSpPr>
            <p:cNvPr id="1648" name="Google Shape;1648;p60"/>
            <p:cNvSpPr/>
            <p:nvPr/>
          </p:nvSpPr>
          <p:spPr>
            <a:xfrm>
              <a:off x="6737915" y="169351"/>
              <a:ext cx="1651185" cy="1671247"/>
            </a:xfrm>
            <a:custGeom>
              <a:rect b="b" l="l" r="r" t="t"/>
              <a:pathLst>
                <a:path extrusionOk="0" h="1983676" w="1959864">
                  <a:moveTo>
                    <a:pt x="1868520" y="0"/>
                  </a:moveTo>
                  <a:lnTo>
                    <a:pt x="91345" y="0"/>
                  </a:lnTo>
                  <a:cubicBezTo>
                    <a:pt x="40958" y="0"/>
                    <a:pt x="0" y="40958"/>
                    <a:pt x="0" y="91345"/>
                  </a:cubicBezTo>
                  <a:lnTo>
                    <a:pt x="0" y="1892427"/>
                  </a:lnTo>
                  <a:cubicBezTo>
                    <a:pt x="0" y="1942814"/>
                    <a:pt x="40958" y="1983677"/>
                    <a:pt x="91345" y="1983677"/>
                  </a:cubicBezTo>
                  <a:lnTo>
                    <a:pt x="1868520" y="1983677"/>
                  </a:lnTo>
                  <a:cubicBezTo>
                    <a:pt x="1918906" y="1983677"/>
                    <a:pt x="1959864" y="1942814"/>
                    <a:pt x="1959864" y="1892427"/>
                  </a:cubicBezTo>
                  <a:lnTo>
                    <a:pt x="1959864" y="91345"/>
                  </a:lnTo>
                  <a:cubicBezTo>
                    <a:pt x="1959864" y="40958"/>
                    <a:pt x="1918906" y="0"/>
                    <a:pt x="186852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49" name="Google Shape;1649;p60"/>
            <p:cNvSpPr/>
            <p:nvPr/>
          </p:nvSpPr>
          <p:spPr>
            <a:xfrm>
              <a:off x="6653203" y="8"/>
              <a:ext cx="1651185" cy="1671247"/>
            </a:xfrm>
            <a:custGeom>
              <a:rect b="b" l="l" r="r" t="t"/>
              <a:pathLst>
                <a:path extrusionOk="0" h="1983676" w="1959864">
                  <a:moveTo>
                    <a:pt x="1868519" y="0"/>
                  </a:moveTo>
                  <a:lnTo>
                    <a:pt x="91345" y="0"/>
                  </a:lnTo>
                  <a:cubicBezTo>
                    <a:pt x="40958" y="0"/>
                    <a:pt x="0" y="40958"/>
                    <a:pt x="0" y="91345"/>
                  </a:cubicBezTo>
                  <a:lnTo>
                    <a:pt x="0" y="1892427"/>
                  </a:lnTo>
                  <a:cubicBezTo>
                    <a:pt x="0" y="1942814"/>
                    <a:pt x="40958" y="1983677"/>
                    <a:pt x="91345" y="1983677"/>
                  </a:cubicBezTo>
                  <a:lnTo>
                    <a:pt x="1868519" y="1983677"/>
                  </a:lnTo>
                  <a:cubicBezTo>
                    <a:pt x="1918907" y="1983677"/>
                    <a:pt x="1959865" y="1942814"/>
                    <a:pt x="1959865" y="1892427"/>
                  </a:cubicBezTo>
                  <a:lnTo>
                    <a:pt x="1959865" y="91345"/>
                  </a:lnTo>
                  <a:cubicBezTo>
                    <a:pt x="1959865" y="40958"/>
                    <a:pt x="1918907" y="0"/>
                    <a:pt x="186851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650" name="Google Shape;1650;p60"/>
            <p:cNvGrpSpPr/>
            <p:nvPr/>
          </p:nvGrpSpPr>
          <p:grpSpPr>
            <a:xfrm>
              <a:off x="6568493" y="84720"/>
              <a:ext cx="1649109" cy="1669065"/>
              <a:chOff x="8921020" y="472154"/>
              <a:chExt cx="1959958" cy="1983676"/>
            </a:xfrm>
          </p:grpSpPr>
          <p:sp>
            <p:nvSpPr>
              <p:cNvPr id="1651" name="Google Shape;1651;p60"/>
              <p:cNvSpPr/>
              <p:nvPr/>
            </p:nvSpPr>
            <p:spPr>
              <a:xfrm>
                <a:off x="8921114" y="472154"/>
                <a:ext cx="1959864" cy="1983676"/>
              </a:xfrm>
              <a:custGeom>
                <a:rect b="b" l="l" r="r" t="t"/>
                <a:pathLst>
                  <a:path extrusionOk="0" h="1983676" w="1959864">
                    <a:moveTo>
                      <a:pt x="1959864" y="91345"/>
                    </a:moveTo>
                    <a:lnTo>
                      <a:pt x="1959864" y="1892427"/>
                    </a:lnTo>
                    <a:cubicBezTo>
                      <a:pt x="1959864" y="1942814"/>
                      <a:pt x="1918907" y="1983677"/>
                      <a:pt x="1868520" y="1983677"/>
                    </a:cubicBezTo>
                    <a:lnTo>
                      <a:pt x="91345" y="1983677"/>
                    </a:lnTo>
                    <a:cubicBezTo>
                      <a:pt x="40958" y="1983677"/>
                      <a:pt x="0" y="1942814"/>
                      <a:pt x="0" y="1892427"/>
                    </a:cubicBezTo>
                    <a:lnTo>
                      <a:pt x="0" y="91345"/>
                    </a:lnTo>
                    <a:cubicBezTo>
                      <a:pt x="0" y="40958"/>
                      <a:pt x="40958" y="0"/>
                      <a:pt x="91345" y="0"/>
                    </a:cubicBezTo>
                    <a:lnTo>
                      <a:pt x="1868520" y="0"/>
                    </a:lnTo>
                    <a:cubicBezTo>
                      <a:pt x="1918907" y="0"/>
                      <a:pt x="1959864" y="40958"/>
                      <a:pt x="1959864" y="91345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52" name="Google Shape;1652;p60"/>
              <p:cNvSpPr/>
              <p:nvPr/>
            </p:nvSpPr>
            <p:spPr>
              <a:xfrm>
                <a:off x="8921020" y="472154"/>
                <a:ext cx="1959958" cy="172307"/>
              </a:xfrm>
              <a:custGeom>
                <a:rect b="b" l="l" r="r" t="t"/>
                <a:pathLst>
                  <a:path extrusionOk="0" h="172307" w="1959958">
                    <a:moveTo>
                      <a:pt x="1959959" y="91345"/>
                    </a:moveTo>
                    <a:lnTo>
                      <a:pt x="1959959" y="172307"/>
                    </a:lnTo>
                    <a:lnTo>
                      <a:pt x="0" y="172307"/>
                    </a:lnTo>
                    <a:lnTo>
                      <a:pt x="0" y="91345"/>
                    </a:lnTo>
                    <a:cubicBezTo>
                      <a:pt x="0" y="40958"/>
                      <a:pt x="40957" y="0"/>
                      <a:pt x="91344" y="0"/>
                    </a:cubicBezTo>
                    <a:lnTo>
                      <a:pt x="1868519" y="0"/>
                    </a:lnTo>
                    <a:cubicBezTo>
                      <a:pt x="1918906" y="0"/>
                      <a:pt x="1959864" y="40958"/>
                      <a:pt x="1959864" y="91345"/>
                    </a:cubicBezTo>
                    <a:close/>
                  </a:path>
                </a:pathLst>
              </a:custGeom>
              <a:solidFill>
                <a:srgbClr val="000000">
                  <a:alpha val="10060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653" name="Google Shape;1653;p60"/>
              <p:cNvGrpSpPr/>
              <p:nvPr/>
            </p:nvGrpSpPr>
            <p:grpSpPr>
              <a:xfrm>
                <a:off x="9011888" y="537781"/>
                <a:ext cx="255174" cy="64389"/>
                <a:chOff x="9011888" y="537781"/>
                <a:chExt cx="255174" cy="64389"/>
              </a:xfrm>
            </p:grpSpPr>
            <p:sp>
              <p:nvSpPr>
                <p:cNvPr id="1654" name="Google Shape;1654;p60"/>
                <p:cNvSpPr/>
                <p:nvPr/>
              </p:nvSpPr>
              <p:spPr>
                <a:xfrm>
                  <a:off x="9202673" y="537781"/>
                  <a:ext cx="64389" cy="64389"/>
                </a:xfrm>
                <a:custGeom>
                  <a:rect b="b" l="l" r="r" t="t"/>
                  <a:pathLst>
                    <a:path extrusionOk="0" h="64389" w="64389">
                      <a:moveTo>
                        <a:pt x="64389" y="32195"/>
                      </a:moveTo>
                      <a:cubicBezTo>
                        <a:pt x="64389" y="50006"/>
                        <a:pt x="50006" y="64389"/>
                        <a:pt x="32195" y="64389"/>
                      </a:cubicBezTo>
                      <a:cubicBezTo>
                        <a:pt x="14383" y="64389"/>
                        <a:pt x="0" y="50006"/>
                        <a:pt x="0" y="32195"/>
                      </a:cubicBezTo>
                      <a:cubicBezTo>
                        <a:pt x="0" y="14383"/>
                        <a:pt x="14383" y="0"/>
                        <a:pt x="32195" y="0"/>
                      </a:cubicBezTo>
                      <a:cubicBezTo>
                        <a:pt x="50006" y="0"/>
                        <a:pt x="64389" y="14383"/>
                        <a:pt x="64389" y="32195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55" name="Google Shape;1655;p60"/>
                <p:cNvSpPr/>
                <p:nvPr/>
              </p:nvSpPr>
              <p:spPr>
                <a:xfrm>
                  <a:off x="9107233" y="537781"/>
                  <a:ext cx="64389" cy="64389"/>
                </a:xfrm>
                <a:custGeom>
                  <a:rect b="b" l="l" r="r" t="t"/>
                  <a:pathLst>
                    <a:path extrusionOk="0" h="64389" w="64389">
                      <a:moveTo>
                        <a:pt x="64389" y="32195"/>
                      </a:moveTo>
                      <a:cubicBezTo>
                        <a:pt x="64389" y="50006"/>
                        <a:pt x="50006" y="64389"/>
                        <a:pt x="32195" y="64389"/>
                      </a:cubicBezTo>
                      <a:cubicBezTo>
                        <a:pt x="14383" y="64389"/>
                        <a:pt x="0" y="50006"/>
                        <a:pt x="0" y="32195"/>
                      </a:cubicBezTo>
                      <a:cubicBezTo>
                        <a:pt x="0" y="14383"/>
                        <a:pt x="14383" y="0"/>
                        <a:pt x="32195" y="0"/>
                      </a:cubicBezTo>
                      <a:cubicBezTo>
                        <a:pt x="50006" y="0"/>
                        <a:pt x="64389" y="14383"/>
                        <a:pt x="64389" y="32195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56" name="Google Shape;1656;p60"/>
                <p:cNvSpPr/>
                <p:nvPr/>
              </p:nvSpPr>
              <p:spPr>
                <a:xfrm>
                  <a:off x="9011888" y="537781"/>
                  <a:ext cx="64389" cy="64389"/>
                </a:xfrm>
                <a:custGeom>
                  <a:rect b="b" l="l" r="r" t="t"/>
                  <a:pathLst>
                    <a:path extrusionOk="0" h="64389" w="64389">
                      <a:moveTo>
                        <a:pt x="64389" y="32195"/>
                      </a:moveTo>
                      <a:cubicBezTo>
                        <a:pt x="64389" y="50006"/>
                        <a:pt x="50006" y="64389"/>
                        <a:pt x="32195" y="64389"/>
                      </a:cubicBezTo>
                      <a:cubicBezTo>
                        <a:pt x="14383" y="64389"/>
                        <a:pt x="0" y="50006"/>
                        <a:pt x="0" y="32195"/>
                      </a:cubicBezTo>
                      <a:cubicBezTo>
                        <a:pt x="0" y="14383"/>
                        <a:pt x="14383" y="0"/>
                        <a:pt x="32195" y="0"/>
                      </a:cubicBezTo>
                      <a:cubicBezTo>
                        <a:pt x="50006" y="0"/>
                        <a:pt x="64389" y="14383"/>
                        <a:pt x="64389" y="32195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657" name="Google Shape;1657;p60"/>
            <p:cNvGrpSpPr/>
            <p:nvPr/>
          </p:nvGrpSpPr>
          <p:grpSpPr>
            <a:xfrm>
              <a:off x="6795939" y="406335"/>
              <a:ext cx="1194216" cy="1228757"/>
              <a:chOff x="9191339" y="854392"/>
              <a:chExt cx="1419320" cy="1460372"/>
            </a:xfrm>
          </p:grpSpPr>
          <p:grpSp>
            <p:nvGrpSpPr>
              <p:cNvPr id="1658" name="Google Shape;1658;p60"/>
              <p:cNvGrpSpPr/>
              <p:nvPr/>
            </p:nvGrpSpPr>
            <p:grpSpPr>
              <a:xfrm>
                <a:off x="9191339" y="1884045"/>
                <a:ext cx="604932" cy="420243"/>
                <a:chOff x="9191339" y="1884045"/>
                <a:chExt cx="604932" cy="420243"/>
              </a:xfrm>
            </p:grpSpPr>
            <p:sp>
              <p:nvSpPr>
                <p:cNvPr id="1659" name="Google Shape;1659;p60"/>
                <p:cNvSpPr/>
                <p:nvPr/>
              </p:nvSpPr>
              <p:spPr>
                <a:xfrm>
                  <a:off x="9191339" y="1884045"/>
                  <a:ext cx="237077" cy="52959"/>
                </a:xfrm>
                <a:custGeom>
                  <a:rect b="b" l="l" r="r" t="t"/>
                  <a:pathLst>
                    <a:path extrusionOk="0" h="52959" w="237077">
                      <a:moveTo>
                        <a:pt x="0" y="0"/>
                      </a:moveTo>
                      <a:lnTo>
                        <a:pt x="237077" y="0"/>
                      </a:lnTo>
                      <a:lnTo>
                        <a:pt x="237077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60" name="Google Shape;1660;p60"/>
                <p:cNvSpPr/>
                <p:nvPr/>
              </p:nvSpPr>
              <p:spPr>
                <a:xfrm>
                  <a:off x="9449466" y="1884045"/>
                  <a:ext cx="182498" cy="52959"/>
                </a:xfrm>
                <a:custGeom>
                  <a:rect b="b" l="l" r="r" t="t"/>
                  <a:pathLst>
                    <a:path extrusionOk="0" h="52959" w="182498">
                      <a:moveTo>
                        <a:pt x="0" y="0"/>
                      </a:moveTo>
                      <a:lnTo>
                        <a:pt x="182499" y="0"/>
                      </a:lnTo>
                      <a:lnTo>
                        <a:pt x="182499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61" name="Google Shape;1661;p60"/>
                <p:cNvSpPr/>
                <p:nvPr/>
              </p:nvSpPr>
              <p:spPr>
                <a:xfrm>
                  <a:off x="9651396" y="1884045"/>
                  <a:ext cx="144875" cy="52959"/>
                </a:xfrm>
                <a:custGeom>
                  <a:rect b="b" l="l" r="r" t="t"/>
                  <a:pathLst>
                    <a:path extrusionOk="0" h="52959" w="144875">
                      <a:moveTo>
                        <a:pt x="0" y="0"/>
                      </a:moveTo>
                      <a:lnTo>
                        <a:pt x="144876" y="0"/>
                      </a:lnTo>
                      <a:lnTo>
                        <a:pt x="144876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62" name="Google Shape;1662;p60"/>
                <p:cNvSpPr/>
                <p:nvPr/>
              </p:nvSpPr>
              <p:spPr>
                <a:xfrm>
                  <a:off x="9308306" y="2006536"/>
                  <a:ext cx="487965" cy="52959"/>
                </a:xfrm>
                <a:custGeom>
                  <a:rect b="b" l="l" r="r" t="t"/>
                  <a:pathLst>
                    <a:path extrusionOk="0" h="52959" w="487965">
                      <a:moveTo>
                        <a:pt x="0" y="0"/>
                      </a:moveTo>
                      <a:lnTo>
                        <a:pt x="487966" y="0"/>
                      </a:lnTo>
                      <a:lnTo>
                        <a:pt x="487966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63" name="Google Shape;1663;p60"/>
                <p:cNvSpPr/>
                <p:nvPr/>
              </p:nvSpPr>
              <p:spPr>
                <a:xfrm>
                  <a:off x="9191339" y="2006536"/>
                  <a:ext cx="89630" cy="52959"/>
                </a:xfrm>
                <a:custGeom>
                  <a:rect b="b" l="l" r="r" t="t"/>
                  <a:pathLst>
                    <a:path extrusionOk="0" h="52959" w="89630">
                      <a:moveTo>
                        <a:pt x="0" y="0"/>
                      </a:moveTo>
                      <a:lnTo>
                        <a:pt x="89630" y="0"/>
                      </a:lnTo>
                      <a:lnTo>
                        <a:pt x="89630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64" name="Google Shape;1664;p60"/>
                <p:cNvSpPr/>
                <p:nvPr/>
              </p:nvSpPr>
              <p:spPr>
                <a:xfrm>
                  <a:off x="9460325" y="2128932"/>
                  <a:ext cx="230790" cy="52959"/>
                </a:xfrm>
                <a:custGeom>
                  <a:rect b="b" l="l" r="r" t="t"/>
                  <a:pathLst>
                    <a:path extrusionOk="0" h="52959" w="230790">
                      <a:moveTo>
                        <a:pt x="0" y="0"/>
                      </a:moveTo>
                      <a:lnTo>
                        <a:pt x="230791" y="0"/>
                      </a:lnTo>
                      <a:lnTo>
                        <a:pt x="230791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65" name="Google Shape;1665;p60"/>
                <p:cNvSpPr/>
                <p:nvPr/>
              </p:nvSpPr>
              <p:spPr>
                <a:xfrm>
                  <a:off x="9713023" y="2128932"/>
                  <a:ext cx="83248" cy="52959"/>
                </a:xfrm>
                <a:custGeom>
                  <a:rect b="b" l="l" r="r" t="t"/>
                  <a:pathLst>
                    <a:path extrusionOk="0" h="52959" w="83248">
                      <a:moveTo>
                        <a:pt x="0" y="0"/>
                      </a:moveTo>
                      <a:lnTo>
                        <a:pt x="83248" y="0"/>
                      </a:lnTo>
                      <a:lnTo>
                        <a:pt x="83248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66" name="Google Shape;1666;p60"/>
                <p:cNvSpPr/>
                <p:nvPr/>
              </p:nvSpPr>
              <p:spPr>
                <a:xfrm>
                  <a:off x="9191339" y="2128932"/>
                  <a:ext cx="247935" cy="52959"/>
                </a:xfrm>
                <a:custGeom>
                  <a:rect b="b" l="l" r="r" t="t"/>
                  <a:pathLst>
                    <a:path extrusionOk="0" h="52959" w="247935">
                      <a:moveTo>
                        <a:pt x="0" y="0"/>
                      </a:moveTo>
                      <a:lnTo>
                        <a:pt x="247936" y="0"/>
                      </a:lnTo>
                      <a:lnTo>
                        <a:pt x="247936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67" name="Google Shape;1667;p60"/>
                <p:cNvSpPr/>
                <p:nvPr/>
              </p:nvSpPr>
              <p:spPr>
                <a:xfrm>
                  <a:off x="9365170" y="2251329"/>
                  <a:ext cx="200977" cy="52959"/>
                </a:xfrm>
                <a:custGeom>
                  <a:rect b="b" l="l" r="r" t="t"/>
                  <a:pathLst>
                    <a:path extrusionOk="0" h="52959" w="200977">
                      <a:moveTo>
                        <a:pt x="0" y="0"/>
                      </a:moveTo>
                      <a:lnTo>
                        <a:pt x="200977" y="0"/>
                      </a:lnTo>
                      <a:lnTo>
                        <a:pt x="200977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68" name="Google Shape;1668;p60"/>
                <p:cNvSpPr/>
                <p:nvPr/>
              </p:nvSpPr>
              <p:spPr>
                <a:xfrm>
                  <a:off x="9191339" y="2251329"/>
                  <a:ext cx="151256" cy="52959"/>
                </a:xfrm>
                <a:custGeom>
                  <a:rect b="b" l="l" r="r" t="t"/>
                  <a:pathLst>
                    <a:path extrusionOk="0" h="52959" w="151256">
                      <a:moveTo>
                        <a:pt x="0" y="0"/>
                      </a:moveTo>
                      <a:lnTo>
                        <a:pt x="151257" y="0"/>
                      </a:lnTo>
                      <a:lnTo>
                        <a:pt x="151257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669" name="Google Shape;1669;p60"/>
              <p:cNvGrpSpPr/>
              <p:nvPr/>
            </p:nvGrpSpPr>
            <p:grpSpPr>
              <a:xfrm>
                <a:off x="10004774" y="854392"/>
                <a:ext cx="604932" cy="420243"/>
                <a:chOff x="10004774" y="854392"/>
                <a:chExt cx="604932" cy="420243"/>
              </a:xfrm>
            </p:grpSpPr>
            <p:sp>
              <p:nvSpPr>
                <p:cNvPr id="1670" name="Google Shape;1670;p60"/>
                <p:cNvSpPr/>
                <p:nvPr/>
              </p:nvSpPr>
              <p:spPr>
                <a:xfrm>
                  <a:off x="10004774" y="854392"/>
                  <a:ext cx="237077" cy="52959"/>
                </a:xfrm>
                <a:custGeom>
                  <a:rect b="b" l="l" r="r" t="t"/>
                  <a:pathLst>
                    <a:path extrusionOk="0" h="52959" w="237077">
                      <a:moveTo>
                        <a:pt x="0" y="0"/>
                      </a:moveTo>
                      <a:lnTo>
                        <a:pt x="237077" y="0"/>
                      </a:lnTo>
                      <a:lnTo>
                        <a:pt x="237077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71" name="Google Shape;1671;p60"/>
                <p:cNvSpPr/>
                <p:nvPr/>
              </p:nvSpPr>
              <p:spPr>
                <a:xfrm>
                  <a:off x="10262901" y="854392"/>
                  <a:ext cx="182498" cy="52959"/>
                </a:xfrm>
                <a:custGeom>
                  <a:rect b="b" l="l" r="r" t="t"/>
                  <a:pathLst>
                    <a:path extrusionOk="0" h="52959" w="182498">
                      <a:moveTo>
                        <a:pt x="0" y="0"/>
                      </a:moveTo>
                      <a:lnTo>
                        <a:pt x="182498" y="0"/>
                      </a:lnTo>
                      <a:lnTo>
                        <a:pt x="182498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72" name="Google Shape;1672;p60"/>
                <p:cNvSpPr/>
                <p:nvPr/>
              </p:nvSpPr>
              <p:spPr>
                <a:xfrm>
                  <a:off x="10464831" y="854392"/>
                  <a:ext cx="144875" cy="52959"/>
                </a:xfrm>
                <a:custGeom>
                  <a:rect b="b" l="l" r="r" t="t"/>
                  <a:pathLst>
                    <a:path extrusionOk="0" h="52959" w="144875">
                      <a:moveTo>
                        <a:pt x="0" y="0"/>
                      </a:moveTo>
                      <a:lnTo>
                        <a:pt x="144875" y="0"/>
                      </a:lnTo>
                      <a:lnTo>
                        <a:pt x="144875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73" name="Google Shape;1673;p60"/>
                <p:cNvSpPr/>
                <p:nvPr/>
              </p:nvSpPr>
              <p:spPr>
                <a:xfrm>
                  <a:off x="10121741" y="976788"/>
                  <a:ext cx="487965" cy="52959"/>
                </a:xfrm>
                <a:custGeom>
                  <a:rect b="b" l="l" r="r" t="t"/>
                  <a:pathLst>
                    <a:path extrusionOk="0" h="52959" w="487965">
                      <a:moveTo>
                        <a:pt x="0" y="0"/>
                      </a:moveTo>
                      <a:lnTo>
                        <a:pt x="487966" y="0"/>
                      </a:lnTo>
                      <a:lnTo>
                        <a:pt x="487966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74" name="Google Shape;1674;p60"/>
                <p:cNvSpPr/>
                <p:nvPr/>
              </p:nvSpPr>
              <p:spPr>
                <a:xfrm>
                  <a:off x="10004774" y="976788"/>
                  <a:ext cx="89630" cy="52959"/>
                </a:xfrm>
                <a:custGeom>
                  <a:rect b="b" l="l" r="r" t="t"/>
                  <a:pathLst>
                    <a:path extrusionOk="0" h="52959" w="89630">
                      <a:moveTo>
                        <a:pt x="0" y="0"/>
                      </a:moveTo>
                      <a:lnTo>
                        <a:pt x="89630" y="0"/>
                      </a:lnTo>
                      <a:lnTo>
                        <a:pt x="89630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75" name="Google Shape;1675;p60"/>
                <p:cNvSpPr/>
                <p:nvPr/>
              </p:nvSpPr>
              <p:spPr>
                <a:xfrm>
                  <a:off x="10273760" y="1099280"/>
                  <a:ext cx="230790" cy="52959"/>
                </a:xfrm>
                <a:custGeom>
                  <a:rect b="b" l="l" r="r" t="t"/>
                  <a:pathLst>
                    <a:path extrusionOk="0" h="52959" w="230790">
                      <a:moveTo>
                        <a:pt x="0" y="0"/>
                      </a:moveTo>
                      <a:lnTo>
                        <a:pt x="230790" y="0"/>
                      </a:lnTo>
                      <a:lnTo>
                        <a:pt x="230790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76" name="Google Shape;1676;p60"/>
                <p:cNvSpPr/>
                <p:nvPr/>
              </p:nvSpPr>
              <p:spPr>
                <a:xfrm>
                  <a:off x="10526458" y="1099280"/>
                  <a:ext cx="83248" cy="52959"/>
                </a:xfrm>
                <a:custGeom>
                  <a:rect b="b" l="l" r="r" t="t"/>
                  <a:pathLst>
                    <a:path extrusionOk="0" h="52959" w="83248">
                      <a:moveTo>
                        <a:pt x="0" y="0"/>
                      </a:moveTo>
                      <a:lnTo>
                        <a:pt x="83249" y="0"/>
                      </a:lnTo>
                      <a:lnTo>
                        <a:pt x="83249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77" name="Google Shape;1677;p60"/>
                <p:cNvSpPr/>
                <p:nvPr/>
              </p:nvSpPr>
              <p:spPr>
                <a:xfrm>
                  <a:off x="10004774" y="1099280"/>
                  <a:ext cx="247935" cy="52959"/>
                </a:xfrm>
                <a:custGeom>
                  <a:rect b="b" l="l" r="r" t="t"/>
                  <a:pathLst>
                    <a:path extrusionOk="0" h="52959" w="247935">
                      <a:moveTo>
                        <a:pt x="0" y="0"/>
                      </a:moveTo>
                      <a:lnTo>
                        <a:pt x="247936" y="0"/>
                      </a:lnTo>
                      <a:lnTo>
                        <a:pt x="247936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78" name="Google Shape;1678;p60"/>
                <p:cNvSpPr/>
                <p:nvPr/>
              </p:nvSpPr>
              <p:spPr>
                <a:xfrm>
                  <a:off x="10178700" y="1221676"/>
                  <a:ext cx="200977" cy="52959"/>
                </a:xfrm>
                <a:custGeom>
                  <a:rect b="b" l="l" r="r" t="t"/>
                  <a:pathLst>
                    <a:path extrusionOk="0" h="52959" w="200977">
                      <a:moveTo>
                        <a:pt x="0" y="0"/>
                      </a:moveTo>
                      <a:lnTo>
                        <a:pt x="200977" y="0"/>
                      </a:lnTo>
                      <a:lnTo>
                        <a:pt x="200977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79" name="Google Shape;1679;p60"/>
                <p:cNvSpPr/>
                <p:nvPr/>
              </p:nvSpPr>
              <p:spPr>
                <a:xfrm>
                  <a:off x="10004774" y="1221676"/>
                  <a:ext cx="151256" cy="52959"/>
                </a:xfrm>
                <a:custGeom>
                  <a:rect b="b" l="l" r="r" t="t"/>
                  <a:pathLst>
                    <a:path extrusionOk="0" h="52959" w="151256">
                      <a:moveTo>
                        <a:pt x="0" y="0"/>
                      </a:moveTo>
                      <a:lnTo>
                        <a:pt x="151257" y="0"/>
                      </a:lnTo>
                      <a:lnTo>
                        <a:pt x="151257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680" name="Google Shape;1680;p60"/>
              <p:cNvGrpSpPr/>
              <p:nvPr/>
            </p:nvGrpSpPr>
            <p:grpSpPr>
              <a:xfrm>
                <a:off x="10004774" y="1374362"/>
                <a:ext cx="604932" cy="303466"/>
                <a:chOff x="10004774" y="1374362"/>
                <a:chExt cx="604932" cy="303466"/>
              </a:xfrm>
            </p:grpSpPr>
            <p:sp>
              <p:nvSpPr>
                <p:cNvPr id="1681" name="Google Shape;1681;p60"/>
                <p:cNvSpPr/>
                <p:nvPr/>
              </p:nvSpPr>
              <p:spPr>
                <a:xfrm>
                  <a:off x="10004774" y="1374362"/>
                  <a:ext cx="237077" cy="52959"/>
                </a:xfrm>
                <a:custGeom>
                  <a:rect b="b" l="l" r="r" t="t"/>
                  <a:pathLst>
                    <a:path extrusionOk="0" h="52959" w="237077">
                      <a:moveTo>
                        <a:pt x="0" y="0"/>
                      </a:moveTo>
                      <a:lnTo>
                        <a:pt x="237077" y="0"/>
                      </a:lnTo>
                      <a:lnTo>
                        <a:pt x="237077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82" name="Google Shape;1682;p60"/>
                <p:cNvSpPr/>
                <p:nvPr/>
              </p:nvSpPr>
              <p:spPr>
                <a:xfrm>
                  <a:off x="10262901" y="1374362"/>
                  <a:ext cx="182498" cy="52959"/>
                </a:xfrm>
                <a:custGeom>
                  <a:rect b="b" l="l" r="r" t="t"/>
                  <a:pathLst>
                    <a:path extrusionOk="0" h="52959" w="182498">
                      <a:moveTo>
                        <a:pt x="0" y="0"/>
                      </a:moveTo>
                      <a:lnTo>
                        <a:pt x="182498" y="0"/>
                      </a:lnTo>
                      <a:lnTo>
                        <a:pt x="182498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83" name="Google Shape;1683;p60"/>
                <p:cNvSpPr/>
                <p:nvPr/>
              </p:nvSpPr>
              <p:spPr>
                <a:xfrm>
                  <a:off x="10464831" y="1374362"/>
                  <a:ext cx="144875" cy="52959"/>
                </a:xfrm>
                <a:custGeom>
                  <a:rect b="b" l="l" r="r" t="t"/>
                  <a:pathLst>
                    <a:path extrusionOk="0" h="52959" w="144875">
                      <a:moveTo>
                        <a:pt x="0" y="0"/>
                      </a:moveTo>
                      <a:lnTo>
                        <a:pt x="144875" y="0"/>
                      </a:lnTo>
                      <a:lnTo>
                        <a:pt x="144875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84" name="Google Shape;1684;p60"/>
                <p:cNvSpPr/>
                <p:nvPr/>
              </p:nvSpPr>
              <p:spPr>
                <a:xfrm>
                  <a:off x="10273760" y="1502378"/>
                  <a:ext cx="230790" cy="52959"/>
                </a:xfrm>
                <a:custGeom>
                  <a:rect b="b" l="l" r="r" t="t"/>
                  <a:pathLst>
                    <a:path extrusionOk="0" h="52959" w="230790">
                      <a:moveTo>
                        <a:pt x="0" y="0"/>
                      </a:moveTo>
                      <a:lnTo>
                        <a:pt x="230790" y="0"/>
                      </a:lnTo>
                      <a:lnTo>
                        <a:pt x="230790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85" name="Google Shape;1685;p60"/>
                <p:cNvSpPr/>
                <p:nvPr/>
              </p:nvSpPr>
              <p:spPr>
                <a:xfrm>
                  <a:off x="10526458" y="1502378"/>
                  <a:ext cx="83248" cy="52959"/>
                </a:xfrm>
                <a:custGeom>
                  <a:rect b="b" l="l" r="r" t="t"/>
                  <a:pathLst>
                    <a:path extrusionOk="0" h="52959" w="83248">
                      <a:moveTo>
                        <a:pt x="0" y="0"/>
                      </a:moveTo>
                      <a:lnTo>
                        <a:pt x="83249" y="0"/>
                      </a:lnTo>
                      <a:lnTo>
                        <a:pt x="83249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86" name="Google Shape;1686;p60"/>
                <p:cNvSpPr/>
                <p:nvPr/>
              </p:nvSpPr>
              <p:spPr>
                <a:xfrm>
                  <a:off x="10004774" y="1502378"/>
                  <a:ext cx="247935" cy="52959"/>
                </a:xfrm>
                <a:custGeom>
                  <a:rect b="b" l="l" r="r" t="t"/>
                  <a:pathLst>
                    <a:path extrusionOk="0" h="52959" w="247935">
                      <a:moveTo>
                        <a:pt x="0" y="0"/>
                      </a:moveTo>
                      <a:lnTo>
                        <a:pt x="247936" y="0"/>
                      </a:lnTo>
                      <a:lnTo>
                        <a:pt x="247936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87" name="Google Shape;1687;p60"/>
                <p:cNvSpPr/>
                <p:nvPr/>
              </p:nvSpPr>
              <p:spPr>
                <a:xfrm>
                  <a:off x="10178700" y="1624869"/>
                  <a:ext cx="200977" cy="52959"/>
                </a:xfrm>
                <a:custGeom>
                  <a:rect b="b" l="l" r="r" t="t"/>
                  <a:pathLst>
                    <a:path extrusionOk="0" h="52959" w="200977">
                      <a:moveTo>
                        <a:pt x="0" y="0"/>
                      </a:moveTo>
                      <a:lnTo>
                        <a:pt x="200977" y="0"/>
                      </a:lnTo>
                      <a:lnTo>
                        <a:pt x="200977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88" name="Google Shape;1688;p60"/>
                <p:cNvSpPr/>
                <p:nvPr/>
              </p:nvSpPr>
              <p:spPr>
                <a:xfrm>
                  <a:off x="10004774" y="1624869"/>
                  <a:ext cx="151256" cy="52959"/>
                </a:xfrm>
                <a:custGeom>
                  <a:rect b="b" l="l" r="r" t="t"/>
                  <a:pathLst>
                    <a:path extrusionOk="0" h="52959" w="151256">
                      <a:moveTo>
                        <a:pt x="0" y="0"/>
                      </a:moveTo>
                      <a:lnTo>
                        <a:pt x="151257" y="0"/>
                      </a:lnTo>
                      <a:lnTo>
                        <a:pt x="151257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1689" name="Google Shape;1689;p60"/>
              <p:cNvSpPr/>
              <p:nvPr/>
            </p:nvSpPr>
            <p:spPr>
              <a:xfrm>
                <a:off x="10004774" y="1875948"/>
                <a:ext cx="605885" cy="438816"/>
              </a:xfrm>
              <a:custGeom>
                <a:rect b="b" l="l" r="r" t="t"/>
                <a:pathLst>
                  <a:path extrusionOk="0" h="438816" w="605885">
                    <a:moveTo>
                      <a:pt x="572167" y="0"/>
                    </a:moveTo>
                    <a:cubicBezTo>
                      <a:pt x="590789" y="0"/>
                      <a:pt x="605885" y="15096"/>
                      <a:pt x="605885" y="33718"/>
                    </a:cubicBezTo>
                    <a:lnTo>
                      <a:pt x="605885" y="405098"/>
                    </a:lnTo>
                    <a:cubicBezTo>
                      <a:pt x="605885" y="423720"/>
                      <a:pt x="590789" y="438817"/>
                      <a:pt x="572167" y="438817"/>
                    </a:cubicBezTo>
                    <a:lnTo>
                      <a:pt x="33718" y="438817"/>
                    </a:lnTo>
                    <a:cubicBezTo>
                      <a:pt x="15096" y="438817"/>
                      <a:pt x="0" y="423720"/>
                      <a:pt x="0" y="405098"/>
                    </a:cubicBezTo>
                    <a:lnTo>
                      <a:pt x="0" y="33718"/>
                    </a:lnTo>
                    <a:cubicBezTo>
                      <a:pt x="0" y="15096"/>
                      <a:pt x="15096" y="0"/>
                      <a:pt x="33718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90" name="Google Shape;1690;p60"/>
              <p:cNvSpPr/>
              <p:nvPr/>
            </p:nvSpPr>
            <p:spPr>
              <a:xfrm>
                <a:off x="9191339" y="860202"/>
                <a:ext cx="605885" cy="815149"/>
              </a:xfrm>
              <a:custGeom>
                <a:rect b="b" l="l" r="r" t="t"/>
                <a:pathLst>
                  <a:path extrusionOk="0" h="815149" w="605885">
                    <a:moveTo>
                      <a:pt x="554260" y="0"/>
                    </a:moveTo>
                    <a:cubicBezTo>
                      <a:pt x="582772" y="0"/>
                      <a:pt x="605885" y="23114"/>
                      <a:pt x="605885" y="51625"/>
                    </a:cubicBezTo>
                    <a:lnTo>
                      <a:pt x="605885" y="763524"/>
                    </a:lnTo>
                    <a:cubicBezTo>
                      <a:pt x="605885" y="792036"/>
                      <a:pt x="582771" y="815150"/>
                      <a:pt x="554260" y="815150"/>
                    </a:cubicBezTo>
                    <a:lnTo>
                      <a:pt x="51625" y="815150"/>
                    </a:lnTo>
                    <a:cubicBezTo>
                      <a:pt x="23113" y="815150"/>
                      <a:pt x="0" y="792036"/>
                      <a:pt x="0" y="763524"/>
                    </a:cubicBezTo>
                    <a:lnTo>
                      <a:pt x="0" y="51625"/>
                    </a:lnTo>
                    <a:cubicBezTo>
                      <a:pt x="0" y="23114"/>
                      <a:pt x="23113" y="0"/>
                      <a:pt x="5162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691" name="Google Shape;1691;p60"/>
            <p:cNvGrpSpPr/>
            <p:nvPr/>
          </p:nvGrpSpPr>
          <p:grpSpPr>
            <a:xfrm>
              <a:off x="6717319" y="354723"/>
              <a:ext cx="656533" cy="799751"/>
              <a:chOff x="9097899" y="793051"/>
              <a:chExt cx="780287" cy="950500"/>
            </a:xfrm>
          </p:grpSpPr>
          <p:grpSp>
            <p:nvGrpSpPr>
              <p:cNvPr id="1692" name="Google Shape;1692;p60"/>
              <p:cNvGrpSpPr/>
              <p:nvPr/>
            </p:nvGrpSpPr>
            <p:grpSpPr>
              <a:xfrm>
                <a:off x="9118758" y="814006"/>
                <a:ext cx="747999" cy="918020"/>
                <a:chOff x="9118758" y="814006"/>
                <a:chExt cx="747999" cy="918020"/>
              </a:xfrm>
            </p:grpSpPr>
            <p:sp>
              <p:nvSpPr>
                <p:cNvPr id="1693" name="Google Shape;1693;p60"/>
                <p:cNvSpPr/>
                <p:nvPr/>
              </p:nvSpPr>
              <p:spPr>
                <a:xfrm>
                  <a:off x="9131522" y="1722501"/>
                  <a:ext cx="700277" cy="9525"/>
                </a:xfrm>
                <a:custGeom>
                  <a:rect b="b" l="l" r="r" t="t"/>
                  <a:pathLst>
                    <a:path extrusionOk="0" h="9525" w="700277">
                      <a:moveTo>
                        <a:pt x="700278" y="0"/>
                      </a:moveTo>
                      <a:lnTo>
                        <a:pt x="0" y="0"/>
                      </a:lnTo>
                    </a:path>
                  </a:pathLst>
                </a:custGeom>
                <a:solidFill>
                  <a:schemeClr val="dk1"/>
                </a:solidFill>
                <a:ln cap="rnd" cmpd="sng" w="12750">
                  <a:solidFill>
                    <a:schemeClr val="dk1"/>
                  </a:solidFill>
                  <a:prstDash val="dashDot"/>
                  <a:miter lim="8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94" name="Google Shape;1694;p60"/>
                <p:cNvSpPr/>
                <p:nvPr/>
              </p:nvSpPr>
              <p:spPr>
                <a:xfrm>
                  <a:off x="9118758" y="826579"/>
                  <a:ext cx="9525" cy="870680"/>
                </a:xfrm>
                <a:custGeom>
                  <a:rect b="b" l="l" r="r" t="t"/>
                  <a:pathLst>
                    <a:path extrusionOk="0" h="870680" w="9525">
                      <a:moveTo>
                        <a:pt x="0" y="870680"/>
                      </a:moveTo>
                      <a:lnTo>
                        <a:pt x="0" y="0"/>
                      </a:lnTo>
                    </a:path>
                  </a:pathLst>
                </a:custGeom>
                <a:solidFill>
                  <a:schemeClr val="dk1"/>
                </a:solidFill>
                <a:ln cap="rnd" cmpd="sng" w="12750">
                  <a:solidFill>
                    <a:schemeClr val="dk1"/>
                  </a:solidFill>
                  <a:prstDash val="dashDot"/>
                  <a:miter lim="8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95" name="Google Shape;1695;p60"/>
                <p:cNvSpPr/>
                <p:nvPr/>
              </p:nvSpPr>
              <p:spPr>
                <a:xfrm>
                  <a:off x="9144285" y="814006"/>
                  <a:ext cx="700277" cy="9525"/>
                </a:xfrm>
                <a:custGeom>
                  <a:rect b="b" l="l" r="r" t="t"/>
                  <a:pathLst>
                    <a:path extrusionOk="0" h="9525" w="700277">
                      <a:moveTo>
                        <a:pt x="0" y="0"/>
                      </a:moveTo>
                      <a:lnTo>
                        <a:pt x="700278" y="0"/>
                      </a:lnTo>
                    </a:path>
                  </a:pathLst>
                </a:custGeom>
                <a:solidFill>
                  <a:schemeClr val="dk1"/>
                </a:solidFill>
                <a:ln cap="rnd" cmpd="sng" w="12750">
                  <a:solidFill>
                    <a:schemeClr val="dk1"/>
                  </a:solidFill>
                  <a:prstDash val="dashDot"/>
                  <a:miter lim="8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96" name="Google Shape;1696;p60"/>
                <p:cNvSpPr/>
                <p:nvPr/>
              </p:nvSpPr>
              <p:spPr>
                <a:xfrm>
                  <a:off x="9857232" y="839247"/>
                  <a:ext cx="9525" cy="870680"/>
                </a:xfrm>
                <a:custGeom>
                  <a:rect b="b" l="l" r="r" t="t"/>
                  <a:pathLst>
                    <a:path extrusionOk="0" h="870680" w="9525">
                      <a:moveTo>
                        <a:pt x="0" y="0"/>
                      </a:moveTo>
                      <a:lnTo>
                        <a:pt x="0" y="870680"/>
                      </a:lnTo>
                    </a:path>
                  </a:pathLst>
                </a:custGeom>
                <a:solidFill>
                  <a:schemeClr val="dk1"/>
                </a:solidFill>
                <a:ln cap="rnd" cmpd="sng" w="12750">
                  <a:solidFill>
                    <a:schemeClr val="dk1"/>
                  </a:solidFill>
                  <a:prstDash val="dashDot"/>
                  <a:miter lim="8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697" name="Google Shape;1697;p60"/>
              <p:cNvGrpSpPr/>
              <p:nvPr/>
            </p:nvGrpSpPr>
            <p:grpSpPr>
              <a:xfrm>
                <a:off x="9097899" y="793051"/>
                <a:ext cx="780287" cy="950500"/>
                <a:chOff x="9097899" y="793051"/>
                <a:chExt cx="780287" cy="950500"/>
              </a:xfrm>
            </p:grpSpPr>
            <p:grpSp>
              <p:nvGrpSpPr>
                <p:cNvPr id="1698" name="Google Shape;1698;p60"/>
                <p:cNvGrpSpPr/>
                <p:nvPr/>
              </p:nvGrpSpPr>
              <p:grpSpPr>
                <a:xfrm>
                  <a:off x="9097899" y="793051"/>
                  <a:ext cx="780287" cy="41909"/>
                  <a:chOff x="9097899" y="793051"/>
                  <a:chExt cx="780287" cy="41909"/>
                </a:xfrm>
              </p:grpSpPr>
              <p:sp>
                <p:nvSpPr>
                  <p:cNvPr id="1699" name="Google Shape;1699;p60"/>
                  <p:cNvSpPr/>
                  <p:nvPr/>
                </p:nvSpPr>
                <p:spPr>
                  <a:xfrm>
                    <a:off x="9097899" y="793051"/>
                    <a:ext cx="41909" cy="41909"/>
                  </a:xfrm>
                  <a:custGeom>
                    <a:rect b="b" l="l" r="r" t="t"/>
                    <a:pathLst>
                      <a:path extrusionOk="0" h="41909" w="41909">
                        <a:moveTo>
                          <a:pt x="0" y="0"/>
                        </a:moveTo>
                        <a:lnTo>
                          <a:pt x="41910" y="0"/>
                        </a:lnTo>
                        <a:lnTo>
                          <a:pt x="41910" y="41910"/>
                        </a:lnTo>
                        <a:lnTo>
                          <a:pt x="0" y="4191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700" name="Google Shape;1700;p60"/>
                  <p:cNvSpPr/>
                  <p:nvPr/>
                </p:nvSpPr>
                <p:spPr>
                  <a:xfrm>
                    <a:off x="9467088" y="793051"/>
                    <a:ext cx="41909" cy="41909"/>
                  </a:xfrm>
                  <a:custGeom>
                    <a:rect b="b" l="l" r="r" t="t"/>
                    <a:pathLst>
                      <a:path extrusionOk="0" h="41909" w="41909">
                        <a:moveTo>
                          <a:pt x="0" y="0"/>
                        </a:moveTo>
                        <a:lnTo>
                          <a:pt x="41910" y="0"/>
                        </a:lnTo>
                        <a:lnTo>
                          <a:pt x="41910" y="41910"/>
                        </a:lnTo>
                        <a:lnTo>
                          <a:pt x="0" y="4191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701" name="Google Shape;1701;p60"/>
                  <p:cNvSpPr/>
                  <p:nvPr/>
                </p:nvSpPr>
                <p:spPr>
                  <a:xfrm>
                    <a:off x="9836277" y="793051"/>
                    <a:ext cx="41909" cy="41909"/>
                  </a:xfrm>
                  <a:custGeom>
                    <a:rect b="b" l="l" r="r" t="t"/>
                    <a:pathLst>
                      <a:path extrusionOk="0" h="41909" w="41909">
                        <a:moveTo>
                          <a:pt x="0" y="0"/>
                        </a:moveTo>
                        <a:lnTo>
                          <a:pt x="41910" y="0"/>
                        </a:lnTo>
                        <a:lnTo>
                          <a:pt x="41910" y="41910"/>
                        </a:lnTo>
                        <a:lnTo>
                          <a:pt x="0" y="4191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1702" name="Google Shape;1702;p60"/>
                <p:cNvGrpSpPr/>
                <p:nvPr/>
              </p:nvGrpSpPr>
              <p:grpSpPr>
                <a:xfrm>
                  <a:off x="9097899" y="1247298"/>
                  <a:ext cx="780287" cy="41910"/>
                  <a:chOff x="9097899" y="1247298"/>
                  <a:chExt cx="780287" cy="41910"/>
                </a:xfrm>
              </p:grpSpPr>
              <p:sp>
                <p:nvSpPr>
                  <p:cNvPr id="1703" name="Google Shape;1703;p60"/>
                  <p:cNvSpPr/>
                  <p:nvPr/>
                </p:nvSpPr>
                <p:spPr>
                  <a:xfrm>
                    <a:off x="9097899" y="1247298"/>
                    <a:ext cx="41909" cy="41910"/>
                  </a:xfrm>
                  <a:custGeom>
                    <a:rect b="b" l="l" r="r" t="t"/>
                    <a:pathLst>
                      <a:path extrusionOk="0" h="41910" w="41909">
                        <a:moveTo>
                          <a:pt x="0" y="0"/>
                        </a:moveTo>
                        <a:lnTo>
                          <a:pt x="41910" y="0"/>
                        </a:lnTo>
                        <a:lnTo>
                          <a:pt x="41910" y="41910"/>
                        </a:lnTo>
                        <a:lnTo>
                          <a:pt x="0" y="4191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704" name="Google Shape;1704;p60"/>
                  <p:cNvSpPr/>
                  <p:nvPr/>
                </p:nvSpPr>
                <p:spPr>
                  <a:xfrm>
                    <a:off x="9836277" y="1247298"/>
                    <a:ext cx="41909" cy="41910"/>
                  </a:xfrm>
                  <a:custGeom>
                    <a:rect b="b" l="l" r="r" t="t"/>
                    <a:pathLst>
                      <a:path extrusionOk="0" h="41910" w="41909">
                        <a:moveTo>
                          <a:pt x="0" y="0"/>
                        </a:moveTo>
                        <a:lnTo>
                          <a:pt x="41910" y="0"/>
                        </a:lnTo>
                        <a:lnTo>
                          <a:pt x="41910" y="41910"/>
                        </a:lnTo>
                        <a:lnTo>
                          <a:pt x="0" y="4191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1705" name="Google Shape;1705;p60"/>
                <p:cNvGrpSpPr/>
                <p:nvPr/>
              </p:nvGrpSpPr>
              <p:grpSpPr>
                <a:xfrm>
                  <a:off x="9097899" y="1701641"/>
                  <a:ext cx="780287" cy="41910"/>
                  <a:chOff x="9097899" y="1701641"/>
                  <a:chExt cx="780287" cy="41910"/>
                </a:xfrm>
              </p:grpSpPr>
              <p:sp>
                <p:nvSpPr>
                  <p:cNvPr id="1706" name="Google Shape;1706;p60"/>
                  <p:cNvSpPr/>
                  <p:nvPr/>
                </p:nvSpPr>
                <p:spPr>
                  <a:xfrm>
                    <a:off x="9097899" y="1701641"/>
                    <a:ext cx="41909" cy="41910"/>
                  </a:xfrm>
                  <a:custGeom>
                    <a:rect b="b" l="l" r="r" t="t"/>
                    <a:pathLst>
                      <a:path extrusionOk="0" h="41910" w="41909">
                        <a:moveTo>
                          <a:pt x="0" y="0"/>
                        </a:moveTo>
                        <a:lnTo>
                          <a:pt x="41910" y="0"/>
                        </a:lnTo>
                        <a:lnTo>
                          <a:pt x="41910" y="41910"/>
                        </a:lnTo>
                        <a:lnTo>
                          <a:pt x="0" y="4191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707" name="Google Shape;1707;p60"/>
                  <p:cNvSpPr/>
                  <p:nvPr/>
                </p:nvSpPr>
                <p:spPr>
                  <a:xfrm>
                    <a:off x="9467088" y="1701641"/>
                    <a:ext cx="41909" cy="41910"/>
                  </a:xfrm>
                  <a:custGeom>
                    <a:rect b="b" l="l" r="r" t="t"/>
                    <a:pathLst>
                      <a:path extrusionOk="0" h="41910" w="41909">
                        <a:moveTo>
                          <a:pt x="0" y="0"/>
                        </a:moveTo>
                        <a:lnTo>
                          <a:pt x="41910" y="0"/>
                        </a:lnTo>
                        <a:lnTo>
                          <a:pt x="41910" y="41910"/>
                        </a:lnTo>
                        <a:lnTo>
                          <a:pt x="0" y="4191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708" name="Google Shape;1708;p60"/>
                  <p:cNvSpPr/>
                  <p:nvPr/>
                </p:nvSpPr>
                <p:spPr>
                  <a:xfrm>
                    <a:off x="9836277" y="1701641"/>
                    <a:ext cx="41909" cy="41910"/>
                  </a:xfrm>
                  <a:custGeom>
                    <a:rect b="b" l="l" r="r" t="t"/>
                    <a:pathLst>
                      <a:path extrusionOk="0" h="41910" w="41909">
                        <a:moveTo>
                          <a:pt x="0" y="0"/>
                        </a:moveTo>
                        <a:lnTo>
                          <a:pt x="41910" y="0"/>
                        </a:lnTo>
                        <a:lnTo>
                          <a:pt x="41910" y="41910"/>
                        </a:lnTo>
                        <a:lnTo>
                          <a:pt x="0" y="4191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</p:grpSp>
        <p:grpSp>
          <p:nvGrpSpPr>
            <p:cNvPr id="1709" name="Google Shape;1709;p60"/>
            <p:cNvGrpSpPr/>
            <p:nvPr/>
          </p:nvGrpSpPr>
          <p:grpSpPr>
            <a:xfrm>
              <a:off x="7074117" y="956519"/>
              <a:ext cx="215826" cy="125825"/>
              <a:chOff x="9521952" y="1508283"/>
              <a:chExt cx="256508" cy="149542"/>
            </a:xfrm>
          </p:grpSpPr>
          <p:sp>
            <p:nvSpPr>
              <p:cNvPr id="1710" name="Google Shape;1710;p60"/>
              <p:cNvSpPr/>
              <p:nvPr/>
            </p:nvSpPr>
            <p:spPr>
              <a:xfrm>
                <a:off x="9521952" y="1508283"/>
                <a:ext cx="256508" cy="149542"/>
              </a:xfrm>
              <a:custGeom>
                <a:rect b="b" l="l" r="r" t="t"/>
                <a:pathLst>
                  <a:path extrusionOk="0" h="149542" w="256508">
                    <a:moveTo>
                      <a:pt x="218694" y="0"/>
                    </a:moveTo>
                    <a:cubicBezTo>
                      <a:pt x="239578" y="0"/>
                      <a:pt x="256508" y="16930"/>
                      <a:pt x="256508" y="37814"/>
                    </a:cubicBezTo>
                    <a:lnTo>
                      <a:pt x="256508" y="111728"/>
                    </a:lnTo>
                    <a:cubicBezTo>
                      <a:pt x="256508" y="132612"/>
                      <a:pt x="239578" y="149543"/>
                      <a:pt x="218694" y="149543"/>
                    </a:cubicBezTo>
                    <a:lnTo>
                      <a:pt x="37814" y="149543"/>
                    </a:lnTo>
                    <a:cubicBezTo>
                      <a:pt x="16930" y="149543"/>
                      <a:pt x="1" y="132612"/>
                      <a:pt x="1" y="111728"/>
                    </a:cubicBezTo>
                    <a:lnTo>
                      <a:pt x="1" y="37814"/>
                    </a:lnTo>
                    <a:cubicBezTo>
                      <a:pt x="1" y="16930"/>
                      <a:pt x="16930" y="0"/>
                      <a:pt x="3781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711" name="Google Shape;1711;p60"/>
              <p:cNvGrpSpPr/>
              <p:nvPr/>
            </p:nvGrpSpPr>
            <p:grpSpPr>
              <a:xfrm>
                <a:off x="9556578" y="1534618"/>
                <a:ext cx="183763" cy="98921"/>
                <a:chOff x="9556578" y="1534618"/>
                <a:chExt cx="183763" cy="98921"/>
              </a:xfrm>
            </p:grpSpPr>
            <p:grpSp>
              <p:nvGrpSpPr>
                <p:cNvPr id="1712" name="Google Shape;1712;p60"/>
                <p:cNvGrpSpPr/>
                <p:nvPr/>
              </p:nvGrpSpPr>
              <p:grpSpPr>
                <a:xfrm>
                  <a:off x="9645396" y="1536115"/>
                  <a:ext cx="94945" cy="94946"/>
                  <a:chOff x="9645396" y="1536115"/>
                  <a:chExt cx="94945" cy="94946"/>
                </a:xfrm>
              </p:grpSpPr>
              <p:sp>
                <p:nvSpPr>
                  <p:cNvPr id="1713" name="Google Shape;1713;p60"/>
                  <p:cNvSpPr/>
                  <p:nvPr/>
                </p:nvSpPr>
                <p:spPr>
                  <a:xfrm>
                    <a:off x="9645396" y="1588389"/>
                    <a:ext cx="42671" cy="42672"/>
                  </a:xfrm>
                  <a:custGeom>
                    <a:rect b="b" l="l" r="r" t="t"/>
                    <a:pathLst>
                      <a:path extrusionOk="0" h="42672" w="42671">
                        <a:moveTo>
                          <a:pt x="16764" y="31147"/>
                        </a:moveTo>
                        <a:lnTo>
                          <a:pt x="42672" y="5144"/>
                        </a:lnTo>
                        <a:lnTo>
                          <a:pt x="37529" y="0"/>
                        </a:lnTo>
                        <a:lnTo>
                          <a:pt x="11525" y="25908"/>
                        </a:lnTo>
                        <a:lnTo>
                          <a:pt x="6382" y="28765"/>
                        </a:lnTo>
                        <a:lnTo>
                          <a:pt x="0" y="38576"/>
                        </a:lnTo>
                        <a:lnTo>
                          <a:pt x="4096" y="42672"/>
                        </a:lnTo>
                        <a:lnTo>
                          <a:pt x="13906" y="36290"/>
                        </a:lnTo>
                        <a:lnTo>
                          <a:pt x="16764" y="31147"/>
                        </a:ln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714" name="Google Shape;1714;p60"/>
                  <p:cNvSpPr/>
                  <p:nvPr/>
                </p:nvSpPr>
                <p:spPr>
                  <a:xfrm>
                    <a:off x="9674923" y="1536115"/>
                    <a:ext cx="65418" cy="65418"/>
                  </a:xfrm>
                  <a:custGeom>
                    <a:rect b="b" l="l" r="r" t="t"/>
                    <a:pathLst>
                      <a:path extrusionOk="0" h="65418" w="65418">
                        <a:moveTo>
                          <a:pt x="36576" y="54845"/>
                        </a:moveTo>
                        <a:lnTo>
                          <a:pt x="63246" y="28175"/>
                        </a:lnTo>
                        <a:cubicBezTo>
                          <a:pt x="64008" y="27413"/>
                          <a:pt x="64484" y="26461"/>
                          <a:pt x="64770" y="25413"/>
                        </a:cubicBezTo>
                        <a:cubicBezTo>
                          <a:pt x="65627" y="21794"/>
                          <a:pt x="66866" y="13602"/>
                          <a:pt x="59341" y="6077"/>
                        </a:cubicBezTo>
                        <a:cubicBezTo>
                          <a:pt x="51816" y="-1447"/>
                          <a:pt x="43625" y="-209"/>
                          <a:pt x="40005" y="648"/>
                        </a:cubicBezTo>
                        <a:cubicBezTo>
                          <a:pt x="38958" y="934"/>
                          <a:pt x="38005" y="1410"/>
                          <a:pt x="37243" y="2172"/>
                        </a:cubicBezTo>
                        <a:lnTo>
                          <a:pt x="10573" y="28842"/>
                        </a:lnTo>
                        <a:cubicBezTo>
                          <a:pt x="14669" y="32938"/>
                          <a:pt x="14669" y="39701"/>
                          <a:pt x="10573" y="43796"/>
                        </a:cubicBezTo>
                        <a:lnTo>
                          <a:pt x="8287" y="46082"/>
                        </a:lnTo>
                        <a:lnTo>
                          <a:pt x="4286" y="42082"/>
                        </a:lnTo>
                        <a:lnTo>
                          <a:pt x="0" y="46368"/>
                        </a:lnTo>
                        <a:lnTo>
                          <a:pt x="19050" y="65418"/>
                        </a:lnTo>
                        <a:lnTo>
                          <a:pt x="23336" y="61132"/>
                        </a:lnTo>
                        <a:lnTo>
                          <a:pt x="19336" y="57131"/>
                        </a:lnTo>
                        <a:lnTo>
                          <a:pt x="21622" y="54845"/>
                        </a:lnTo>
                        <a:cubicBezTo>
                          <a:pt x="25718" y="50750"/>
                          <a:pt x="32481" y="50750"/>
                          <a:pt x="36576" y="54845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1715" name="Google Shape;1715;p60"/>
                <p:cNvGrpSpPr/>
                <p:nvPr/>
              </p:nvGrpSpPr>
              <p:grpSpPr>
                <a:xfrm>
                  <a:off x="9556578" y="1534618"/>
                  <a:ext cx="98773" cy="98921"/>
                  <a:chOff x="9556578" y="1534618"/>
                  <a:chExt cx="98773" cy="98921"/>
                </a:xfrm>
              </p:grpSpPr>
              <p:sp>
                <p:nvSpPr>
                  <p:cNvPr id="1716" name="Google Shape;1716;p60"/>
                  <p:cNvSpPr/>
                  <p:nvPr/>
                </p:nvSpPr>
                <p:spPr>
                  <a:xfrm>
                    <a:off x="9556578" y="1534618"/>
                    <a:ext cx="98773" cy="98921"/>
                  </a:xfrm>
                  <a:custGeom>
                    <a:rect b="b" l="l" r="r" t="t"/>
                    <a:pathLst>
                      <a:path extrusionOk="0" h="98921" w="98773">
                        <a:moveTo>
                          <a:pt x="40717" y="72440"/>
                        </a:moveTo>
                        <a:lnTo>
                          <a:pt x="72244" y="40912"/>
                        </a:lnTo>
                        <a:cubicBezTo>
                          <a:pt x="74149" y="39007"/>
                          <a:pt x="76721" y="38054"/>
                          <a:pt x="79388" y="38054"/>
                        </a:cubicBezTo>
                        <a:cubicBezTo>
                          <a:pt x="84341" y="38150"/>
                          <a:pt x="89389" y="36340"/>
                          <a:pt x="93199" y="32530"/>
                        </a:cubicBezTo>
                        <a:cubicBezTo>
                          <a:pt x="98247" y="27482"/>
                          <a:pt x="99866" y="20243"/>
                          <a:pt x="98057" y="13766"/>
                        </a:cubicBezTo>
                        <a:lnTo>
                          <a:pt x="88722" y="23100"/>
                        </a:lnTo>
                        <a:lnTo>
                          <a:pt x="78435" y="20338"/>
                        </a:lnTo>
                        <a:lnTo>
                          <a:pt x="75673" y="10051"/>
                        </a:lnTo>
                        <a:lnTo>
                          <a:pt x="85007" y="716"/>
                        </a:lnTo>
                        <a:cubicBezTo>
                          <a:pt x="78626" y="-1093"/>
                          <a:pt x="71482" y="526"/>
                          <a:pt x="66434" y="5574"/>
                        </a:cubicBezTo>
                        <a:cubicBezTo>
                          <a:pt x="62624" y="9384"/>
                          <a:pt x="60814" y="14432"/>
                          <a:pt x="60909" y="19385"/>
                        </a:cubicBezTo>
                        <a:cubicBezTo>
                          <a:pt x="60909" y="22052"/>
                          <a:pt x="59957" y="24624"/>
                          <a:pt x="58052" y="26529"/>
                        </a:cubicBezTo>
                        <a:lnTo>
                          <a:pt x="26524" y="58057"/>
                        </a:lnTo>
                        <a:cubicBezTo>
                          <a:pt x="24619" y="59962"/>
                          <a:pt x="22047" y="60914"/>
                          <a:pt x="19380" y="60914"/>
                        </a:cubicBezTo>
                        <a:cubicBezTo>
                          <a:pt x="14427" y="60819"/>
                          <a:pt x="9379" y="62629"/>
                          <a:pt x="5569" y="66439"/>
                        </a:cubicBezTo>
                        <a:cubicBezTo>
                          <a:pt x="-2146" y="74154"/>
                          <a:pt x="-1861" y="86918"/>
                          <a:pt x="6522" y="94252"/>
                        </a:cubicBezTo>
                        <a:cubicBezTo>
                          <a:pt x="13761" y="100634"/>
                          <a:pt x="24905" y="100443"/>
                          <a:pt x="32048" y="93871"/>
                        </a:cubicBezTo>
                        <a:cubicBezTo>
                          <a:pt x="36239" y="89966"/>
                          <a:pt x="38240" y="84632"/>
                          <a:pt x="38145" y="79393"/>
                        </a:cubicBezTo>
                        <a:cubicBezTo>
                          <a:pt x="38145" y="76821"/>
                          <a:pt x="39097" y="74249"/>
                          <a:pt x="41002" y="72440"/>
                        </a:cubicBezTo>
                        <a:close/>
                        <a:moveTo>
                          <a:pt x="16618" y="87965"/>
                        </a:moveTo>
                        <a:lnTo>
                          <a:pt x="10713" y="82060"/>
                        </a:lnTo>
                        <a:lnTo>
                          <a:pt x="12903" y="73964"/>
                        </a:lnTo>
                        <a:lnTo>
                          <a:pt x="21000" y="71773"/>
                        </a:lnTo>
                        <a:lnTo>
                          <a:pt x="26905" y="77678"/>
                        </a:lnTo>
                        <a:lnTo>
                          <a:pt x="24714" y="85775"/>
                        </a:lnTo>
                        <a:lnTo>
                          <a:pt x="16618" y="87965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717" name="Google Shape;1717;p60"/>
                  <p:cNvSpPr/>
                  <p:nvPr/>
                </p:nvSpPr>
                <p:spPr>
                  <a:xfrm>
                    <a:off x="9597270" y="1577125"/>
                    <a:ext cx="15573" cy="15573"/>
                  </a:xfrm>
                  <a:custGeom>
                    <a:rect b="b" l="l" r="r" t="t"/>
                    <a:pathLst>
                      <a:path extrusionOk="0" h="15573" w="15573">
                        <a:moveTo>
                          <a:pt x="786" y="14883"/>
                        </a:moveTo>
                        <a:lnTo>
                          <a:pt x="786" y="14883"/>
                        </a:lnTo>
                        <a:cubicBezTo>
                          <a:pt x="-262" y="13835"/>
                          <a:pt x="-262" y="12025"/>
                          <a:pt x="786" y="10882"/>
                        </a:cubicBezTo>
                        <a:lnTo>
                          <a:pt x="10882" y="786"/>
                        </a:lnTo>
                        <a:cubicBezTo>
                          <a:pt x="11930" y="-262"/>
                          <a:pt x="13740" y="-262"/>
                          <a:pt x="14788" y="786"/>
                        </a:cubicBezTo>
                        <a:lnTo>
                          <a:pt x="14788" y="786"/>
                        </a:lnTo>
                        <a:cubicBezTo>
                          <a:pt x="15835" y="1834"/>
                          <a:pt x="15835" y="3643"/>
                          <a:pt x="14788" y="4691"/>
                        </a:cubicBezTo>
                        <a:lnTo>
                          <a:pt x="4691" y="14788"/>
                        </a:lnTo>
                        <a:cubicBezTo>
                          <a:pt x="3643" y="15835"/>
                          <a:pt x="1834" y="15835"/>
                          <a:pt x="690" y="14788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</p:grpSp>
      </p:grp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rgbClr val="FFFFFF"/>
        </a:solidFill>
      </p:bgPr>
    </p:bg>
    <p:spTree>
      <p:nvGrpSpPr>
        <p:cNvPr id="1718" name="Shape 171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_1_1_1_1_1">
    <p:spTree>
      <p:nvGrpSpPr>
        <p:cNvPr id="1719" name="Shape 1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0" name="Google Shape;1720;p62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721" name="Google Shape;1721;p62"/>
          <p:cNvSpPr txBox="1"/>
          <p:nvPr>
            <p:ph hasCustomPrompt="1" idx="2" type="title"/>
          </p:nvPr>
        </p:nvSpPr>
        <p:spPr>
          <a:xfrm>
            <a:off x="1100975" y="1203373"/>
            <a:ext cx="734700" cy="5727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722" name="Google Shape;1722;p62"/>
          <p:cNvSpPr txBox="1"/>
          <p:nvPr>
            <p:ph hasCustomPrompt="1" idx="3" type="title"/>
          </p:nvPr>
        </p:nvSpPr>
        <p:spPr>
          <a:xfrm>
            <a:off x="1100975" y="2789203"/>
            <a:ext cx="734700" cy="5727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723" name="Google Shape;1723;p62"/>
          <p:cNvSpPr txBox="1"/>
          <p:nvPr>
            <p:ph hasCustomPrompt="1" idx="4" type="title"/>
          </p:nvPr>
        </p:nvSpPr>
        <p:spPr>
          <a:xfrm>
            <a:off x="3419250" y="1203373"/>
            <a:ext cx="734700" cy="5727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724" name="Google Shape;1724;p62"/>
          <p:cNvSpPr txBox="1"/>
          <p:nvPr>
            <p:ph hasCustomPrompt="1" idx="5" type="title"/>
          </p:nvPr>
        </p:nvSpPr>
        <p:spPr>
          <a:xfrm>
            <a:off x="3419250" y="2789203"/>
            <a:ext cx="734700" cy="5727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725" name="Google Shape;1725;p62"/>
          <p:cNvSpPr txBox="1"/>
          <p:nvPr>
            <p:ph hasCustomPrompt="1" idx="6" type="title"/>
          </p:nvPr>
        </p:nvSpPr>
        <p:spPr>
          <a:xfrm>
            <a:off x="5737525" y="1203373"/>
            <a:ext cx="734700" cy="5727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726" name="Google Shape;1726;p62"/>
          <p:cNvSpPr txBox="1"/>
          <p:nvPr>
            <p:ph hasCustomPrompt="1" idx="7" type="title"/>
          </p:nvPr>
        </p:nvSpPr>
        <p:spPr>
          <a:xfrm>
            <a:off x="5737525" y="2789203"/>
            <a:ext cx="734700" cy="5727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727" name="Google Shape;1727;p62"/>
          <p:cNvSpPr txBox="1"/>
          <p:nvPr>
            <p:ph idx="1" type="subTitle"/>
          </p:nvPr>
        </p:nvSpPr>
        <p:spPr>
          <a:xfrm>
            <a:off x="1100975" y="1912475"/>
            <a:ext cx="2305500" cy="75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8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728" name="Google Shape;1728;p62"/>
          <p:cNvSpPr txBox="1"/>
          <p:nvPr>
            <p:ph idx="8" type="subTitle"/>
          </p:nvPr>
        </p:nvSpPr>
        <p:spPr>
          <a:xfrm>
            <a:off x="3419250" y="1912475"/>
            <a:ext cx="2305500" cy="75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8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729" name="Google Shape;1729;p62"/>
          <p:cNvSpPr txBox="1"/>
          <p:nvPr>
            <p:ph idx="9" type="subTitle"/>
          </p:nvPr>
        </p:nvSpPr>
        <p:spPr>
          <a:xfrm>
            <a:off x="5737525" y="1912475"/>
            <a:ext cx="2305500" cy="75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8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730" name="Google Shape;1730;p62"/>
          <p:cNvSpPr txBox="1"/>
          <p:nvPr>
            <p:ph idx="13" type="subTitle"/>
          </p:nvPr>
        </p:nvSpPr>
        <p:spPr>
          <a:xfrm>
            <a:off x="1100975" y="3498350"/>
            <a:ext cx="2305500" cy="75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8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731" name="Google Shape;1731;p62"/>
          <p:cNvSpPr txBox="1"/>
          <p:nvPr>
            <p:ph idx="14" type="subTitle"/>
          </p:nvPr>
        </p:nvSpPr>
        <p:spPr>
          <a:xfrm>
            <a:off x="3419250" y="3498350"/>
            <a:ext cx="2305500" cy="75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8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732" name="Google Shape;1732;p62"/>
          <p:cNvSpPr txBox="1"/>
          <p:nvPr>
            <p:ph idx="15" type="subTitle"/>
          </p:nvPr>
        </p:nvSpPr>
        <p:spPr>
          <a:xfrm>
            <a:off x="5737525" y="3498350"/>
            <a:ext cx="2305500" cy="75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8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733" name="Google Shape;1733;p62"/>
          <p:cNvSpPr/>
          <p:nvPr/>
        </p:nvSpPr>
        <p:spPr>
          <a:xfrm flipH="1" rot="8819869">
            <a:off x="7035528" y="3933627"/>
            <a:ext cx="3158468" cy="2509642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4" name="Google Shape;1734;p62"/>
          <p:cNvSpPr/>
          <p:nvPr/>
        </p:nvSpPr>
        <p:spPr>
          <a:xfrm flipH="1" rot="-3657034">
            <a:off x="-1336268" y="-858934"/>
            <a:ext cx="2746020" cy="1921695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735" name="Google Shape;1735;p62"/>
          <p:cNvGrpSpPr/>
          <p:nvPr/>
        </p:nvGrpSpPr>
        <p:grpSpPr>
          <a:xfrm>
            <a:off x="8114970" y="266839"/>
            <a:ext cx="829992" cy="750888"/>
            <a:chOff x="8114596" y="445039"/>
            <a:chExt cx="633002" cy="572716"/>
          </a:xfrm>
        </p:grpSpPr>
        <p:grpSp>
          <p:nvGrpSpPr>
            <p:cNvPr id="1736" name="Google Shape;1736;p62"/>
            <p:cNvGrpSpPr/>
            <p:nvPr/>
          </p:nvGrpSpPr>
          <p:grpSpPr>
            <a:xfrm>
              <a:off x="8114596" y="445039"/>
              <a:ext cx="633002" cy="572716"/>
              <a:chOff x="7189660" y="520827"/>
              <a:chExt cx="598074" cy="541115"/>
            </a:xfrm>
          </p:grpSpPr>
          <p:sp>
            <p:nvSpPr>
              <p:cNvPr id="1737" name="Google Shape;1737;p62"/>
              <p:cNvSpPr/>
              <p:nvPr/>
            </p:nvSpPr>
            <p:spPr>
              <a:xfrm>
                <a:off x="7189660" y="520827"/>
                <a:ext cx="598074" cy="541115"/>
              </a:xfrm>
              <a:custGeom>
                <a:rect b="b" l="l" r="r" t="t"/>
                <a:pathLst>
                  <a:path extrusionOk="0" h="541115" w="598074">
                    <a:moveTo>
                      <a:pt x="557022" y="0"/>
                    </a:moveTo>
                    <a:cubicBezTo>
                      <a:pt x="579695" y="0"/>
                      <a:pt x="598075" y="18380"/>
                      <a:pt x="598075" y="41053"/>
                    </a:cubicBezTo>
                    <a:lnTo>
                      <a:pt x="598075" y="500063"/>
                    </a:lnTo>
                    <a:cubicBezTo>
                      <a:pt x="598075" y="522735"/>
                      <a:pt x="579695" y="541115"/>
                      <a:pt x="557022" y="541115"/>
                    </a:cubicBezTo>
                    <a:lnTo>
                      <a:pt x="41053" y="541115"/>
                    </a:lnTo>
                    <a:cubicBezTo>
                      <a:pt x="18380" y="541115"/>
                      <a:pt x="0" y="522735"/>
                      <a:pt x="0" y="500063"/>
                    </a:cubicBezTo>
                    <a:lnTo>
                      <a:pt x="0" y="41053"/>
                    </a:lnTo>
                    <a:cubicBezTo>
                      <a:pt x="0" y="18380"/>
                      <a:pt x="18380" y="0"/>
                      <a:pt x="410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738" name="Google Shape;1738;p62"/>
              <p:cNvGrpSpPr/>
              <p:nvPr/>
            </p:nvGrpSpPr>
            <p:grpSpPr>
              <a:xfrm>
                <a:off x="7579137" y="551973"/>
                <a:ext cx="164782" cy="41529"/>
                <a:chOff x="7579137" y="551973"/>
                <a:chExt cx="164782" cy="41529"/>
              </a:xfrm>
            </p:grpSpPr>
            <p:sp>
              <p:nvSpPr>
                <p:cNvPr id="1739" name="Google Shape;1739;p62"/>
                <p:cNvSpPr/>
                <p:nvPr/>
              </p:nvSpPr>
              <p:spPr>
                <a:xfrm>
                  <a:off x="7702391" y="551973"/>
                  <a:ext cx="41528" cy="41529"/>
                </a:xfrm>
                <a:custGeom>
                  <a:rect b="b" l="l" r="r" t="t"/>
                  <a:pathLst>
                    <a:path extrusionOk="0" h="41529" w="41528">
                      <a:moveTo>
                        <a:pt x="41529" y="20765"/>
                      </a:moveTo>
                      <a:cubicBezTo>
                        <a:pt x="41529" y="32290"/>
                        <a:pt x="32195" y="41529"/>
                        <a:pt x="20764" y="41529"/>
                      </a:cubicBezTo>
                      <a:cubicBezTo>
                        <a:pt x="9334" y="41529"/>
                        <a:pt x="0" y="32195"/>
                        <a:pt x="0" y="20765"/>
                      </a:cubicBezTo>
                      <a:cubicBezTo>
                        <a:pt x="0" y="9335"/>
                        <a:pt x="9334" y="0"/>
                        <a:pt x="20764" y="0"/>
                      </a:cubicBezTo>
                      <a:cubicBezTo>
                        <a:pt x="32195" y="0"/>
                        <a:pt x="41529" y="9335"/>
                        <a:pt x="41529" y="20765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40" name="Google Shape;1740;p62"/>
                <p:cNvSpPr/>
                <p:nvPr/>
              </p:nvSpPr>
              <p:spPr>
                <a:xfrm>
                  <a:off x="7640764" y="551973"/>
                  <a:ext cx="41528" cy="41529"/>
                </a:xfrm>
                <a:custGeom>
                  <a:rect b="b" l="l" r="r" t="t"/>
                  <a:pathLst>
                    <a:path extrusionOk="0" h="41529" w="41528">
                      <a:moveTo>
                        <a:pt x="41529" y="20765"/>
                      </a:moveTo>
                      <a:cubicBezTo>
                        <a:pt x="41529" y="32290"/>
                        <a:pt x="32195" y="41529"/>
                        <a:pt x="20764" y="41529"/>
                      </a:cubicBezTo>
                      <a:cubicBezTo>
                        <a:pt x="9334" y="41529"/>
                        <a:pt x="0" y="32195"/>
                        <a:pt x="0" y="20765"/>
                      </a:cubicBezTo>
                      <a:cubicBezTo>
                        <a:pt x="0" y="9335"/>
                        <a:pt x="9334" y="0"/>
                        <a:pt x="20764" y="0"/>
                      </a:cubicBezTo>
                      <a:cubicBezTo>
                        <a:pt x="32195" y="0"/>
                        <a:pt x="41529" y="9335"/>
                        <a:pt x="41529" y="20765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41" name="Google Shape;1741;p62"/>
                <p:cNvSpPr/>
                <p:nvPr/>
              </p:nvSpPr>
              <p:spPr>
                <a:xfrm>
                  <a:off x="7579137" y="551973"/>
                  <a:ext cx="41528" cy="41529"/>
                </a:xfrm>
                <a:custGeom>
                  <a:rect b="b" l="l" r="r" t="t"/>
                  <a:pathLst>
                    <a:path extrusionOk="0" h="41529" w="41528">
                      <a:moveTo>
                        <a:pt x="41529" y="20765"/>
                      </a:moveTo>
                      <a:cubicBezTo>
                        <a:pt x="41529" y="32290"/>
                        <a:pt x="32195" y="41529"/>
                        <a:pt x="20764" y="41529"/>
                      </a:cubicBezTo>
                      <a:cubicBezTo>
                        <a:pt x="9334" y="41529"/>
                        <a:pt x="0" y="32195"/>
                        <a:pt x="0" y="20765"/>
                      </a:cubicBezTo>
                      <a:cubicBezTo>
                        <a:pt x="0" y="9335"/>
                        <a:pt x="9334" y="0"/>
                        <a:pt x="20764" y="0"/>
                      </a:cubicBezTo>
                      <a:cubicBezTo>
                        <a:pt x="32195" y="0"/>
                        <a:pt x="41529" y="9335"/>
                        <a:pt x="41529" y="20765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742" name="Google Shape;1742;p62"/>
            <p:cNvGrpSpPr/>
            <p:nvPr/>
          </p:nvGrpSpPr>
          <p:grpSpPr>
            <a:xfrm>
              <a:off x="8184962" y="619646"/>
              <a:ext cx="498115" cy="257273"/>
              <a:chOff x="7256144" y="685800"/>
              <a:chExt cx="470630" cy="243077"/>
            </a:xfrm>
          </p:grpSpPr>
          <p:sp>
            <p:nvSpPr>
              <p:cNvPr id="1743" name="Google Shape;1743;p62"/>
              <p:cNvSpPr/>
              <p:nvPr/>
            </p:nvSpPr>
            <p:spPr>
              <a:xfrm>
                <a:off x="7256144" y="694753"/>
                <a:ext cx="218503" cy="218217"/>
              </a:xfrm>
              <a:custGeom>
                <a:rect b="b" l="l" r="r" t="t"/>
                <a:pathLst>
                  <a:path extrusionOk="0" h="218217" w="218503">
                    <a:moveTo>
                      <a:pt x="216598" y="129540"/>
                    </a:moveTo>
                    <a:cubicBezTo>
                      <a:pt x="217837" y="122968"/>
                      <a:pt x="218504" y="116110"/>
                      <a:pt x="218504" y="109156"/>
                    </a:cubicBezTo>
                    <a:cubicBezTo>
                      <a:pt x="218504" y="102203"/>
                      <a:pt x="217837" y="95440"/>
                      <a:pt x="216598" y="88773"/>
                    </a:cubicBezTo>
                    <a:lnTo>
                      <a:pt x="181261" y="88773"/>
                    </a:lnTo>
                    <a:cubicBezTo>
                      <a:pt x="179641" y="83058"/>
                      <a:pt x="177451" y="77724"/>
                      <a:pt x="174593" y="72676"/>
                    </a:cubicBezTo>
                    <a:lnTo>
                      <a:pt x="199549" y="47720"/>
                    </a:lnTo>
                    <a:cubicBezTo>
                      <a:pt x="191834" y="36385"/>
                      <a:pt x="182118" y="26670"/>
                      <a:pt x="170783" y="18955"/>
                    </a:cubicBezTo>
                    <a:lnTo>
                      <a:pt x="145732" y="44005"/>
                    </a:lnTo>
                    <a:cubicBezTo>
                      <a:pt x="140684" y="41148"/>
                      <a:pt x="135255" y="38957"/>
                      <a:pt x="129635" y="37338"/>
                    </a:cubicBezTo>
                    <a:lnTo>
                      <a:pt x="129635" y="1905"/>
                    </a:lnTo>
                    <a:cubicBezTo>
                      <a:pt x="123063" y="667"/>
                      <a:pt x="116205" y="0"/>
                      <a:pt x="109252" y="0"/>
                    </a:cubicBezTo>
                    <a:cubicBezTo>
                      <a:pt x="102298" y="0"/>
                      <a:pt x="95536" y="667"/>
                      <a:pt x="88868" y="1905"/>
                    </a:cubicBezTo>
                    <a:lnTo>
                      <a:pt x="88868" y="37338"/>
                    </a:lnTo>
                    <a:cubicBezTo>
                      <a:pt x="83154" y="38957"/>
                      <a:pt x="77819" y="41148"/>
                      <a:pt x="72771" y="44005"/>
                    </a:cubicBezTo>
                    <a:lnTo>
                      <a:pt x="47720" y="18955"/>
                    </a:lnTo>
                    <a:cubicBezTo>
                      <a:pt x="36386" y="26670"/>
                      <a:pt x="26670" y="36481"/>
                      <a:pt x="18955" y="47720"/>
                    </a:cubicBezTo>
                    <a:lnTo>
                      <a:pt x="43910" y="72676"/>
                    </a:lnTo>
                    <a:cubicBezTo>
                      <a:pt x="41053" y="77724"/>
                      <a:pt x="38862" y="83153"/>
                      <a:pt x="37243" y="88773"/>
                    </a:cubicBezTo>
                    <a:lnTo>
                      <a:pt x="1905" y="88773"/>
                    </a:lnTo>
                    <a:cubicBezTo>
                      <a:pt x="667" y="95345"/>
                      <a:pt x="0" y="102203"/>
                      <a:pt x="0" y="109156"/>
                    </a:cubicBezTo>
                    <a:cubicBezTo>
                      <a:pt x="0" y="116110"/>
                      <a:pt x="667" y="122873"/>
                      <a:pt x="1905" y="129540"/>
                    </a:cubicBezTo>
                    <a:lnTo>
                      <a:pt x="37243" y="129540"/>
                    </a:lnTo>
                    <a:cubicBezTo>
                      <a:pt x="38862" y="135255"/>
                      <a:pt x="41053" y="140589"/>
                      <a:pt x="43910" y="145637"/>
                    </a:cubicBezTo>
                    <a:lnTo>
                      <a:pt x="18955" y="170593"/>
                    </a:lnTo>
                    <a:cubicBezTo>
                      <a:pt x="26670" y="181928"/>
                      <a:pt x="36386" y="191643"/>
                      <a:pt x="47720" y="199358"/>
                    </a:cubicBezTo>
                    <a:lnTo>
                      <a:pt x="72771" y="174308"/>
                    </a:lnTo>
                    <a:cubicBezTo>
                      <a:pt x="77819" y="177165"/>
                      <a:pt x="83248" y="179356"/>
                      <a:pt x="88868" y="180975"/>
                    </a:cubicBezTo>
                    <a:lnTo>
                      <a:pt x="88868" y="216313"/>
                    </a:lnTo>
                    <a:cubicBezTo>
                      <a:pt x="95441" y="217551"/>
                      <a:pt x="102298" y="218218"/>
                      <a:pt x="109252" y="218218"/>
                    </a:cubicBezTo>
                    <a:cubicBezTo>
                      <a:pt x="116205" y="218218"/>
                      <a:pt x="122968" y="217551"/>
                      <a:pt x="129635" y="216313"/>
                    </a:cubicBezTo>
                    <a:lnTo>
                      <a:pt x="129635" y="180975"/>
                    </a:lnTo>
                    <a:cubicBezTo>
                      <a:pt x="135350" y="179356"/>
                      <a:pt x="140684" y="177070"/>
                      <a:pt x="145732" y="174308"/>
                    </a:cubicBezTo>
                    <a:lnTo>
                      <a:pt x="170783" y="199358"/>
                    </a:lnTo>
                    <a:cubicBezTo>
                      <a:pt x="182118" y="191643"/>
                      <a:pt x="191834" y="181928"/>
                      <a:pt x="199549" y="170593"/>
                    </a:cubicBezTo>
                    <a:lnTo>
                      <a:pt x="174593" y="145542"/>
                    </a:lnTo>
                    <a:cubicBezTo>
                      <a:pt x="177451" y="140494"/>
                      <a:pt x="179641" y="135064"/>
                      <a:pt x="181261" y="129445"/>
                    </a:cubicBezTo>
                    <a:lnTo>
                      <a:pt x="216598" y="129445"/>
                    </a:lnTo>
                    <a:close/>
                    <a:moveTo>
                      <a:pt x="109252" y="131255"/>
                    </a:moveTo>
                    <a:cubicBezTo>
                      <a:pt x="97060" y="131255"/>
                      <a:pt x="87249" y="121349"/>
                      <a:pt x="87249" y="109252"/>
                    </a:cubicBezTo>
                    <a:cubicBezTo>
                      <a:pt x="87249" y="97155"/>
                      <a:pt x="97155" y="87249"/>
                      <a:pt x="109252" y="87249"/>
                    </a:cubicBezTo>
                    <a:cubicBezTo>
                      <a:pt x="121348" y="87249"/>
                      <a:pt x="131255" y="97155"/>
                      <a:pt x="131255" y="109252"/>
                    </a:cubicBezTo>
                    <a:cubicBezTo>
                      <a:pt x="131255" y="121349"/>
                      <a:pt x="121348" y="131255"/>
                      <a:pt x="109252" y="131255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744" name="Google Shape;1744;p62"/>
              <p:cNvGrpSpPr/>
              <p:nvPr/>
            </p:nvGrpSpPr>
            <p:grpSpPr>
              <a:xfrm>
                <a:off x="7512843" y="685800"/>
                <a:ext cx="213931" cy="243077"/>
                <a:chOff x="7512843" y="685800"/>
                <a:chExt cx="213931" cy="243077"/>
              </a:xfrm>
            </p:grpSpPr>
            <p:grpSp>
              <p:nvGrpSpPr>
                <p:cNvPr id="1745" name="Google Shape;1745;p62"/>
                <p:cNvGrpSpPr/>
                <p:nvPr/>
              </p:nvGrpSpPr>
              <p:grpSpPr>
                <a:xfrm>
                  <a:off x="7512843" y="836580"/>
                  <a:ext cx="213931" cy="92297"/>
                  <a:chOff x="7512843" y="836580"/>
                  <a:chExt cx="213931" cy="92297"/>
                </a:xfrm>
              </p:grpSpPr>
              <p:sp>
                <p:nvSpPr>
                  <p:cNvPr id="1746" name="Google Shape;1746;p62"/>
                  <p:cNvSpPr/>
                  <p:nvPr/>
                </p:nvSpPr>
                <p:spPr>
                  <a:xfrm>
                    <a:off x="7512843" y="856011"/>
                    <a:ext cx="213931" cy="72866"/>
                  </a:xfrm>
                  <a:custGeom>
                    <a:rect b="b" l="l" r="r" t="t"/>
                    <a:pathLst>
                      <a:path extrusionOk="0" h="72866" w="213931">
                        <a:moveTo>
                          <a:pt x="0" y="0"/>
                        </a:moveTo>
                        <a:lnTo>
                          <a:pt x="0" y="53435"/>
                        </a:lnTo>
                        <a:cubicBezTo>
                          <a:pt x="0" y="64199"/>
                          <a:pt x="47911" y="72866"/>
                          <a:pt x="106966" y="72866"/>
                        </a:cubicBezTo>
                        <a:cubicBezTo>
                          <a:pt x="166021" y="72866"/>
                          <a:pt x="213932" y="64199"/>
                          <a:pt x="213932" y="53435"/>
                        </a:cubicBezTo>
                        <a:lnTo>
                          <a:pt x="213932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747" name="Google Shape;1747;p62"/>
                  <p:cNvSpPr/>
                  <p:nvPr/>
                </p:nvSpPr>
                <p:spPr>
                  <a:xfrm>
                    <a:off x="7512843" y="836580"/>
                    <a:ext cx="213931" cy="38861"/>
                  </a:xfrm>
                  <a:custGeom>
                    <a:rect b="b" l="l" r="r" t="t"/>
                    <a:pathLst>
                      <a:path extrusionOk="0" h="38861" w="213931">
                        <a:moveTo>
                          <a:pt x="213932" y="19431"/>
                        </a:moveTo>
                        <a:cubicBezTo>
                          <a:pt x="213932" y="30162"/>
                          <a:pt x="166042" y="38862"/>
                          <a:pt x="106966" y="38862"/>
                        </a:cubicBezTo>
                        <a:cubicBezTo>
                          <a:pt x="47891" y="38862"/>
                          <a:pt x="1" y="30162"/>
                          <a:pt x="1" y="19431"/>
                        </a:cubicBezTo>
                        <a:cubicBezTo>
                          <a:pt x="1" y="8700"/>
                          <a:pt x="47891" y="0"/>
                          <a:pt x="106966" y="0"/>
                        </a:cubicBezTo>
                        <a:cubicBezTo>
                          <a:pt x="166042" y="0"/>
                          <a:pt x="213932" y="8700"/>
                          <a:pt x="213932" y="19431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1748" name="Google Shape;1748;p62"/>
                <p:cNvGrpSpPr/>
                <p:nvPr/>
              </p:nvGrpSpPr>
              <p:grpSpPr>
                <a:xfrm>
                  <a:off x="7512843" y="761238"/>
                  <a:ext cx="213931" cy="92296"/>
                  <a:chOff x="7512843" y="761238"/>
                  <a:chExt cx="213931" cy="92296"/>
                </a:xfrm>
              </p:grpSpPr>
              <p:sp>
                <p:nvSpPr>
                  <p:cNvPr id="1749" name="Google Shape;1749;p62"/>
                  <p:cNvSpPr/>
                  <p:nvPr/>
                </p:nvSpPr>
                <p:spPr>
                  <a:xfrm>
                    <a:off x="7512843" y="780668"/>
                    <a:ext cx="213931" cy="72866"/>
                  </a:xfrm>
                  <a:custGeom>
                    <a:rect b="b" l="l" r="r" t="t"/>
                    <a:pathLst>
                      <a:path extrusionOk="0" h="72866" w="213931">
                        <a:moveTo>
                          <a:pt x="0" y="0"/>
                        </a:moveTo>
                        <a:lnTo>
                          <a:pt x="0" y="53435"/>
                        </a:lnTo>
                        <a:cubicBezTo>
                          <a:pt x="0" y="64199"/>
                          <a:pt x="47911" y="72866"/>
                          <a:pt x="106966" y="72866"/>
                        </a:cubicBezTo>
                        <a:cubicBezTo>
                          <a:pt x="166021" y="72866"/>
                          <a:pt x="213932" y="64199"/>
                          <a:pt x="213932" y="53435"/>
                        </a:cubicBezTo>
                        <a:lnTo>
                          <a:pt x="213932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750" name="Google Shape;1750;p62"/>
                  <p:cNvSpPr/>
                  <p:nvPr/>
                </p:nvSpPr>
                <p:spPr>
                  <a:xfrm>
                    <a:off x="7512843" y="761238"/>
                    <a:ext cx="213931" cy="38861"/>
                  </a:xfrm>
                  <a:custGeom>
                    <a:rect b="b" l="l" r="r" t="t"/>
                    <a:pathLst>
                      <a:path extrusionOk="0" h="38861" w="213931">
                        <a:moveTo>
                          <a:pt x="213932" y="19431"/>
                        </a:moveTo>
                        <a:cubicBezTo>
                          <a:pt x="213932" y="30162"/>
                          <a:pt x="166042" y="38862"/>
                          <a:pt x="106966" y="38862"/>
                        </a:cubicBezTo>
                        <a:cubicBezTo>
                          <a:pt x="47891" y="38862"/>
                          <a:pt x="1" y="30162"/>
                          <a:pt x="1" y="19431"/>
                        </a:cubicBezTo>
                        <a:cubicBezTo>
                          <a:pt x="1" y="8700"/>
                          <a:pt x="47891" y="0"/>
                          <a:pt x="106966" y="0"/>
                        </a:cubicBezTo>
                        <a:cubicBezTo>
                          <a:pt x="166042" y="0"/>
                          <a:pt x="213932" y="8700"/>
                          <a:pt x="213932" y="19431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1751" name="Google Shape;1751;p62"/>
                <p:cNvGrpSpPr/>
                <p:nvPr/>
              </p:nvGrpSpPr>
              <p:grpSpPr>
                <a:xfrm>
                  <a:off x="7512843" y="685800"/>
                  <a:ext cx="213931" cy="92297"/>
                  <a:chOff x="7512843" y="685800"/>
                  <a:chExt cx="213931" cy="92297"/>
                </a:xfrm>
              </p:grpSpPr>
              <p:sp>
                <p:nvSpPr>
                  <p:cNvPr id="1752" name="Google Shape;1752;p62"/>
                  <p:cNvSpPr/>
                  <p:nvPr/>
                </p:nvSpPr>
                <p:spPr>
                  <a:xfrm>
                    <a:off x="7512843" y="705231"/>
                    <a:ext cx="213931" cy="72866"/>
                  </a:xfrm>
                  <a:custGeom>
                    <a:rect b="b" l="l" r="r" t="t"/>
                    <a:pathLst>
                      <a:path extrusionOk="0" h="72866" w="213931">
                        <a:moveTo>
                          <a:pt x="0" y="0"/>
                        </a:moveTo>
                        <a:lnTo>
                          <a:pt x="0" y="53435"/>
                        </a:lnTo>
                        <a:cubicBezTo>
                          <a:pt x="0" y="64198"/>
                          <a:pt x="47911" y="72866"/>
                          <a:pt x="106966" y="72866"/>
                        </a:cubicBezTo>
                        <a:cubicBezTo>
                          <a:pt x="166021" y="72866"/>
                          <a:pt x="213932" y="64198"/>
                          <a:pt x="213932" y="53435"/>
                        </a:cubicBezTo>
                        <a:lnTo>
                          <a:pt x="213932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753" name="Google Shape;1753;p62"/>
                  <p:cNvSpPr/>
                  <p:nvPr/>
                </p:nvSpPr>
                <p:spPr>
                  <a:xfrm>
                    <a:off x="7512843" y="685800"/>
                    <a:ext cx="213931" cy="38861"/>
                  </a:xfrm>
                  <a:custGeom>
                    <a:rect b="b" l="l" r="r" t="t"/>
                    <a:pathLst>
                      <a:path extrusionOk="0" h="38861" w="213931">
                        <a:moveTo>
                          <a:pt x="213932" y="19431"/>
                        </a:moveTo>
                        <a:cubicBezTo>
                          <a:pt x="213932" y="30162"/>
                          <a:pt x="166042" y="38862"/>
                          <a:pt x="106966" y="38862"/>
                        </a:cubicBezTo>
                        <a:cubicBezTo>
                          <a:pt x="47891" y="38862"/>
                          <a:pt x="1" y="30162"/>
                          <a:pt x="1" y="19431"/>
                        </a:cubicBezTo>
                        <a:cubicBezTo>
                          <a:pt x="1" y="8700"/>
                          <a:pt x="47891" y="0"/>
                          <a:pt x="106966" y="0"/>
                        </a:cubicBezTo>
                        <a:cubicBezTo>
                          <a:pt x="166042" y="0"/>
                          <a:pt x="213932" y="8700"/>
                          <a:pt x="213932" y="19431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</p:grpSp>
      </p:grpSp>
      <p:sp>
        <p:nvSpPr>
          <p:cNvPr id="1754" name="Google Shape;1754;p62"/>
          <p:cNvSpPr/>
          <p:nvPr/>
        </p:nvSpPr>
        <p:spPr>
          <a:xfrm>
            <a:off x="62832" y="4828541"/>
            <a:ext cx="734045" cy="45268"/>
          </a:xfrm>
          <a:custGeom>
            <a:rect b="b" l="l" r="r" t="t"/>
            <a:pathLst>
              <a:path extrusionOk="0" h="50863" w="824770">
                <a:moveTo>
                  <a:pt x="799338" y="50863"/>
                </a:moveTo>
                <a:lnTo>
                  <a:pt x="25432" y="50863"/>
                </a:lnTo>
                <a:cubicBezTo>
                  <a:pt x="11430" y="50863"/>
                  <a:pt x="0" y="39433"/>
                  <a:pt x="0" y="25432"/>
                </a:cubicBezTo>
                <a:lnTo>
                  <a:pt x="0" y="25432"/>
                </a:lnTo>
                <a:cubicBezTo>
                  <a:pt x="0" y="11430"/>
                  <a:pt x="11430" y="0"/>
                  <a:pt x="25432" y="0"/>
                </a:cubicBezTo>
                <a:lnTo>
                  <a:pt x="799338" y="0"/>
                </a:lnTo>
                <a:cubicBezTo>
                  <a:pt x="813339" y="0"/>
                  <a:pt x="824770" y="11430"/>
                  <a:pt x="824770" y="25432"/>
                </a:cubicBezTo>
                <a:lnTo>
                  <a:pt x="824770" y="25432"/>
                </a:lnTo>
                <a:cubicBezTo>
                  <a:pt x="824770" y="39433"/>
                  <a:pt x="813339" y="50863"/>
                  <a:pt x="799338" y="50863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755" name="Google Shape;1755;p62"/>
          <p:cNvGrpSpPr/>
          <p:nvPr/>
        </p:nvGrpSpPr>
        <p:grpSpPr>
          <a:xfrm>
            <a:off x="103395" y="3891186"/>
            <a:ext cx="668783" cy="959747"/>
            <a:chOff x="10519314" y="4728596"/>
            <a:chExt cx="751780" cy="1078731"/>
          </a:xfrm>
        </p:grpSpPr>
        <p:grpSp>
          <p:nvGrpSpPr>
            <p:cNvPr id="1756" name="Google Shape;1756;p62"/>
            <p:cNvGrpSpPr/>
            <p:nvPr/>
          </p:nvGrpSpPr>
          <p:grpSpPr>
            <a:xfrm>
              <a:off x="10519314" y="4728596"/>
              <a:ext cx="626662" cy="1078731"/>
              <a:chOff x="10519314" y="4728596"/>
              <a:chExt cx="626662" cy="1078731"/>
            </a:xfrm>
          </p:grpSpPr>
          <p:grpSp>
            <p:nvGrpSpPr>
              <p:cNvPr id="1757" name="Google Shape;1757;p62"/>
              <p:cNvGrpSpPr/>
              <p:nvPr/>
            </p:nvGrpSpPr>
            <p:grpSpPr>
              <a:xfrm>
                <a:off x="10903220" y="4888205"/>
                <a:ext cx="242756" cy="919122"/>
                <a:chOff x="10903220" y="4888205"/>
                <a:chExt cx="242756" cy="919122"/>
              </a:xfrm>
            </p:grpSpPr>
            <p:sp>
              <p:nvSpPr>
                <p:cNvPr id="1758" name="Google Shape;1758;p62"/>
                <p:cNvSpPr/>
                <p:nvPr/>
              </p:nvSpPr>
              <p:spPr>
                <a:xfrm rot="-447735">
                  <a:off x="10961814" y="4892503"/>
                  <a:ext cx="125567" cy="910526"/>
                </a:xfrm>
                <a:custGeom>
                  <a:rect b="b" l="l" r="r" t="t"/>
                  <a:pathLst>
                    <a:path extrusionOk="0" h="909637" w="125444">
                      <a:moveTo>
                        <a:pt x="0" y="0"/>
                      </a:moveTo>
                      <a:lnTo>
                        <a:pt x="125445" y="0"/>
                      </a:lnTo>
                      <a:lnTo>
                        <a:pt x="125445" y="909637"/>
                      </a:lnTo>
                      <a:lnTo>
                        <a:pt x="0" y="909637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59" name="Google Shape;1759;p62"/>
                <p:cNvSpPr/>
                <p:nvPr/>
              </p:nvSpPr>
              <p:spPr>
                <a:xfrm>
                  <a:off x="10952422" y="4933194"/>
                  <a:ext cx="42088" cy="42088"/>
                </a:xfrm>
                <a:custGeom>
                  <a:rect b="b" l="l" r="r" t="t"/>
                  <a:pathLst>
                    <a:path extrusionOk="0" h="42088" w="42088">
                      <a:moveTo>
                        <a:pt x="41904" y="18282"/>
                      </a:moveTo>
                      <a:cubicBezTo>
                        <a:pt x="43428" y="29807"/>
                        <a:pt x="35331" y="40380"/>
                        <a:pt x="23806" y="41904"/>
                      </a:cubicBezTo>
                      <a:cubicBezTo>
                        <a:pt x="12281" y="43428"/>
                        <a:pt x="1709" y="35332"/>
                        <a:pt x="184" y="23806"/>
                      </a:cubicBezTo>
                      <a:cubicBezTo>
                        <a:pt x="-1340" y="12281"/>
                        <a:pt x="6756" y="1708"/>
                        <a:pt x="18282" y="184"/>
                      </a:cubicBezTo>
                      <a:cubicBezTo>
                        <a:pt x="29807" y="-1340"/>
                        <a:pt x="40380" y="6757"/>
                        <a:pt x="41904" y="18282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60" name="Google Shape;1760;p62"/>
                <p:cNvSpPr/>
                <p:nvPr/>
              </p:nvSpPr>
              <p:spPr>
                <a:xfrm>
                  <a:off x="10961186" y="5000250"/>
                  <a:ext cx="42087" cy="42087"/>
                </a:xfrm>
                <a:custGeom>
                  <a:rect b="b" l="l" r="r" t="t"/>
                  <a:pathLst>
                    <a:path extrusionOk="0" h="42087" w="42087">
                      <a:moveTo>
                        <a:pt x="41904" y="18282"/>
                      </a:moveTo>
                      <a:cubicBezTo>
                        <a:pt x="43427" y="29807"/>
                        <a:pt x="35331" y="40380"/>
                        <a:pt x="23806" y="41904"/>
                      </a:cubicBezTo>
                      <a:cubicBezTo>
                        <a:pt x="12280" y="43428"/>
                        <a:pt x="1708" y="35332"/>
                        <a:pt x="184" y="23806"/>
                      </a:cubicBezTo>
                      <a:cubicBezTo>
                        <a:pt x="-1340" y="12281"/>
                        <a:pt x="6756" y="1708"/>
                        <a:pt x="18281" y="184"/>
                      </a:cubicBezTo>
                      <a:cubicBezTo>
                        <a:pt x="29807" y="-1340"/>
                        <a:pt x="40380" y="6757"/>
                        <a:pt x="41904" y="18282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761" name="Google Shape;1761;p62"/>
                <p:cNvGrpSpPr/>
                <p:nvPr/>
              </p:nvGrpSpPr>
              <p:grpSpPr>
                <a:xfrm>
                  <a:off x="11014221" y="5588618"/>
                  <a:ext cx="100021" cy="114784"/>
                  <a:chOff x="11014221" y="5588618"/>
                  <a:chExt cx="100021" cy="114784"/>
                </a:xfrm>
              </p:grpSpPr>
              <p:sp>
                <p:nvSpPr>
                  <p:cNvPr id="1762" name="Google Shape;1762;p62"/>
                  <p:cNvSpPr/>
                  <p:nvPr/>
                </p:nvSpPr>
                <p:spPr>
                  <a:xfrm rot="-447735">
                    <a:off x="11014826" y="5594269"/>
                    <a:ext cx="88001" cy="15064"/>
                  </a:xfrm>
                  <a:custGeom>
                    <a:rect b="b" l="l" r="r" t="t"/>
                    <a:pathLst>
                      <a:path extrusionOk="0" h="15049" w="87915">
                        <a:moveTo>
                          <a:pt x="0" y="0"/>
                        </a:moveTo>
                        <a:lnTo>
                          <a:pt x="87916" y="0"/>
                        </a:lnTo>
                        <a:lnTo>
                          <a:pt x="87916" y="15049"/>
                        </a:lnTo>
                        <a:lnTo>
                          <a:pt x="0" y="15049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763" name="Google Shape;1763;p62"/>
                  <p:cNvSpPr/>
                  <p:nvPr/>
                </p:nvSpPr>
                <p:spPr>
                  <a:xfrm rot="-447735">
                    <a:off x="11018646" y="5623150"/>
                    <a:ext cx="88001" cy="15064"/>
                  </a:xfrm>
                  <a:custGeom>
                    <a:rect b="b" l="l" r="r" t="t"/>
                    <a:pathLst>
                      <a:path extrusionOk="0" h="15049" w="87915">
                        <a:moveTo>
                          <a:pt x="0" y="0"/>
                        </a:moveTo>
                        <a:lnTo>
                          <a:pt x="87916" y="0"/>
                        </a:lnTo>
                        <a:lnTo>
                          <a:pt x="87916" y="15050"/>
                        </a:lnTo>
                        <a:lnTo>
                          <a:pt x="0" y="1505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764" name="Google Shape;1764;p62"/>
                  <p:cNvSpPr/>
                  <p:nvPr/>
                </p:nvSpPr>
                <p:spPr>
                  <a:xfrm rot="-447735">
                    <a:off x="11021820" y="5653805"/>
                    <a:ext cx="88001" cy="15064"/>
                  </a:xfrm>
                  <a:custGeom>
                    <a:rect b="b" l="l" r="r" t="t"/>
                    <a:pathLst>
                      <a:path extrusionOk="0" h="15049" w="87915">
                        <a:moveTo>
                          <a:pt x="0" y="0"/>
                        </a:moveTo>
                        <a:lnTo>
                          <a:pt x="87916" y="0"/>
                        </a:lnTo>
                        <a:lnTo>
                          <a:pt x="87916" y="15050"/>
                        </a:lnTo>
                        <a:lnTo>
                          <a:pt x="0" y="1505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765" name="Google Shape;1765;p62"/>
                  <p:cNvSpPr/>
                  <p:nvPr/>
                </p:nvSpPr>
                <p:spPr>
                  <a:xfrm rot="-447735">
                    <a:off x="11025635" y="5682688"/>
                    <a:ext cx="88001" cy="15064"/>
                  </a:xfrm>
                  <a:custGeom>
                    <a:rect b="b" l="l" r="r" t="t"/>
                    <a:pathLst>
                      <a:path extrusionOk="0" h="15049" w="87915">
                        <a:moveTo>
                          <a:pt x="0" y="0"/>
                        </a:moveTo>
                        <a:lnTo>
                          <a:pt x="87915" y="0"/>
                        </a:lnTo>
                        <a:lnTo>
                          <a:pt x="87915" y="15050"/>
                        </a:lnTo>
                        <a:lnTo>
                          <a:pt x="0" y="1505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grpSp>
            <p:nvGrpSpPr>
              <p:cNvPr id="1766" name="Google Shape;1766;p62"/>
              <p:cNvGrpSpPr/>
              <p:nvPr/>
            </p:nvGrpSpPr>
            <p:grpSpPr>
              <a:xfrm>
                <a:off x="10718623" y="4728596"/>
                <a:ext cx="229169" cy="1075979"/>
                <a:chOff x="10718623" y="4728596"/>
                <a:chExt cx="229169" cy="1075979"/>
              </a:xfrm>
            </p:grpSpPr>
            <p:sp>
              <p:nvSpPr>
                <p:cNvPr id="1767" name="Google Shape;1767;p62"/>
                <p:cNvSpPr/>
                <p:nvPr/>
              </p:nvSpPr>
              <p:spPr>
                <a:xfrm rot="-172174">
                  <a:off x="10745259" y="4732329"/>
                  <a:ext cx="175897" cy="1068513"/>
                </a:xfrm>
                <a:custGeom>
                  <a:rect b="b" l="l" r="r" t="t"/>
                  <a:pathLst>
                    <a:path extrusionOk="0" h="1069848" w="176117">
                      <a:moveTo>
                        <a:pt x="0" y="0"/>
                      </a:moveTo>
                      <a:lnTo>
                        <a:pt x="176117" y="0"/>
                      </a:lnTo>
                      <a:lnTo>
                        <a:pt x="176117" y="1069848"/>
                      </a:lnTo>
                      <a:lnTo>
                        <a:pt x="0" y="1069848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68" name="Google Shape;1768;p62"/>
                <p:cNvSpPr/>
                <p:nvPr/>
              </p:nvSpPr>
              <p:spPr>
                <a:xfrm>
                  <a:off x="10787634" y="5182743"/>
                  <a:ext cx="87629" cy="87630"/>
                </a:xfrm>
                <a:custGeom>
                  <a:rect b="b" l="l" r="r" t="t"/>
                  <a:pathLst>
                    <a:path extrusionOk="0" h="87630" w="87629">
                      <a:moveTo>
                        <a:pt x="87630" y="43815"/>
                      </a:moveTo>
                      <a:cubicBezTo>
                        <a:pt x="87630" y="68013"/>
                        <a:pt x="68014" y="87630"/>
                        <a:pt x="43815" y="87630"/>
                      </a:cubicBezTo>
                      <a:cubicBezTo>
                        <a:pt x="19617" y="87630"/>
                        <a:pt x="1" y="68014"/>
                        <a:pt x="1" y="43815"/>
                      </a:cubicBezTo>
                      <a:cubicBezTo>
                        <a:pt x="1" y="19617"/>
                        <a:pt x="19617" y="0"/>
                        <a:pt x="43815" y="0"/>
                      </a:cubicBezTo>
                      <a:cubicBezTo>
                        <a:pt x="68014" y="0"/>
                        <a:pt x="87630" y="19616"/>
                        <a:pt x="87630" y="43815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769" name="Google Shape;1769;p62"/>
                <p:cNvGrpSpPr/>
                <p:nvPr/>
              </p:nvGrpSpPr>
              <p:grpSpPr>
                <a:xfrm>
                  <a:off x="10765015" y="5040134"/>
                  <a:ext cx="116314" cy="49775"/>
                  <a:chOff x="10765015" y="5040134"/>
                  <a:chExt cx="116314" cy="49775"/>
                </a:xfrm>
              </p:grpSpPr>
              <p:sp>
                <p:nvSpPr>
                  <p:cNvPr id="1770" name="Google Shape;1770;p62"/>
                  <p:cNvSpPr/>
                  <p:nvPr/>
                </p:nvSpPr>
                <p:spPr>
                  <a:xfrm rot="-172174">
                    <a:off x="10765318" y="5042987"/>
                    <a:ext cx="114347" cy="14935"/>
                  </a:xfrm>
                  <a:custGeom>
                    <a:rect b="b" l="l" r="r" t="t"/>
                    <a:pathLst>
                      <a:path extrusionOk="0" h="14954" w="114490">
                        <a:moveTo>
                          <a:pt x="0" y="0"/>
                        </a:moveTo>
                        <a:lnTo>
                          <a:pt x="114490" y="0"/>
                        </a:lnTo>
                        <a:lnTo>
                          <a:pt x="114490" y="14954"/>
                        </a:lnTo>
                        <a:lnTo>
                          <a:pt x="0" y="1495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771" name="Google Shape;1771;p62"/>
                  <p:cNvSpPr/>
                  <p:nvPr/>
                </p:nvSpPr>
                <p:spPr>
                  <a:xfrm rot="-172174">
                    <a:off x="10766681" y="5072121"/>
                    <a:ext cx="114347" cy="14935"/>
                  </a:xfrm>
                  <a:custGeom>
                    <a:rect b="b" l="l" r="r" t="t"/>
                    <a:pathLst>
                      <a:path extrusionOk="0" h="14954" w="114490">
                        <a:moveTo>
                          <a:pt x="0" y="0"/>
                        </a:moveTo>
                        <a:lnTo>
                          <a:pt x="114491" y="0"/>
                        </a:lnTo>
                        <a:lnTo>
                          <a:pt x="114491" y="14954"/>
                        </a:lnTo>
                        <a:lnTo>
                          <a:pt x="0" y="1495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1772" name="Google Shape;1772;p62"/>
                <p:cNvGrpSpPr/>
                <p:nvPr/>
              </p:nvGrpSpPr>
              <p:grpSpPr>
                <a:xfrm>
                  <a:off x="10784825" y="5436314"/>
                  <a:ext cx="116414" cy="49961"/>
                  <a:chOff x="10784825" y="5436314"/>
                  <a:chExt cx="116414" cy="49961"/>
                </a:xfrm>
              </p:grpSpPr>
              <p:sp>
                <p:nvSpPr>
                  <p:cNvPr id="1773" name="Google Shape;1773;p62"/>
                  <p:cNvSpPr/>
                  <p:nvPr/>
                </p:nvSpPr>
                <p:spPr>
                  <a:xfrm rot="-172174">
                    <a:off x="10785128" y="5439167"/>
                    <a:ext cx="114347" cy="14935"/>
                  </a:xfrm>
                  <a:custGeom>
                    <a:rect b="b" l="l" r="r" t="t"/>
                    <a:pathLst>
                      <a:path extrusionOk="0" h="14954" w="114490">
                        <a:moveTo>
                          <a:pt x="0" y="0"/>
                        </a:moveTo>
                        <a:lnTo>
                          <a:pt x="114491" y="0"/>
                        </a:lnTo>
                        <a:lnTo>
                          <a:pt x="114491" y="14955"/>
                        </a:lnTo>
                        <a:lnTo>
                          <a:pt x="0" y="14955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774" name="Google Shape;1774;p62"/>
                  <p:cNvSpPr/>
                  <p:nvPr/>
                </p:nvSpPr>
                <p:spPr>
                  <a:xfrm rot="-172174">
                    <a:off x="10786591" y="5468487"/>
                    <a:ext cx="114347" cy="14935"/>
                  </a:xfrm>
                  <a:custGeom>
                    <a:rect b="b" l="l" r="r" t="t"/>
                    <a:pathLst>
                      <a:path extrusionOk="0" h="14954" w="114490">
                        <a:moveTo>
                          <a:pt x="0" y="0"/>
                        </a:moveTo>
                        <a:lnTo>
                          <a:pt x="114490" y="0"/>
                        </a:lnTo>
                        <a:lnTo>
                          <a:pt x="114490" y="14955"/>
                        </a:lnTo>
                        <a:lnTo>
                          <a:pt x="0" y="14955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grpSp>
            <p:nvGrpSpPr>
              <p:cNvPr id="1775" name="Google Shape;1775;p62"/>
              <p:cNvGrpSpPr/>
              <p:nvPr/>
            </p:nvGrpSpPr>
            <p:grpSpPr>
              <a:xfrm>
                <a:off x="10519314" y="4813458"/>
                <a:ext cx="202120" cy="992123"/>
                <a:chOff x="10519314" y="4813458"/>
                <a:chExt cx="202120" cy="992123"/>
              </a:xfrm>
            </p:grpSpPr>
            <p:sp>
              <p:nvSpPr>
                <p:cNvPr id="1776" name="Google Shape;1776;p62"/>
                <p:cNvSpPr/>
                <p:nvPr/>
              </p:nvSpPr>
              <p:spPr>
                <a:xfrm>
                  <a:off x="10519314" y="4813458"/>
                  <a:ext cx="202120" cy="992123"/>
                </a:xfrm>
                <a:custGeom>
                  <a:rect b="b" l="l" r="r" t="t"/>
                  <a:pathLst>
                    <a:path extrusionOk="0" h="992123" w="202120">
                      <a:moveTo>
                        <a:pt x="0" y="0"/>
                      </a:moveTo>
                      <a:lnTo>
                        <a:pt x="202120" y="0"/>
                      </a:lnTo>
                      <a:lnTo>
                        <a:pt x="202120" y="992124"/>
                      </a:lnTo>
                      <a:lnTo>
                        <a:pt x="0" y="992124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77" name="Google Shape;1777;p62"/>
                <p:cNvSpPr/>
                <p:nvPr/>
              </p:nvSpPr>
              <p:spPr>
                <a:xfrm>
                  <a:off x="10558843" y="4891468"/>
                  <a:ext cx="123063" cy="123062"/>
                </a:xfrm>
                <a:custGeom>
                  <a:rect b="b" l="l" r="r" t="t"/>
                  <a:pathLst>
                    <a:path extrusionOk="0" h="123062" w="123063">
                      <a:moveTo>
                        <a:pt x="123063" y="61532"/>
                      </a:moveTo>
                      <a:cubicBezTo>
                        <a:pt x="123063" y="95514"/>
                        <a:pt x="95514" y="123063"/>
                        <a:pt x="61531" y="123063"/>
                      </a:cubicBezTo>
                      <a:cubicBezTo>
                        <a:pt x="27548" y="123063"/>
                        <a:pt x="-1" y="95514"/>
                        <a:pt x="-1" y="61532"/>
                      </a:cubicBezTo>
                      <a:cubicBezTo>
                        <a:pt x="-1" y="27549"/>
                        <a:pt x="27548" y="0"/>
                        <a:pt x="61531" y="0"/>
                      </a:cubicBezTo>
                      <a:cubicBezTo>
                        <a:pt x="95514" y="0"/>
                        <a:pt x="123063" y="27549"/>
                        <a:pt x="123063" y="61532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778" name="Google Shape;1778;p62"/>
                <p:cNvGrpSpPr/>
                <p:nvPr/>
              </p:nvGrpSpPr>
              <p:grpSpPr>
                <a:xfrm>
                  <a:off x="10556176" y="5465730"/>
                  <a:ext cx="128397" cy="44196"/>
                  <a:chOff x="10556176" y="5465730"/>
                  <a:chExt cx="128397" cy="44196"/>
                </a:xfrm>
              </p:grpSpPr>
              <p:sp>
                <p:nvSpPr>
                  <p:cNvPr id="1779" name="Google Shape;1779;p62"/>
                  <p:cNvSpPr/>
                  <p:nvPr/>
                </p:nvSpPr>
                <p:spPr>
                  <a:xfrm>
                    <a:off x="10556176" y="5465730"/>
                    <a:ext cx="128397" cy="14954"/>
                  </a:xfrm>
                  <a:custGeom>
                    <a:rect b="b" l="l" r="r" t="t"/>
                    <a:pathLst>
                      <a:path extrusionOk="0" h="14954" w="128397">
                        <a:moveTo>
                          <a:pt x="0" y="0"/>
                        </a:moveTo>
                        <a:lnTo>
                          <a:pt x="128397" y="0"/>
                        </a:lnTo>
                        <a:lnTo>
                          <a:pt x="128397" y="14954"/>
                        </a:lnTo>
                        <a:lnTo>
                          <a:pt x="0" y="1495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780" name="Google Shape;1780;p62"/>
                  <p:cNvSpPr/>
                  <p:nvPr/>
                </p:nvSpPr>
                <p:spPr>
                  <a:xfrm>
                    <a:off x="10556176" y="5494972"/>
                    <a:ext cx="128397" cy="14954"/>
                  </a:xfrm>
                  <a:custGeom>
                    <a:rect b="b" l="l" r="r" t="t"/>
                    <a:pathLst>
                      <a:path extrusionOk="0" h="14954" w="128397">
                        <a:moveTo>
                          <a:pt x="0" y="0"/>
                        </a:moveTo>
                        <a:lnTo>
                          <a:pt x="128397" y="0"/>
                        </a:lnTo>
                        <a:lnTo>
                          <a:pt x="128397" y="14955"/>
                        </a:lnTo>
                        <a:lnTo>
                          <a:pt x="0" y="14955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1781" name="Google Shape;1781;p62"/>
                <p:cNvGrpSpPr/>
                <p:nvPr/>
              </p:nvGrpSpPr>
              <p:grpSpPr>
                <a:xfrm>
                  <a:off x="10556176" y="5689187"/>
                  <a:ext cx="128397" cy="44196"/>
                  <a:chOff x="10556176" y="5689187"/>
                  <a:chExt cx="128397" cy="44196"/>
                </a:xfrm>
              </p:grpSpPr>
              <p:sp>
                <p:nvSpPr>
                  <p:cNvPr id="1782" name="Google Shape;1782;p62"/>
                  <p:cNvSpPr/>
                  <p:nvPr/>
                </p:nvSpPr>
                <p:spPr>
                  <a:xfrm>
                    <a:off x="10556176" y="5689187"/>
                    <a:ext cx="128397" cy="14954"/>
                  </a:xfrm>
                  <a:custGeom>
                    <a:rect b="b" l="l" r="r" t="t"/>
                    <a:pathLst>
                      <a:path extrusionOk="0" h="14954" w="128397">
                        <a:moveTo>
                          <a:pt x="0" y="0"/>
                        </a:moveTo>
                        <a:lnTo>
                          <a:pt x="128397" y="0"/>
                        </a:lnTo>
                        <a:lnTo>
                          <a:pt x="128397" y="14954"/>
                        </a:lnTo>
                        <a:lnTo>
                          <a:pt x="0" y="1495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783" name="Google Shape;1783;p62"/>
                  <p:cNvSpPr/>
                  <p:nvPr/>
                </p:nvSpPr>
                <p:spPr>
                  <a:xfrm>
                    <a:off x="10556176" y="5718429"/>
                    <a:ext cx="128397" cy="14954"/>
                  </a:xfrm>
                  <a:custGeom>
                    <a:rect b="b" l="l" r="r" t="t"/>
                    <a:pathLst>
                      <a:path extrusionOk="0" h="14954" w="128397">
                        <a:moveTo>
                          <a:pt x="0" y="0"/>
                        </a:moveTo>
                        <a:lnTo>
                          <a:pt x="128397" y="0"/>
                        </a:lnTo>
                        <a:lnTo>
                          <a:pt x="128397" y="14954"/>
                        </a:lnTo>
                        <a:lnTo>
                          <a:pt x="0" y="1495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</p:grpSp>
        <p:grpSp>
          <p:nvGrpSpPr>
            <p:cNvPr id="1784" name="Google Shape;1784;p62"/>
            <p:cNvGrpSpPr/>
            <p:nvPr/>
          </p:nvGrpSpPr>
          <p:grpSpPr>
            <a:xfrm>
              <a:off x="11058042" y="5088325"/>
              <a:ext cx="213052" cy="717953"/>
              <a:chOff x="11058042" y="5088325"/>
              <a:chExt cx="213052" cy="717953"/>
            </a:xfrm>
          </p:grpSpPr>
          <p:sp>
            <p:nvSpPr>
              <p:cNvPr id="1785" name="Google Shape;1785;p62"/>
              <p:cNvSpPr/>
              <p:nvPr/>
            </p:nvSpPr>
            <p:spPr>
              <a:xfrm rot="-631368">
                <a:off x="11122592" y="5089982"/>
                <a:ext cx="83952" cy="714640"/>
              </a:xfrm>
              <a:custGeom>
                <a:rect b="b" l="l" r="r" t="t"/>
                <a:pathLst>
                  <a:path extrusionOk="0" h="715136" w="84010">
                    <a:moveTo>
                      <a:pt x="0" y="0"/>
                    </a:moveTo>
                    <a:lnTo>
                      <a:pt x="84010" y="0"/>
                    </a:lnTo>
                    <a:lnTo>
                      <a:pt x="84010" y="715137"/>
                    </a:lnTo>
                    <a:lnTo>
                      <a:pt x="0" y="715137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86" name="Google Shape;1786;p62"/>
              <p:cNvSpPr/>
              <p:nvPr/>
            </p:nvSpPr>
            <p:spPr>
              <a:xfrm rot="-631368">
                <a:off x="11154645" y="5271518"/>
                <a:ext cx="25985" cy="411004"/>
              </a:xfrm>
              <a:custGeom>
                <a:rect b="b" l="l" r="r" t="t"/>
                <a:pathLst>
                  <a:path extrusionOk="0" h="411289" w="26003">
                    <a:moveTo>
                      <a:pt x="0" y="0"/>
                    </a:moveTo>
                    <a:lnTo>
                      <a:pt x="26003" y="0"/>
                    </a:lnTo>
                    <a:lnTo>
                      <a:pt x="26003" y="411289"/>
                    </a:lnTo>
                    <a:lnTo>
                      <a:pt x="0" y="411289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787" name="Google Shape;1787;p62"/>
          <p:cNvGrpSpPr/>
          <p:nvPr/>
        </p:nvGrpSpPr>
        <p:grpSpPr>
          <a:xfrm>
            <a:off x="150676" y="2823493"/>
            <a:ext cx="516117" cy="779220"/>
            <a:chOff x="10572463" y="3528536"/>
            <a:chExt cx="580168" cy="875823"/>
          </a:xfrm>
        </p:grpSpPr>
        <p:grpSp>
          <p:nvGrpSpPr>
            <p:cNvPr id="1788" name="Google Shape;1788;p62"/>
            <p:cNvGrpSpPr/>
            <p:nvPr/>
          </p:nvGrpSpPr>
          <p:grpSpPr>
            <a:xfrm>
              <a:off x="10713815" y="3528536"/>
              <a:ext cx="438816" cy="746664"/>
              <a:chOff x="10713815" y="3528536"/>
              <a:chExt cx="438816" cy="746664"/>
            </a:xfrm>
          </p:grpSpPr>
          <p:sp>
            <p:nvSpPr>
              <p:cNvPr id="1789" name="Google Shape;1789;p62"/>
              <p:cNvSpPr/>
              <p:nvPr/>
            </p:nvSpPr>
            <p:spPr>
              <a:xfrm>
                <a:off x="10713815" y="3528536"/>
                <a:ext cx="438816" cy="746664"/>
              </a:xfrm>
              <a:custGeom>
                <a:rect b="b" l="l" r="r" t="t"/>
                <a:pathLst>
                  <a:path extrusionOk="0" h="746664" w="438816">
                    <a:moveTo>
                      <a:pt x="438721" y="746569"/>
                    </a:moveTo>
                    <a:lnTo>
                      <a:pt x="0" y="746569"/>
                    </a:lnTo>
                    <a:lnTo>
                      <a:pt x="0" y="0"/>
                    </a:lnTo>
                    <a:lnTo>
                      <a:pt x="326231" y="0"/>
                    </a:lnTo>
                    <a:cubicBezTo>
                      <a:pt x="370141" y="43910"/>
                      <a:pt x="394811" y="68580"/>
                      <a:pt x="438816" y="112585"/>
                    </a:cubicBezTo>
                    <a:lnTo>
                      <a:pt x="438816" y="746665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790" name="Google Shape;1790;p62"/>
              <p:cNvGrpSpPr/>
              <p:nvPr/>
            </p:nvGrpSpPr>
            <p:grpSpPr>
              <a:xfrm>
                <a:off x="10776489" y="3625310"/>
                <a:ext cx="313848" cy="288226"/>
                <a:chOff x="10776489" y="3625310"/>
                <a:chExt cx="313848" cy="288226"/>
              </a:xfrm>
            </p:grpSpPr>
            <p:sp>
              <p:nvSpPr>
                <p:cNvPr id="1791" name="Google Shape;1791;p62"/>
                <p:cNvSpPr/>
                <p:nvPr/>
              </p:nvSpPr>
              <p:spPr>
                <a:xfrm>
                  <a:off x="10776489" y="3625310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92" name="Google Shape;1792;p62"/>
                <p:cNvSpPr/>
                <p:nvPr/>
              </p:nvSpPr>
              <p:spPr>
                <a:xfrm>
                  <a:off x="10776489" y="3678650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93" name="Google Shape;1793;p62"/>
                <p:cNvSpPr/>
                <p:nvPr/>
              </p:nvSpPr>
              <p:spPr>
                <a:xfrm>
                  <a:off x="10776489" y="3731990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94" name="Google Shape;1794;p62"/>
                <p:cNvSpPr/>
                <p:nvPr/>
              </p:nvSpPr>
              <p:spPr>
                <a:xfrm>
                  <a:off x="10776489" y="3785425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95" name="Google Shape;1795;p62"/>
                <p:cNvSpPr/>
                <p:nvPr/>
              </p:nvSpPr>
              <p:spPr>
                <a:xfrm>
                  <a:off x="10776489" y="3838765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96" name="Google Shape;1796;p62"/>
                <p:cNvSpPr/>
                <p:nvPr/>
              </p:nvSpPr>
              <p:spPr>
                <a:xfrm>
                  <a:off x="10776489" y="3892105"/>
                  <a:ext cx="184689" cy="21431"/>
                </a:xfrm>
                <a:custGeom>
                  <a:rect b="b" l="l" r="r" t="t"/>
                  <a:pathLst>
                    <a:path extrusionOk="0" h="21431" w="184689">
                      <a:moveTo>
                        <a:pt x="0" y="0"/>
                      </a:moveTo>
                      <a:lnTo>
                        <a:pt x="184690" y="0"/>
                      </a:lnTo>
                      <a:lnTo>
                        <a:pt x="184690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rgbClr val="42444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797" name="Google Shape;1797;p62"/>
              <p:cNvGrpSpPr/>
              <p:nvPr/>
            </p:nvGrpSpPr>
            <p:grpSpPr>
              <a:xfrm>
                <a:off x="10776489" y="3999547"/>
                <a:ext cx="313848" cy="181546"/>
                <a:chOff x="10776489" y="3999547"/>
                <a:chExt cx="313848" cy="181546"/>
              </a:xfrm>
            </p:grpSpPr>
            <p:sp>
              <p:nvSpPr>
                <p:cNvPr id="1798" name="Google Shape;1798;p62"/>
                <p:cNvSpPr/>
                <p:nvPr/>
              </p:nvSpPr>
              <p:spPr>
                <a:xfrm>
                  <a:off x="10776489" y="3999547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99" name="Google Shape;1799;p62"/>
                <p:cNvSpPr/>
                <p:nvPr/>
              </p:nvSpPr>
              <p:spPr>
                <a:xfrm>
                  <a:off x="10776489" y="4052887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00" name="Google Shape;1800;p62"/>
                <p:cNvSpPr/>
                <p:nvPr/>
              </p:nvSpPr>
              <p:spPr>
                <a:xfrm>
                  <a:off x="10776489" y="4106322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01" name="Google Shape;1801;p62"/>
                <p:cNvSpPr/>
                <p:nvPr/>
              </p:nvSpPr>
              <p:spPr>
                <a:xfrm>
                  <a:off x="10776489" y="4159662"/>
                  <a:ext cx="184689" cy="21431"/>
                </a:xfrm>
                <a:custGeom>
                  <a:rect b="b" l="l" r="r" t="t"/>
                  <a:pathLst>
                    <a:path extrusionOk="0" h="21431" w="184689">
                      <a:moveTo>
                        <a:pt x="0" y="0"/>
                      </a:moveTo>
                      <a:lnTo>
                        <a:pt x="184690" y="0"/>
                      </a:lnTo>
                      <a:lnTo>
                        <a:pt x="184690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rgbClr val="42444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1802" name="Google Shape;1802;p62"/>
              <p:cNvSpPr/>
              <p:nvPr/>
            </p:nvSpPr>
            <p:spPr>
              <a:xfrm>
                <a:off x="11039951" y="3528536"/>
                <a:ext cx="112584" cy="112585"/>
              </a:xfrm>
              <a:custGeom>
                <a:rect b="b" l="l" r="r" t="t"/>
                <a:pathLst>
                  <a:path extrusionOk="0" h="112585" w="112584">
                    <a:moveTo>
                      <a:pt x="112585" y="112585"/>
                    </a:moveTo>
                    <a:lnTo>
                      <a:pt x="0" y="112585"/>
                    </a:lnTo>
                    <a:lnTo>
                      <a:pt x="0" y="0"/>
                    </a:lnTo>
                    <a:lnTo>
                      <a:pt x="0" y="0"/>
                    </a:lnTo>
                    <a:cubicBezTo>
                      <a:pt x="43910" y="43910"/>
                      <a:pt x="68580" y="68580"/>
                      <a:pt x="112585" y="112585"/>
                    </a:cubicBezTo>
                    <a:lnTo>
                      <a:pt x="112585" y="112585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803" name="Google Shape;1803;p62"/>
            <p:cNvGrpSpPr/>
            <p:nvPr/>
          </p:nvGrpSpPr>
          <p:grpSpPr>
            <a:xfrm>
              <a:off x="10572463" y="3657790"/>
              <a:ext cx="438817" cy="746569"/>
              <a:chOff x="10572463" y="3657790"/>
              <a:chExt cx="438817" cy="746569"/>
            </a:xfrm>
          </p:grpSpPr>
          <p:sp>
            <p:nvSpPr>
              <p:cNvPr id="1804" name="Google Shape;1804;p62"/>
              <p:cNvSpPr/>
              <p:nvPr/>
            </p:nvSpPr>
            <p:spPr>
              <a:xfrm>
                <a:off x="10572463" y="3657790"/>
                <a:ext cx="438817" cy="746569"/>
              </a:xfrm>
              <a:custGeom>
                <a:rect b="b" l="l" r="r" t="t"/>
                <a:pathLst>
                  <a:path extrusionOk="0" h="746569" w="438817">
                    <a:moveTo>
                      <a:pt x="438722" y="746570"/>
                    </a:moveTo>
                    <a:lnTo>
                      <a:pt x="0" y="746570"/>
                    </a:lnTo>
                    <a:lnTo>
                      <a:pt x="0" y="0"/>
                    </a:lnTo>
                    <a:lnTo>
                      <a:pt x="326231" y="0"/>
                    </a:lnTo>
                    <a:cubicBezTo>
                      <a:pt x="370141" y="43910"/>
                      <a:pt x="394812" y="68580"/>
                      <a:pt x="438817" y="112586"/>
                    </a:cubicBezTo>
                    <a:lnTo>
                      <a:pt x="438817" y="74657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805" name="Google Shape;1805;p62"/>
              <p:cNvGrpSpPr/>
              <p:nvPr/>
            </p:nvGrpSpPr>
            <p:grpSpPr>
              <a:xfrm>
                <a:off x="10635138" y="3754469"/>
                <a:ext cx="313848" cy="288321"/>
                <a:chOff x="10635138" y="3754469"/>
                <a:chExt cx="313848" cy="288321"/>
              </a:xfrm>
            </p:grpSpPr>
            <p:sp>
              <p:nvSpPr>
                <p:cNvPr id="1806" name="Google Shape;1806;p62"/>
                <p:cNvSpPr/>
                <p:nvPr/>
              </p:nvSpPr>
              <p:spPr>
                <a:xfrm>
                  <a:off x="10635138" y="3754469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07" name="Google Shape;1807;p62"/>
                <p:cNvSpPr/>
                <p:nvPr/>
              </p:nvSpPr>
              <p:spPr>
                <a:xfrm>
                  <a:off x="10635138" y="3807904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08" name="Google Shape;1808;p62"/>
                <p:cNvSpPr/>
                <p:nvPr/>
              </p:nvSpPr>
              <p:spPr>
                <a:xfrm>
                  <a:off x="10635138" y="3861244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09" name="Google Shape;1809;p62"/>
                <p:cNvSpPr/>
                <p:nvPr/>
              </p:nvSpPr>
              <p:spPr>
                <a:xfrm>
                  <a:off x="10635138" y="3914584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10" name="Google Shape;1810;p62"/>
                <p:cNvSpPr/>
                <p:nvPr/>
              </p:nvSpPr>
              <p:spPr>
                <a:xfrm>
                  <a:off x="10635138" y="3968019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11" name="Google Shape;1811;p62"/>
                <p:cNvSpPr/>
                <p:nvPr/>
              </p:nvSpPr>
              <p:spPr>
                <a:xfrm>
                  <a:off x="10635138" y="4021359"/>
                  <a:ext cx="184689" cy="21431"/>
                </a:xfrm>
                <a:custGeom>
                  <a:rect b="b" l="l" r="r" t="t"/>
                  <a:pathLst>
                    <a:path extrusionOk="0" h="21431" w="184689">
                      <a:moveTo>
                        <a:pt x="0" y="0"/>
                      </a:moveTo>
                      <a:lnTo>
                        <a:pt x="184689" y="0"/>
                      </a:lnTo>
                      <a:lnTo>
                        <a:pt x="184689" y="21431"/>
                      </a:lnTo>
                      <a:lnTo>
                        <a:pt x="-1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812" name="Google Shape;1812;p62"/>
              <p:cNvGrpSpPr/>
              <p:nvPr/>
            </p:nvGrpSpPr>
            <p:grpSpPr>
              <a:xfrm>
                <a:off x="10635138" y="4128801"/>
                <a:ext cx="313848" cy="181547"/>
                <a:chOff x="10635138" y="4128801"/>
                <a:chExt cx="313848" cy="181547"/>
              </a:xfrm>
            </p:grpSpPr>
            <p:sp>
              <p:nvSpPr>
                <p:cNvPr id="1813" name="Google Shape;1813;p62"/>
                <p:cNvSpPr/>
                <p:nvPr/>
              </p:nvSpPr>
              <p:spPr>
                <a:xfrm>
                  <a:off x="10635138" y="4128801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14" name="Google Shape;1814;p62"/>
                <p:cNvSpPr/>
                <p:nvPr/>
              </p:nvSpPr>
              <p:spPr>
                <a:xfrm>
                  <a:off x="10635138" y="4182141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15" name="Google Shape;1815;p62"/>
                <p:cNvSpPr/>
                <p:nvPr/>
              </p:nvSpPr>
              <p:spPr>
                <a:xfrm>
                  <a:off x="10635138" y="4235481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16" name="Google Shape;1816;p62"/>
                <p:cNvSpPr/>
                <p:nvPr/>
              </p:nvSpPr>
              <p:spPr>
                <a:xfrm>
                  <a:off x="10635138" y="4288917"/>
                  <a:ext cx="184689" cy="21431"/>
                </a:xfrm>
                <a:custGeom>
                  <a:rect b="b" l="l" r="r" t="t"/>
                  <a:pathLst>
                    <a:path extrusionOk="0" h="21431" w="184689">
                      <a:moveTo>
                        <a:pt x="0" y="0"/>
                      </a:moveTo>
                      <a:lnTo>
                        <a:pt x="184689" y="0"/>
                      </a:lnTo>
                      <a:lnTo>
                        <a:pt x="184689" y="21431"/>
                      </a:lnTo>
                      <a:lnTo>
                        <a:pt x="-1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1817" name="Google Shape;1817;p62"/>
              <p:cNvSpPr/>
              <p:nvPr/>
            </p:nvSpPr>
            <p:spPr>
              <a:xfrm>
                <a:off x="10898599" y="3657790"/>
                <a:ext cx="112586" cy="112585"/>
              </a:xfrm>
              <a:custGeom>
                <a:rect b="b" l="l" r="r" t="t"/>
                <a:pathLst>
                  <a:path extrusionOk="0" h="112585" w="112586">
                    <a:moveTo>
                      <a:pt x="112586" y="112586"/>
                    </a:moveTo>
                    <a:lnTo>
                      <a:pt x="0" y="112586"/>
                    </a:lnTo>
                    <a:lnTo>
                      <a:pt x="0" y="0"/>
                    </a:lnTo>
                    <a:lnTo>
                      <a:pt x="0" y="0"/>
                    </a:lnTo>
                    <a:cubicBezTo>
                      <a:pt x="43910" y="43910"/>
                      <a:pt x="68581" y="68580"/>
                      <a:pt x="112586" y="112586"/>
                    </a:cubicBezTo>
                    <a:lnTo>
                      <a:pt x="112586" y="112586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818" name="Google Shape;1818;p62"/>
          <p:cNvGrpSpPr/>
          <p:nvPr/>
        </p:nvGrpSpPr>
        <p:grpSpPr>
          <a:xfrm>
            <a:off x="361835" y="3601018"/>
            <a:ext cx="22030" cy="294484"/>
            <a:chOff x="10809827" y="4402455"/>
            <a:chExt cx="24764" cy="330993"/>
          </a:xfrm>
        </p:grpSpPr>
        <p:sp>
          <p:nvSpPr>
            <p:cNvPr id="1819" name="Google Shape;1819;p62"/>
            <p:cNvSpPr/>
            <p:nvPr/>
          </p:nvSpPr>
          <p:spPr>
            <a:xfrm>
              <a:off x="10822209" y="4414266"/>
              <a:ext cx="9525" cy="307467"/>
            </a:xfrm>
            <a:custGeom>
              <a:rect b="b" l="l" r="r" t="t"/>
              <a:pathLst>
                <a:path extrusionOk="0" h="307467" w="9525">
                  <a:moveTo>
                    <a:pt x="-1" y="307467"/>
                  </a:moveTo>
                  <a:lnTo>
                    <a:pt x="-1" y="0"/>
                  </a:lnTo>
                </a:path>
              </a:pathLst>
            </a:custGeom>
            <a:solidFill>
              <a:schemeClr val="accent4"/>
            </a:solidFill>
            <a:ln cap="flat" cmpd="sng" w="10950">
              <a:solidFill>
                <a:schemeClr val="accent4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20" name="Google Shape;1820;p62"/>
            <p:cNvSpPr/>
            <p:nvPr/>
          </p:nvSpPr>
          <p:spPr>
            <a:xfrm>
              <a:off x="10809827" y="4708683"/>
              <a:ext cx="24764" cy="24765"/>
            </a:xfrm>
            <a:custGeom>
              <a:rect b="b" l="l" r="r" t="t"/>
              <a:pathLst>
                <a:path extrusionOk="0" h="24765" w="24764">
                  <a:moveTo>
                    <a:pt x="24765" y="12382"/>
                  </a:moveTo>
                  <a:cubicBezTo>
                    <a:pt x="24765" y="19240"/>
                    <a:pt x="19241" y="24765"/>
                    <a:pt x="12382" y="24765"/>
                  </a:cubicBezTo>
                  <a:cubicBezTo>
                    <a:pt x="5524" y="24765"/>
                    <a:pt x="0" y="19240"/>
                    <a:pt x="0" y="12382"/>
                  </a:cubicBezTo>
                  <a:cubicBezTo>
                    <a:pt x="0" y="5524"/>
                    <a:pt x="5524" y="0"/>
                    <a:pt x="12382" y="0"/>
                  </a:cubicBezTo>
                  <a:cubicBezTo>
                    <a:pt x="19241" y="0"/>
                    <a:pt x="24765" y="5524"/>
                    <a:pt x="24765" y="12382"/>
                  </a:cubicBezTo>
                  <a:close/>
                </a:path>
              </a:pathLst>
            </a:cu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21" name="Google Shape;1821;p62"/>
            <p:cNvSpPr/>
            <p:nvPr/>
          </p:nvSpPr>
          <p:spPr>
            <a:xfrm>
              <a:off x="10809827" y="4402455"/>
              <a:ext cx="24764" cy="24764"/>
            </a:xfrm>
            <a:custGeom>
              <a:rect b="b" l="l" r="r" t="t"/>
              <a:pathLst>
                <a:path extrusionOk="0" h="24764" w="24764">
                  <a:moveTo>
                    <a:pt x="24765" y="12382"/>
                  </a:moveTo>
                  <a:cubicBezTo>
                    <a:pt x="24765" y="5524"/>
                    <a:pt x="19241" y="0"/>
                    <a:pt x="12382" y="0"/>
                  </a:cubicBezTo>
                  <a:cubicBezTo>
                    <a:pt x="5524" y="0"/>
                    <a:pt x="0" y="5524"/>
                    <a:pt x="0" y="12382"/>
                  </a:cubicBezTo>
                  <a:cubicBezTo>
                    <a:pt x="0" y="19240"/>
                    <a:pt x="5524" y="24765"/>
                    <a:pt x="12382" y="24765"/>
                  </a:cubicBezTo>
                  <a:cubicBezTo>
                    <a:pt x="19241" y="24765"/>
                    <a:pt x="24765" y="19240"/>
                    <a:pt x="24765" y="12382"/>
                  </a:cubicBezTo>
                  <a:close/>
                </a:path>
              </a:pathLst>
            </a:cu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ONE_COLUMN_TEXT_1">
    <p:spTree>
      <p:nvGrpSpPr>
        <p:cNvPr id="1822" name="Shape 18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3" name="Google Shape;1823;p63"/>
          <p:cNvSpPr txBox="1"/>
          <p:nvPr>
            <p:ph type="title"/>
          </p:nvPr>
        </p:nvSpPr>
        <p:spPr>
          <a:xfrm>
            <a:off x="811975" y="1032900"/>
            <a:ext cx="2804400" cy="1006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824" name="Google Shape;1824;p63"/>
          <p:cNvSpPr txBox="1"/>
          <p:nvPr>
            <p:ph idx="1" type="subTitle"/>
          </p:nvPr>
        </p:nvSpPr>
        <p:spPr>
          <a:xfrm>
            <a:off x="811975" y="2039700"/>
            <a:ext cx="4294800" cy="207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■"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●"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●"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○"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9pPr>
          </a:lstStyle>
          <a:p/>
        </p:txBody>
      </p:sp>
      <p:sp>
        <p:nvSpPr>
          <p:cNvPr id="1825" name="Google Shape;1825;p63"/>
          <p:cNvSpPr/>
          <p:nvPr>
            <p:ph idx="2" type="pic"/>
          </p:nvPr>
        </p:nvSpPr>
        <p:spPr>
          <a:xfrm>
            <a:off x="5668975" y="1076550"/>
            <a:ext cx="2990400" cy="29904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1826" name="Google Shape;1826;p63"/>
          <p:cNvSpPr/>
          <p:nvPr/>
        </p:nvSpPr>
        <p:spPr>
          <a:xfrm rot="-2381697">
            <a:off x="-1265120" y="-661594"/>
            <a:ext cx="3096202" cy="2008988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7" name="Google Shape;1827;p63"/>
          <p:cNvSpPr/>
          <p:nvPr/>
        </p:nvSpPr>
        <p:spPr>
          <a:xfrm rot="-7296874">
            <a:off x="-735040" y="4231574"/>
            <a:ext cx="2036053" cy="1508864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828" name="Google Shape;1828;p63"/>
          <p:cNvGrpSpPr/>
          <p:nvPr/>
        </p:nvGrpSpPr>
        <p:grpSpPr>
          <a:xfrm>
            <a:off x="65066" y="4373044"/>
            <a:ext cx="878158" cy="654532"/>
            <a:chOff x="1114425" y="4361211"/>
            <a:chExt cx="573023" cy="427101"/>
          </a:xfrm>
        </p:grpSpPr>
        <p:grpSp>
          <p:nvGrpSpPr>
            <p:cNvPr id="1829" name="Google Shape;1829;p63"/>
            <p:cNvGrpSpPr/>
            <p:nvPr/>
          </p:nvGrpSpPr>
          <p:grpSpPr>
            <a:xfrm>
              <a:off x="1114425" y="4361211"/>
              <a:ext cx="573023" cy="427101"/>
              <a:chOff x="1114425" y="4361211"/>
              <a:chExt cx="573023" cy="427101"/>
            </a:xfrm>
          </p:grpSpPr>
          <p:sp>
            <p:nvSpPr>
              <p:cNvPr id="1830" name="Google Shape;1830;p63"/>
              <p:cNvSpPr/>
              <p:nvPr/>
            </p:nvSpPr>
            <p:spPr>
              <a:xfrm>
                <a:off x="1241964" y="4361211"/>
                <a:ext cx="445484" cy="299466"/>
              </a:xfrm>
              <a:custGeom>
                <a:rect b="b" l="l" r="r" t="t"/>
                <a:pathLst>
                  <a:path extrusionOk="0" h="299466" w="445484">
                    <a:moveTo>
                      <a:pt x="139160" y="7715"/>
                    </a:moveTo>
                    <a:lnTo>
                      <a:pt x="173450" y="42005"/>
                    </a:lnTo>
                    <a:cubicBezTo>
                      <a:pt x="178403" y="46958"/>
                      <a:pt x="185166" y="49721"/>
                      <a:pt x="192215" y="49721"/>
                    </a:cubicBezTo>
                    <a:lnTo>
                      <a:pt x="419005" y="49721"/>
                    </a:lnTo>
                    <a:cubicBezTo>
                      <a:pt x="433673" y="49721"/>
                      <a:pt x="445484" y="61627"/>
                      <a:pt x="445484" y="76200"/>
                    </a:cubicBezTo>
                    <a:lnTo>
                      <a:pt x="445484" y="272987"/>
                    </a:lnTo>
                    <a:cubicBezTo>
                      <a:pt x="445484" y="287655"/>
                      <a:pt x="433578" y="299466"/>
                      <a:pt x="419005" y="299466"/>
                    </a:cubicBezTo>
                    <a:lnTo>
                      <a:pt x="26479" y="299466"/>
                    </a:lnTo>
                    <a:cubicBezTo>
                      <a:pt x="11811" y="299466"/>
                      <a:pt x="0" y="287560"/>
                      <a:pt x="0" y="272987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79" y="0"/>
                    </a:cubicBezTo>
                    <a:lnTo>
                      <a:pt x="120396" y="0"/>
                    </a:lnTo>
                    <a:cubicBezTo>
                      <a:pt x="127445" y="0"/>
                      <a:pt x="134207" y="2762"/>
                      <a:pt x="139160" y="7715"/>
                    </a:cubicBezTo>
                    <a:close/>
                  </a:path>
                </a:pathLst>
              </a:custGeom>
              <a:solidFill>
                <a:srgbClr val="35363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31" name="Google Shape;1831;p63"/>
              <p:cNvSpPr/>
              <p:nvPr/>
            </p:nvSpPr>
            <p:spPr>
              <a:xfrm>
                <a:off x="1178242" y="4425029"/>
                <a:ext cx="445484" cy="299466"/>
              </a:xfrm>
              <a:custGeom>
                <a:rect b="b" l="l" r="r" t="t"/>
                <a:pathLst>
                  <a:path extrusionOk="0" h="299466" w="445484">
                    <a:moveTo>
                      <a:pt x="139160" y="7620"/>
                    </a:moveTo>
                    <a:lnTo>
                      <a:pt x="173450" y="41910"/>
                    </a:lnTo>
                    <a:cubicBezTo>
                      <a:pt x="178403" y="46863"/>
                      <a:pt x="185166" y="49721"/>
                      <a:pt x="192215" y="49721"/>
                    </a:cubicBezTo>
                    <a:lnTo>
                      <a:pt x="419005" y="49721"/>
                    </a:lnTo>
                    <a:cubicBezTo>
                      <a:pt x="433673" y="49721"/>
                      <a:pt x="445484" y="61627"/>
                      <a:pt x="445484" y="76200"/>
                    </a:cubicBezTo>
                    <a:lnTo>
                      <a:pt x="445484" y="272987"/>
                    </a:lnTo>
                    <a:cubicBezTo>
                      <a:pt x="445484" y="287655"/>
                      <a:pt x="433578" y="299466"/>
                      <a:pt x="419005" y="299466"/>
                    </a:cubicBezTo>
                    <a:lnTo>
                      <a:pt x="26479" y="299466"/>
                    </a:lnTo>
                    <a:cubicBezTo>
                      <a:pt x="11811" y="299466"/>
                      <a:pt x="0" y="287560"/>
                      <a:pt x="0" y="272987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79" y="0"/>
                    </a:cubicBezTo>
                    <a:lnTo>
                      <a:pt x="120396" y="0"/>
                    </a:lnTo>
                    <a:cubicBezTo>
                      <a:pt x="127445" y="0"/>
                      <a:pt x="134207" y="2762"/>
                      <a:pt x="139160" y="7715"/>
                    </a:cubicBezTo>
                    <a:close/>
                  </a:path>
                </a:pathLst>
              </a:custGeom>
              <a:solidFill>
                <a:srgbClr val="42444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32" name="Google Shape;1832;p63"/>
              <p:cNvSpPr/>
              <p:nvPr/>
            </p:nvSpPr>
            <p:spPr>
              <a:xfrm>
                <a:off x="1114425" y="4488846"/>
                <a:ext cx="445484" cy="299466"/>
              </a:xfrm>
              <a:custGeom>
                <a:rect b="b" l="l" r="r" t="t"/>
                <a:pathLst>
                  <a:path extrusionOk="0" h="299466" w="445484">
                    <a:moveTo>
                      <a:pt x="139160" y="7620"/>
                    </a:moveTo>
                    <a:lnTo>
                      <a:pt x="173450" y="41910"/>
                    </a:lnTo>
                    <a:cubicBezTo>
                      <a:pt x="178403" y="46863"/>
                      <a:pt x="185166" y="49721"/>
                      <a:pt x="192215" y="49721"/>
                    </a:cubicBezTo>
                    <a:lnTo>
                      <a:pt x="419005" y="49721"/>
                    </a:lnTo>
                    <a:cubicBezTo>
                      <a:pt x="433673" y="49721"/>
                      <a:pt x="445484" y="61627"/>
                      <a:pt x="445484" y="76200"/>
                    </a:cubicBezTo>
                    <a:lnTo>
                      <a:pt x="445484" y="272987"/>
                    </a:lnTo>
                    <a:cubicBezTo>
                      <a:pt x="445484" y="287655"/>
                      <a:pt x="433578" y="299466"/>
                      <a:pt x="419005" y="299466"/>
                    </a:cubicBezTo>
                    <a:lnTo>
                      <a:pt x="26480" y="299466"/>
                    </a:lnTo>
                    <a:cubicBezTo>
                      <a:pt x="11811" y="299466"/>
                      <a:pt x="0" y="287560"/>
                      <a:pt x="0" y="272987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80" y="0"/>
                    </a:cubicBezTo>
                    <a:lnTo>
                      <a:pt x="120396" y="0"/>
                    </a:lnTo>
                    <a:cubicBezTo>
                      <a:pt x="127445" y="0"/>
                      <a:pt x="134207" y="2762"/>
                      <a:pt x="139160" y="7811"/>
                    </a:cubicBezTo>
                    <a:close/>
                  </a:path>
                </a:pathLst>
              </a:custGeom>
              <a:solidFill>
                <a:srgbClr val="6F708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833" name="Google Shape;1833;p63"/>
            <p:cNvSpPr/>
            <p:nvPr/>
          </p:nvSpPr>
          <p:spPr>
            <a:xfrm>
              <a:off x="1303210" y="4628965"/>
              <a:ext cx="68735" cy="82063"/>
            </a:xfrm>
            <a:custGeom>
              <a:rect b="b" l="l" r="r" t="t"/>
              <a:pathLst>
                <a:path extrusionOk="0" h="82063" w="68735">
                  <a:moveTo>
                    <a:pt x="0" y="6471"/>
                  </a:moveTo>
                  <a:lnTo>
                    <a:pt x="0" y="75527"/>
                  </a:lnTo>
                  <a:cubicBezTo>
                    <a:pt x="0" y="80575"/>
                    <a:pt x="5524" y="83719"/>
                    <a:pt x="9811" y="81147"/>
                  </a:cubicBezTo>
                  <a:lnTo>
                    <a:pt x="65532" y="48095"/>
                  </a:lnTo>
                  <a:cubicBezTo>
                    <a:pt x="69723" y="45619"/>
                    <a:pt x="69818" y="39618"/>
                    <a:pt x="65723" y="37046"/>
                  </a:cubicBezTo>
                  <a:lnTo>
                    <a:pt x="10001" y="1042"/>
                  </a:lnTo>
                  <a:cubicBezTo>
                    <a:pt x="5715" y="-1721"/>
                    <a:pt x="0" y="1327"/>
                    <a:pt x="0" y="647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ONE_COLUMN_TEXT_1_1">
    <p:spTree>
      <p:nvGrpSpPr>
        <p:cNvPr id="1834" name="Shape 18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5" name="Google Shape;1835;p64"/>
          <p:cNvSpPr txBox="1"/>
          <p:nvPr>
            <p:ph type="title"/>
          </p:nvPr>
        </p:nvSpPr>
        <p:spPr>
          <a:xfrm>
            <a:off x="2013850" y="841075"/>
            <a:ext cx="5116200" cy="1390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836" name="Google Shape;1836;p64"/>
          <p:cNvSpPr txBox="1"/>
          <p:nvPr>
            <p:ph idx="1" type="subTitle"/>
          </p:nvPr>
        </p:nvSpPr>
        <p:spPr>
          <a:xfrm>
            <a:off x="2013850" y="2231525"/>
            <a:ext cx="5116200" cy="207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■"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●"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●"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○"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9pPr>
          </a:lstStyle>
          <a:p/>
        </p:txBody>
      </p:sp>
      <p:sp>
        <p:nvSpPr>
          <p:cNvPr id="1837" name="Google Shape;1837;p64"/>
          <p:cNvSpPr/>
          <p:nvPr/>
        </p:nvSpPr>
        <p:spPr>
          <a:xfrm flipH="1" rot="9076707">
            <a:off x="7972821" y="-586852"/>
            <a:ext cx="1683799" cy="1672812"/>
          </a:xfrm>
          <a:custGeom>
            <a:rect b="b" l="l" r="r" t="t"/>
            <a:pathLst>
              <a:path extrusionOk="0" h="30330" w="38869">
                <a:moveTo>
                  <a:pt x="24297" y="1"/>
                </a:moveTo>
                <a:cubicBezTo>
                  <a:pt x="23576" y="1"/>
                  <a:pt x="22813" y="81"/>
                  <a:pt x="22018" y="271"/>
                </a:cubicBezTo>
                <a:cubicBezTo>
                  <a:pt x="16904" y="1494"/>
                  <a:pt x="14626" y="5778"/>
                  <a:pt x="11611" y="8671"/>
                </a:cubicBezTo>
                <a:cubicBezTo>
                  <a:pt x="10032" y="10186"/>
                  <a:pt x="7766" y="10684"/>
                  <a:pt x="5916" y="11826"/>
                </a:cubicBezTo>
                <a:cubicBezTo>
                  <a:pt x="0" y="15481"/>
                  <a:pt x="539" y="24197"/>
                  <a:pt x="4874" y="27639"/>
                </a:cubicBezTo>
                <a:cubicBezTo>
                  <a:pt x="7150" y="29445"/>
                  <a:pt x="9815" y="30330"/>
                  <a:pt x="12976" y="30330"/>
                </a:cubicBezTo>
                <a:cubicBezTo>
                  <a:pt x="15025" y="30330"/>
                  <a:pt x="17282" y="29958"/>
                  <a:pt x="19778" y="29225"/>
                </a:cubicBezTo>
                <a:cubicBezTo>
                  <a:pt x="26123" y="27360"/>
                  <a:pt x="30656" y="26268"/>
                  <a:pt x="34763" y="20412"/>
                </a:cubicBezTo>
                <a:cubicBezTo>
                  <a:pt x="38869" y="14558"/>
                  <a:pt x="35544" y="6859"/>
                  <a:pt x="30907" y="2368"/>
                </a:cubicBezTo>
                <a:cubicBezTo>
                  <a:pt x="30907" y="2368"/>
                  <a:pt x="28215" y="1"/>
                  <a:pt x="24297" y="1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838" name="Google Shape;1838;p64"/>
          <p:cNvGrpSpPr/>
          <p:nvPr/>
        </p:nvGrpSpPr>
        <p:grpSpPr>
          <a:xfrm flipH="1">
            <a:off x="683048" y="4696520"/>
            <a:ext cx="325927" cy="404808"/>
            <a:chOff x="7385113" y="1535430"/>
            <a:chExt cx="435673" cy="541115"/>
          </a:xfrm>
        </p:grpSpPr>
        <p:sp>
          <p:nvSpPr>
            <p:cNvPr id="1839" name="Google Shape;1839;p64"/>
            <p:cNvSpPr/>
            <p:nvPr/>
          </p:nvSpPr>
          <p:spPr>
            <a:xfrm>
              <a:off x="7385113" y="1535430"/>
              <a:ext cx="435673" cy="541115"/>
            </a:xfrm>
            <a:custGeom>
              <a:rect b="b" l="l" r="r" t="t"/>
              <a:pathLst>
                <a:path extrusionOk="0" h="541115" w="435673">
                  <a:moveTo>
                    <a:pt x="394621" y="0"/>
                  </a:moveTo>
                  <a:cubicBezTo>
                    <a:pt x="417294" y="0"/>
                    <a:pt x="435674" y="18380"/>
                    <a:pt x="435674" y="41053"/>
                  </a:cubicBezTo>
                  <a:lnTo>
                    <a:pt x="435674" y="500062"/>
                  </a:lnTo>
                  <a:cubicBezTo>
                    <a:pt x="435674" y="522735"/>
                    <a:pt x="417294" y="541115"/>
                    <a:pt x="394621" y="541115"/>
                  </a:cubicBezTo>
                  <a:lnTo>
                    <a:pt x="41053" y="541115"/>
                  </a:lnTo>
                  <a:cubicBezTo>
                    <a:pt x="18380" y="541115"/>
                    <a:pt x="0" y="522735"/>
                    <a:pt x="0" y="500062"/>
                  </a:cubicBezTo>
                  <a:lnTo>
                    <a:pt x="0" y="41053"/>
                  </a:lnTo>
                  <a:cubicBezTo>
                    <a:pt x="0" y="18380"/>
                    <a:pt x="18380" y="0"/>
                    <a:pt x="4105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840" name="Google Shape;1840;p64"/>
            <p:cNvGrpSpPr/>
            <p:nvPr/>
          </p:nvGrpSpPr>
          <p:grpSpPr>
            <a:xfrm>
              <a:off x="7612094" y="1566576"/>
              <a:ext cx="164781" cy="41529"/>
              <a:chOff x="7612094" y="1566576"/>
              <a:chExt cx="164781" cy="41529"/>
            </a:xfrm>
          </p:grpSpPr>
          <p:sp>
            <p:nvSpPr>
              <p:cNvPr id="1841" name="Google Shape;1841;p64"/>
              <p:cNvSpPr/>
              <p:nvPr/>
            </p:nvSpPr>
            <p:spPr>
              <a:xfrm>
                <a:off x="7735347" y="1566576"/>
                <a:ext cx="41528" cy="41529"/>
              </a:xfrm>
              <a:custGeom>
                <a:rect b="b" l="l" r="r" t="t"/>
                <a:pathLst>
                  <a:path extrusionOk="0" h="41529" w="41528">
                    <a:moveTo>
                      <a:pt x="41529" y="20765"/>
                    </a:moveTo>
                    <a:cubicBezTo>
                      <a:pt x="41529" y="32290"/>
                      <a:pt x="32195" y="41529"/>
                      <a:pt x="20764" y="41529"/>
                    </a:cubicBezTo>
                    <a:cubicBezTo>
                      <a:pt x="9335" y="41529"/>
                      <a:pt x="0" y="32194"/>
                      <a:pt x="0" y="20765"/>
                    </a:cubicBezTo>
                    <a:cubicBezTo>
                      <a:pt x="0" y="9334"/>
                      <a:pt x="9335" y="0"/>
                      <a:pt x="20764" y="0"/>
                    </a:cubicBezTo>
                    <a:cubicBezTo>
                      <a:pt x="32195" y="0"/>
                      <a:pt x="41529" y="9334"/>
                      <a:pt x="41529" y="20765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42" name="Google Shape;1842;p64"/>
              <p:cNvSpPr/>
              <p:nvPr/>
            </p:nvSpPr>
            <p:spPr>
              <a:xfrm>
                <a:off x="7673721" y="1566576"/>
                <a:ext cx="41528" cy="41529"/>
              </a:xfrm>
              <a:custGeom>
                <a:rect b="b" l="l" r="r" t="t"/>
                <a:pathLst>
                  <a:path extrusionOk="0" h="41529" w="41528">
                    <a:moveTo>
                      <a:pt x="41529" y="20765"/>
                    </a:moveTo>
                    <a:cubicBezTo>
                      <a:pt x="41529" y="32290"/>
                      <a:pt x="32195" y="41529"/>
                      <a:pt x="20764" y="41529"/>
                    </a:cubicBezTo>
                    <a:cubicBezTo>
                      <a:pt x="9334" y="41529"/>
                      <a:pt x="0" y="32194"/>
                      <a:pt x="0" y="20765"/>
                    </a:cubicBezTo>
                    <a:cubicBezTo>
                      <a:pt x="0" y="9334"/>
                      <a:pt x="9334" y="0"/>
                      <a:pt x="20764" y="0"/>
                    </a:cubicBezTo>
                    <a:cubicBezTo>
                      <a:pt x="32195" y="0"/>
                      <a:pt x="41529" y="9334"/>
                      <a:pt x="41529" y="2076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43" name="Google Shape;1843;p64"/>
              <p:cNvSpPr/>
              <p:nvPr/>
            </p:nvSpPr>
            <p:spPr>
              <a:xfrm>
                <a:off x="7612094" y="1566576"/>
                <a:ext cx="41529" cy="41529"/>
              </a:xfrm>
              <a:custGeom>
                <a:rect b="b" l="l" r="r" t="t"/>
                <a:pathLst>
                  <a:path extrusionOk="0" h="41529" w="41529">
                    <a:moveTo>
                      <a:pt x="41529" y="20765"/>
                    </a:moveTo>
                    <a:cubicBezTo>
                      <a:pt x="41529" y="32290"/>
                      <a:pt x="32195" y="41529"/>
                      <a:pt x="20764" y="41529"/>
                    </a:cubicBezTo>
                    <a:cubicBezTo>
                      <a:pt x="9335" y="41529"/>
                      <a:pt x="0" y="32194"/>
                      <a:pt x="0" y="20765"/>
                    </a:cubicBezTo>
                    <a:cubicBezTo>
                      <a:pt x="0" y="9334"/>
                      <a:pt x="9335" y="0"/>
                      <a:pt x="20764" y="0"/>
                    </a:cubicBezTo>
                    <a:cubicBezTo>
                      <a:pt x="32195" y="0"/>
                      <a:pt x="41529" y="9334"/>
                      <a:pt x="41529" y="20765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844" name="Google Shape;1844;p64"/>
          <p:cNvGrpSpPr/>
          <p:nvPr/>
        </p:nvGrpSpPr>
        <p:grpSpPr>
          <a:xfrm flipH="1">
            <a:off x="713902" y="4774546"/>
            <a:ext cx="268636" cy="280965"/>
            <a:chOff x="7420451" y="1639728"/>
            <a:chExt cx="359091" cy="375571"/>
          </a:xfrm>
        </p:grpSpPr>
        <p:sp>
          <p:nvSpPr>
            <p:cNvPr id="1845" name="Google Shape;1845;p64"/>
            <p:cNvSpPr/>
            <p:nvPr/>
          </p:nvSpPr>
          <p:spPr>
            <a:xfrm>
              <a:off x="7420451" y="1852041"/>
              <a:ext cx="357473" cy="163258"/>
            </a:xfrm>
            <a:custGeom>
              <a:rect b="b" l="l" r="r" t="t"/>
              <a:pathLst>
                <a:path extrusionOk="0" h="163258" w="357473">
                  <a:moveTo>
                    <a:pt x="40196" y="72962"/>
                  </a:moveTo>
                  <a:lnTo>
                    <a:pt x="0" y="72962"/>
                  </a:lnTo>
                  <a:lnTo>
                    <a:pt x="0" y="90297"/>
                  </a:lnTo>
                  <a:lnTo>
                    <a:pt x="40196" y="90297"/>
                  </a:lnTo>
                  <a:lnTo>
                    <a:pt x="40196" y="72962"/>
                  </a:lnTo>
                  <a:close/>
                  <a:moveTo>
                    <a:pt x="185166" y="126778"/>
                  </a:moveTo>
                  <a:lnTo>
                    <a:pt x="294894" y="126778"/>
                  </a:lnTo>
                  <a:lnTo>
                    <a:pt x="294894" y="109347"/>
                  </a:lnTo>
                  <a:lnTo>
                    <a:pt x="185166" y="109347"/>
                  </a:lnTo>
                  <a:lnTo>
                    <a:pt x="185166" y="126778"/>
                  </a:lnTo>
                  <a:close/>
                  <a:moveTo>
                    <a:pt x="294894" y="0"/>
                  </a:moveTo>
                  <a:lnTo>
                    <a:pt x="38291" y="0"/>
                  </a:lnTo>
                  <a:lnTo>
                    <a:pt x="38291" y="17335"/>
                  </a:lnTo>
                  <a:lnTo>
                    <a:pt x="294894" y="17335"/>
                  </a:lnTo>
                  <a:lnTo>
                    <a:pt x="294894" y="0"/>
                  </a:lnTo>
                  <a:close/>
                  <a:moveTo>
                    <a:pt x="0" y="163259"/>
                  </a:moveTo>
                  <a:lnTo>
                    <a:pt x="99632" y="163259"/>
                  </a:lnTo>
                  <a:lnTo>
                    <a:pt x="99632" y="145828"/>
                  </a:lnTo>
                  <a:lnTo>
                    <a:pt x="0" y="145828"/>
                  </a:lnTo>
                  <a:lnTo>
                    <a:pt x="0" y="163259"/>
                  </a:lnTo>
                  <a:close/>
                  <a:moveTo>
                    <a:pt x="76581" y="36481"/>
                  </a:moveTo>
                  <a:lnTo>
                    <a:pt x="0" y="36481"/>
                  </a:lnTo>
                  <a:lnTo>
                    <a:pt x="0" y="53816"/>
                  </a:lnTo>
                  <a:lnTo>
                    <a:pt x="76581" y="53816"/>
                  </a:lnTo>
                  <a:lnTo>
                    <a:pt x="76581" y="36481"/>
                  </a:lnTo>
                  <a:close/>
                  <a:moveTo>
                    <a:pt x="52483" y="90297"/>
                  </a:moveTo>
                  <a:lnTo>
                    <a:pt x="207836" y="90297"/>
                  </a:lnTo>
                  <a:lnTo>
                    <a:pt x="207836" y="72962"/>
                  </a:lnTo>
                  <a:lnTo>
                    <a:pt x="52483" y="72962"/>
                  </a:lnTo>
                  <a:lnTo>
                    <a:pt x="52483" y="90297"/>
                  </a:lnTo>
                  <a:close/>
                  <a:moveTo>
                    <a:pt x="164402" y="109347"/>
                  </a:moveTo>
                  <a:lnTo>
                    <a:pt x="0" y="109347"/>
                  </a:lnTo>
                  <a:lnTo>
                    <a:pt x="0" y="126778"/>
                  </a:lnTo>
                  <a:lnTo>
                    <a:pt x="164402" y="126778"/>
                  </a:lnTo>
                  <a:lnTo>
                    <a:pt x="164402" y="109347"/>
                  </a:lnTo>
                  <a:close/>
                  <a:moveTo>
                    <a:pt x="220218" y="90297"/>
                  </a:moveTo>
                  <a:lnTo>
                    <a:pt x="357378" y="90297"/>
                  </a:lnTo>
                  <a:lnTo>
                    <a:pt x="357378" y="72962"/>
                  </a:lnTo>
                  <a:lnTo>
                    <a:pt x="220218" y="72962"/>
                  </a:lnTo>
                  <a:lnTo>
                    <a:pt x="220218" y="90297"/>
                  </a:lnTo>
                  <a:close/>
                  <a:moveTo>
                    <a:pt x="97441" y="53816"/>
                  </a:moveTo>
                  <a:lnTo>
                    <a:pt x="357474" y="53816"/>
                  </a:lnTo>
                  <a:lnTo>
                    <a:pt x="357474" y="36481"/>
                  </a:lnTo>
                  <a:lnTo>
                    <a:pt x="97441" y="36481"/>
                  </a:lnTo>
                  <a:lnTo>
                    <a:pt x="97441" y="53816"/>
                  </a:lnTo>
                  <a:close/>
                  <a:moveTo>
                    <a:pt x="305371" y="0"/>
                  </a:moveTo>
                  <a:lnTo>
                    <a:pt x="305371" y="17335"/>
                  </a:lnTo>
                  <a:lnTo>
                    <a:pt x="357378" y="17335"/>
                  </a:lnTo>
                  <a:lnTo>
                    <a:pt x="357378" y="0"/>
                  </a:lnTo>
                  <a:lnTo>
                    <a:pt x="305371" y="0"/>
                  </a:lnTo>
                  <a:close/>
                  <a:moveTo>
                    <a:pt x="315659" y="126778"/>
                  </a:moveTo>
                  <a:lnTo>
                    <a:pt x="357378" y="126778"/>
                  </a:lnTo>
                  <a:lnTo>
                    <a:pt x="357378" y="109347"/>
                  </a:lnTo>
                  <a:lnTo>
                    <a:pt x="315659" y="109347"/>
                  </a:lnTo>
                  <a:lnTo>
                    <a:pt x="315659" y="126778"/>
                  </a:lnTo>
                  <a:close/>
                  <a:moveTo>
                    <a:pt x="120396" y="163259"/>
                  </a:moveTo>
                  <a:lnTo>
                    <a:pt x="222981" y="163259"/>
                  </a:lnTo>
                  <a:lnTo>
                    <a:pt x="222981" y="145828"/>
                  </a:lnTo>
                  <a:lnTo>
                    <a:pt x="120396" y="145828"/>
                  </a:lnTo>
                  <a:lnTo>
                    <a:pt x="120396" y="163259"/>
                  </a:lnTo>
                  <a:close/>
                  <a:moveTo>
                    <a:pt x="235363" y="163259"/>
                  </a:moveTo>
                  <a:lnTo>
                    <a:pt x="313563" y="163259"/>
                  </a:lnTo>
                  <a:lnTo>
                    <a:pt x="313563" y="145828"/>
                  </a:lnTo>
                  <a:lnTo>
                    <a:pt x="235363" y="145828"/>
                  </a:lnTo>
                  <a:lnTo>
                    <a:pt x="235363" y="163259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46" name="Google Shape;1846;p64"/>
            <p:cNvSpPr/>
            <p:nvPr/>
          </p:nvSpPr>
          <p:spPr>
            <a:xfrm>
              <a:off x="7425594" y="1639728"/>
              <a:ext cx="353948" cy="180117"/>
            </a:xfrm>
            <a:custGeom>
              <a:rect b="b" l="l" r="r" t="t"/>
              <a:pathLst>
                <a:path extrusionOk="0" h="180117" w="353948">
                  <a:moveTo>
                    <a:pt x="0" y="0"/>
                  </a:moveTo>
                  <a:lnTo>
                    <a:pt x="353949" y="0"/>
                  </a:lnTo>
                  <a:lnTo>
                    <a:pt x="353949" y="180118"/>
                  </a:lnTo>
                  <a:lnTo>
                    <a:pt x="0" y="180118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847" name="Google Shape;1847;p64"/>
          <p:cNvGrpSpPr/>
          <p:nvPr/>
        </p:nvGrpSpPr>
        <p:grpSpPr>
          <a:xfrm flipH="1">
            <a:off x="96200" y="4469347"/>
            <a:ext cx="355444" cy="644072"/>
            <a:chOff x="1945386" y="5582316"/>
            <a:chExt cx="470725" cy="852963"/>
          </a:xfrm>
        </p:grpSpPr>
        <p:grpSp>
          <p:nvGrpSpPr>
            <p:cNvPr id="1848" name="Google Shape;1848;p64"/>
            <p:cNvGrpSpPr/>
            <p:nvPr/>
          </p:nvGrpSpPr>
          <p:grpSpPr>
            <a:xfrm>
              <a:off x="1945386" y="5582316"/>
              <a:ext cx="470725" cy="852963"/>
              <a:chOff x="1945386" y="5582316"/>
              <a:chExt cx="470725" cy="852963"/>
            </a:xfrm>
          </p:grpSpPr>
          <p:sp>
            <p:nvSpPr>
              <p:cNvPr id="1849" name="Google Shape;1849;p64"/>
              <p:cNvSpPr/>
              <p:nvPr/>
            </p:nvSpPr>
            <p:spPr>
              <a:xfrm>
                <a:off x="1945386" y="5582316"/>
                <a:ext cx="470725" cy="852963"/>
              </a:xfrm>
              <a:custGeom>
                <a:rect b="b" l="l" r="r" t="t"/>
                <a:pathLst>
                  <a:path extrusionOk="0" h="852963" w="470725">
                    <a:moveTo>
                      <a:pt x="435388" y="0"/>
                    </a:moveTo>
                    <a:cubicBezTo>
                      <a:pt x="454904" y="0"/>
                      <a:pt x="470726" y="15821"/>
                      <a:pt x="470726" y="35338"/>
                    </a:cubicBezTo>
                    <a:lnTo>
                      <a:pt x="470726" y="817626"/>
                    </a:lnTo>
                    <a:cubicBezTo>
                      <a:pt x="470726" y="837143"/>
                      <a:pt x="454904" y="852964"/>
                      <a:pt x="435388" y="852964"/>
                    </a:cubicBezTo>
                    <a:lnTo>
                      <a:pt x="35338" y="852964"/>
                    </a:lnTo>
                    <a:cubicBezTo>
                      <a:pt x="15821" y="852964"/>
                      <a:pt x="0" y="837143"/>
                      <a:pt x="0" y="817626"/>
                    </a:cubicBezTo>
                    <a:lnTo>
                      <a:pt x="0" y="35338"/>
                    </a:lnTo>
                    <a:cubicBezTo>
                      <a:pt x="0" y="15822"/>
                      <a:pt x="15821" y="0"/>
                      <a:pt x="35338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50" name="Google Shape;1850;p64"/>
              <p:cNvSpPr/>
              <p:nvPr/>
            </p:nvSpPr>
            <p:spPr>
              <a:xfrm>
                <a:off x="1965864" y="5625846"/>
                <a:ext cx="429577" cy="699420"/>
              </a:xfrm>
              <a:custGeom>
                <a:rect b="b" l="l" r="r" t="t"/>
                <a:pathLst>
                  <a:path extrusionOk="0" h="699420" w="429577">
                    <a:moveTo>
                      <a:pt x="0" y="0"/>
                    </a:moveTo>
                    <a:lnTo>
                      <a:pt x="429578" y="0"/>
                    </a:lnTo>
                    <a:lnTo>
                      <a:pt x="429578" y="699421"/>
                    </a:lnTo>
                    <a:lnTo>
                      <a:pt x="0" y="69942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851" name="Google Shape;1851;p64"/>
            <p:cNvSpPr/>
            <p:nvPr/>
          </p:nvSpPr>
          <p:spPr>
            <a:xfrm>
              <a:off x="1986438" y="6371462"/>
              <a:ext cx="388334" cy="32194"/>
            </a:xfrm>
            <a:custGeom>
              <a:rect b="b" l="l" r="r" t="t"/>
              <a:pathLst>
                <a:path extrusionOk="0" h="32194" w="388334">
                  <a:moveTo>
                    <a:pt x="88011" y="0"/>
                  </a:moveTo>
                  <a:lnTo>
                    <a:pt x="16097" y="0"/>
                  </a:lnTo>
                  <a:cubicBezTo>
                    <a:pt x="7239" y="0"/>
                    <a:pt x="0" y="7239"/>
                    <a:pt x="0" y="16097"/>
                  </a:cubicBezTo>
                  <a:cubicBezTo>
                    <a:pt x="0" y="24955"/>
                    <a:pt x="7239" y="32195"/>
                    <a:pt x="16097" y="32195"/>
                  </a:cubicBezTo>
                  <a:lnTo>
                    <a:pt x="88011" y="32195"/>
                  </a:lnTo>
                  <a:cubicBezTo>
                    <a:pt x="96869" y="32195"/>
                    <a:pt x="104108" y="24955"/>
                    <a:pt x="104108" y="16097"/>
                  </a:cubicBezTo>
                  <a:cubicBezTo>
                    <a:pt x="104108" y="7239"/>
                    <a:pt x="96869" y="0"/>
                    <a:pt x="88011" y="0"/>
                  </a:cubicBezTo>
                  <a:close/>
                  <a:moveTo>
                    <a:pt x="230124" y="0"/>
                  </a:moveTo>
                  <a:lnTo>
                    <a:pt x="158210" y="0"/>
                  </a:lnTo>
                  <a:cubicBezTo>
                    <a:pt x="149352" y="0"/>
                    <a:pt x="142113" y="7239"/>
                    <a:pt x="142113" y="16097"/>
                  </a:cubicBezTo>
                  <a:cubicBezTo>
                    <a:pt x="142113" y="24955"/>
                    <a:pt x="149352" y="32195"/>
                    <a:pt x="158210" y="32195"/>
                  </a:cubicBezTo>
                  <a:lnTo>
                    <a:pt x="230124" y="32195"/>
                  </a:lnTo>
                  <a:cubicBezTo>
                    <a:pt x="238982" y="32195"/>
                    <a:pt x="246221" y="24955"/>
                    <a:pt x="246221" y="16097"/>
                  </a:cubicBezTo>
                  <a:cubicBezTo>
                    <a:pt x="246221" y="7239"/>
                    <a:pt x="238982" y="0"/>
                    <a:pt x="230124" y="0"/>
                  </a:cubicBezTo>
                  <a:close/>
                  <a:moveTo>
                    <a:pt x="372237" y="0"/>
                  </a:moveTo>
                  <a:lnTo>
                    <a:pt x="300323" y="0"/>
                  </a:lnTo>
                  <a:cubicBezTo>
                    <a:pt x="291465" y="0"/>
                    <a:pt x="284226" y="7239"/>
                    <a:pt x="284226" y="16097"/>
                  </a:cubicBezTo>
                  <a:cubicBezTo>
                    <a:pt x="284226" y="24955"/>
                    <a:pt x="291465" y="32195"/>
                    <a:pt x="300323" y="32195"/>
                  </a:cubicBezTo>
                  <a:lnTo>
                    <a:pt x="372237" y="32195"/>
                  </a:lnTo>
                  <a:cubicBezTo>
                    <a:pt x="381095" y="32195"/>
                    <a:pt x="388334" y="24955"/>
                    <a:pt x="388334" y="16097"/>
                  </a:cubicBezTo>
                  <a:cubicBezTo>
                    <a:pt x="388334" y="7239"/>
                    <a:pt x="381095" y="0"/>
                    <a:pt x="37223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852" name="Google Shape;1852;p64"/>
          <p:cNvGrpSpPr/>
          <p:nvPr/>
        </p:nvGrpSpPr>
        <p:grpSpPr>
          <a:xfrm>
            <a:off x="7975988" y="116167"/>
            <a:ext cx="1061979" cy="558999"/>
            <a:chOff x="3859815" y="2867310"/>
            <a:chExt cx="1262157" cy="664368"/>
          </a:xfrm>
        </p:grpSpPr>
        <p:sp>
          <p:nvSpPr>
            <p:cNvPr id="1853" name="Google Shape;1853;p64"/>
            <p:cNvSpPr/>
            <p:nvPr/>
          </p:nvSpPr>
          <p:spPr>
            <a:xfrm>
              <a:off x="3859815" y="2867310"/>
              <a:ext cx="1262157" cy="664368"/>
            </a:xfrm>
            <a:custGeom>
              <a:rect b="b" l="l" r="r" t="t"/>
              <a:pathLst>
                <a:path extrusionOk="0" h="664368" w="1262157">
                  <a:moveTo>
                    <a:pt x="1102233" y="344424"/>
                  </a:moveTo>
                  <a:cubicBezTo>
                    <a:pt x="1090231" y="344424"/>
                    <a:pt x="1078611" y="345757"/>
                    <a:pt x="1067372" y="348234"/>
                  </a:cubicBezTo>
                  <a:cubicBezTo>
                    <a:pt x="1048131" y="223838"/>
                    <a:pt x="945166" y="127159"/>
                    <a:pt x="817816" y="117348"/>
                  </a:cubicBezTo>
                  <a:cubicBezTo>
                    <a:pt x="756856" y="45625"/>
                    <a:pt x="666083" y="0"/>
                    <a:pt x="564547" y="0"/>
                  </a:cubicBezTo>
                  <a:cubicBezTo>
                    <a:pt x="398526" y="0"/>
                    <a:pt x="260890" y="121825"/>
                    <a:pt x="236220" y="280988"/>
                  </a:cubicBezTo>
                  <a:cubicBezTo>
                    <a:pt x="222599" y="277939"/>
                    <a:pt x="208502" y="276320"/>
                    <a:pt x="194024" y="276320"/>
                  </a:cubicBezTo>
                  <a:cubicBezTo>
                    <a:pt x="86868" y="276320"/>
                    <a:pt x="0" y="363188"/>
                    <a:pt x="0" y="470345"/>
                  </a:cubicBezTo>
                  <a:cubicBezTo>
                    <a:pt x="0" y="577501"/>
                    <a:pt x="86868" y="664369"/>
                    <a:pt x="194024" y="664369"/>
                  </a:cubicBezTo>
                  <a:lnTo>
                    <a:pt x="1102138" y="664369"/>
                  </a:lnTo>
                  <a:cubicBezTo>
                    <a:pt x="1190530" y="664369"/>
                    <a:pt x="1262158" y="592741"/>
                    <a:pt x="1262158" y="504349"/>
                  </a:cubicBezTo>
                  <a:cubicBezTo>
                    <a:pt x="1262158" y="415957"/>
                    <a:pt x="1190530" y="344329"/>
                    <a:pt x="1102138" y="344329"/>
                  </a:cubicBezTo>
                  <a:close/>
                </a:path>
              </a:pathLst>
            </a:custGeom>
            <a:solidFill>
              <a:srgbClr val="42444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854" name="Google Shape;1854;p64"/>
            <p:cNvGrpSpPr/>
            <p:nvPr/>
          </p:nvGrpSpPr>
          <p:grpSpPr>
            <a:xfrm>
              <a:off x="4275677" y="3065525"/>
              <a:ext cx="334517" cy="380047"/>
              <a:chOff x="4275677" y="3065525"/>
              <a:chExt cx="334517" cy="380047"/>
            </a:xfrm>
          </p:grpSpPr>
          <p:grpSp>
            <p:nvGrpSpPr>
              <p:cNvPr id="1855" name="Google Shape;1855;p64"/>
              <p:cNvGrpSpPr/>
              <p:nvPr/>
            </p:nvGrpSpPr>
            <p:grpSpPr>
              <a:xfrm>
                <a:off x="4275677" y="3065525"/>
                <a:ext cx="334517" cy="380047"/>
                <a:chOff x="4275677" y="3065525"/>
                <a:chExt cx="334517" cy="380047"/>
              </a:xfrm>
            </p:grpSpPr>
            <p:grpSp>
              <p:nvGrpSpPr>
                <p:cNvPr id="1856" name="Google Shape;1856;p64"/>
                <p:cNvGrpSpPr/>
                <p:nvPr/>
              </p:nvGrpSpPr>
              <p:grpSpPr>
                <a:xfrm>
                  <a:off x="4275677" y="3301269"/>
                  <a:ext cx="334422" cy="144303"/>
                  <a:chOff x="4275677" y="3301269"/>
                  <a:chExt cx="334422" cy="144303"/>
                </a:xfrm>
              </p:grpSpPr>
              <p:sp>
                <p:nvSpPr>
                  <p:cNvPr id="1857" name="Google Shape;1857;p64"/>
                  <p:cNvSpPr/>
                  <p:nvPr/>
                </p:nvSpPr>
                <p:spPr>
                  <a:xfrm>
                    <a:off x="4275677" y="3331654"/>
                    <a:ext cx="334422" cy="113918"/>
                  </a:xfrm>
                  <a:custGeom>
                    <a:rect b="b" l="l" r="r" t="t"/>
                    <a:pathLst>
                      <a:path extrusionOk="0" h="113918" w="334422">
                        <a:moveTo>
                          <a:pt x="95" y="0"/>
                        </a:moveTo>
                        <a:lnTo>
                          <a:pt x="95" y="83534"/>
                        </a:lnTo>
                        <a:cubicBezTo>
                          <a:pt x="95" y="100298"/>
                          <a:pt x="74962" y="113919"/>
                          <a:pt x="167259" y="113919"/>
                        </a:cubicBezTo>
                        <a:cubicBezTo>
                          <a:pt x="259556" y="113919"/>
                          <a:pt x="334423" y="100298"/>
                          <a:pt x="334423" y="83534"/>
                        </a:cubicBezTo>
                        <a:lnTo>
                          <a:pt x="334423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CFD3D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858" name="Google Shape;1858;p64"/>
                  <p:cNvSpPr/>
                  <p:nvPr/>
                </p:nvSpPr>
                <p:spPr>
                  <a:xfrm>
                    <a:off x="4275772" y="3301269"/>
                    <a:ext cx="334327" cy="60769"/>
                  </a:xfrm>
                  <a:custGeom>
                    <a:rect b="b" l="l" r="r" t="t"/>
                    <a:pathLst>
                      <a:path extrusionOk="0" h="60769" w="334327">
                        <a:moveTo>
                          <a:pt x="334328" y="30385"/>
                        </a:moveTo>
                        <a:cubicBezTo>
                          <a:pt x="334328" y="47166"/>
                          <a:pt x="259486" y="60770"/>
                          <a:pt x="167164" y="60770"/>
                        </a:cubicBezTo>
                        <a:cubicBezTo>
                          <a:pt x="74842" y="60770"/>
                          <a:pt x="0" y="47166"/>
                          <a:pt x="0" y="30385"/>
                        </a:cubicBezTo>
                        <a:cubicBezTo>
                          <a:pt x="0" y="13604"/>
                          <a:pt x="74842" y="0"/>
                          <a:pt x="167164" y="0"/>
                        </a:cubicBezTo>
                        <a:cubicBezTo>
                          <a:pt x="259486" y="0"/>
                          <a:pt x="334328" y="13604"/>
                          <a:pt x="334328" y="30385"/>
                        </a:cubicBezTo>
                        <a:close/>
                      </a:path>
                    </a:pathLst>
                  </a:custGeom>
                  <a:solidFill>
                    <a:srgbClr val="E6EAF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1859" name="Google Shape;1859;p64"/>
                <p:cNvGrpSpPr/>
                <p:nvPr/>
              </p:nvGrpSpPr>
              <p:grpSpPr>
                <a:xfrm>
                  <a:off x="4275677" y="3183350"/>
                  <a:ext cx="334422" cy="144302"/>
                  <a:chOff x="4275677" y="3183350"/>
                  <a:chExt cx="334422" cy="144302"/>
                </a:xfrm>
              </p:grpSpPr>
              <p:sp>
                <p:nvSpPr>
                  <p:cNvPr id="1860" name="Google Shape;1860;p64"/>
                  <p:cNvSpPr/>
                  <p:nvPr/>
                </p:nvSpPr>
                <p:spPr>
                  <a:xfrm>
                    <a:off x="4275677" y="3213734"/>
                    <a:ext cx="334422" cy="113918"/>
                  </a:xfrm>
                  <a:custGeom>
                    <a:rect b="b" l="l" r="r" t="t"/>
                    <a:pathLst>
                      <a:path extrusionOk="0" h="113918" w="334422">
                        <a:moveTo>
                          <a:pt x="95" y="0"/>
                        </a:moveTo>
                        <a:lnTo>
                          <a:pt x="95" y="83534"/>
                        </a:lnTo>
                        <a:cubicBezTo>
                          <a:pt x="95" y="100298"/>
                          <a:pt x="74962" y="113919"/>
                          <a:pt x="167259" y="113919"/>
                        </a:cubicBezTo>
                        <a:cubicBezTo>
                          <a:pt x="259556" y="113919"/>
                          <a:pt x="334423" y="100298"/>
                          <a:pt x="334423" y="83534"/>
                        </a:cubicBezTo>
                        <a:lnTo>
                          <a:pt x="334423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CFD3D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861" name="Google Shape;1861;p64"/>
                  <p:cNvSpPr/>
                  <p:nvPr/>
                </p:nvSpPr>
                <p:spPr>
                  <a:xfrm>
                    <a:off x="4275772" y="3183350"/>
                    <a:ext cx="334327" cy="60769"/>
                  </a:xfrm>
                  <a:custGeom>
                    <a:rect b="b" l="l" r="r" t="t"/>
                    <a:pathLst>
                      <a:path extrusionOk="0" h="60769" w="334327">
                        <a:moveTo>
                          <a:pt x="334328" y="30385"/>
                        </a:moveTo>
                        <a:cubicBezTo>
                          <a:pt x="334328" y="47166"/>
                          <a:pt x="259486" y="60769"/>
                          <a:pt x="167164" y="60769"/>
                        </a:cubicBezTo>
                        <a:cubicBezTo>
                          <a:pt x="74842" y="60769"/>
                          <a:pt x="0" y="47166"/>
                          <a:pt x="0" y="30385"/>
                        </a:cubicBezTo>
                        <a:cubicBezTo>
                          <a:pt x="0" y="13604"/>
                          <a:pt x="74842" y="0"/>
                          <a:pt x="167164" y="0"/>
                        </a:cubicBezTo>
                        <a:cubicBezTo>
                          <a:pt x="259486" y="0"/>
                          <a:pt x="334328" y="13604"/>
                          <a:pt x="334328" y="30385"/>
                        </a:cubicBezTo>
                        <a:close/>
                      </a:path>
                    </a:pathLst>
                  </a:custGeom>
                  <a:solidFill>
                    <a:srgbClr val="E6EAF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1862" name="Google Shape;1862;p64"/>
                <p:cNvGrpSpPr/>
                <p:nvPr/>
              </p:nvGrpSpPr>
              <p:grpSpPr>
                <a:xfrm>
                  <a:off x="4275677" y="3065525"/>
                  <a:ext cx="334517" cy="144303"/>
                  <a:chOff x="4275677" y="3065525"/>
                  <a:chExt cx="334517" cy="144303"/>
                </a:xfrm>
              </p:grpSpPr>
              <p:sp>
                <p:nvSpPr>
                  <p:cNvPr id="1863" name="Google Shape;1863;p64"/>
                  <p:cNvSpPr/>
                  <p:nvPr/>
                </p:nvSpPr>
                <p:spPr>
                  <a:xfrm>
                    <a:off x="4275677" y="3095910"/>
                    <a:ext cx="334422" cy="113918"/>
                  </a:xfrm>
                  <a:custGeom>
                    <a:rect b="b" l="l" r="r" t="t"/>
                    <a:pathLst>
                      <a:path extrusionOk="0" h="113918" w="334422">
                        <a:moveTo>
                          <a:pt x="95" y="0"/>
                        </a:moveTo>
                        <a:lnTo>
                          <a:pt x="95" y="83534"/>
                        </a:lnTo>
                        <a:cubicBezTo>
                          <a:pt x="95" y="100298"/>
                          <a:pt x="74962" y="113919"/>
                          <a:pt x="167259" y="113919"/>
                        </a:cubicBezTo>
                        <a:cubicBezTo>
                          <a:pt x="259556" y="113919"/>
                          <a:pt x="334423" y="100298"/>
                          <a:pt x="334423" y="83534"/>
                        </a:cubicBezTo>
                        <a:lnTo>
                          <a:pt x="334423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CFD3D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864" name="Google Shape;1864;p64"/>
                  <p:cNvSpPr/>
                  <p:nvPr/>
                </p:nvSpPr>
                <p:spPr>
                  <a:xfrm>
                    <a:off x="4275867" y="3065525"/>
                    <a:ext cx="334327" cy="60769"/>
                  </a:xfrm>
                  <a:custGeom>
                    <a:rect b="b" l="l" r="r" t="t"/>
                    <a:pathLst>
                      <a:path extrusionOk="0" h="60769" w="334327">
                        <a:moveTo>
                          <a:pt x="334328" y="30385"/>
                        </a:moveTo>
                        <a:cubicBezTo>
                          <a:pt x="334328" y="47149"/>
                          <a:pt x="259461" y="60770"/>
                          <a:pt x="167164" y="60770"/>
                        </a:cubicBezTo>
                        <a:cubicBezTo>
                          <a:pt x="74866" y="60770"/>
                          <a:pt x="0" y="47149"/>
                          <a:pt x="0" y="30385"/>
                        </a:cubicBezTo>
                        <a:cubicBezTo>
                          <a:pt x="0" y="13621"/>
                          <a:pt x="74866" y="0"/>
                          <a:pt x="167164" y="0"/>
                        </a:cubicBezTo>
                        <a:cubicBezTo>
                          <a:pt x="259461" y="0"/>
                          <a:pt x="334328" y="13621"/>
                          <a:pt x="334328" y="30385"/>
                        </a:cubicBezTo>
                        <a:close/>
                      </a:path>
                    </a:pathLst>
                  </a:custGeom>
                  <a:solidFill>
                    <a:srgbClr val="E6EAF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1865" name="Google Shape;1865;p64"/>
              <p:cNvSpPr/>
              <p:nvPr/>
            </p:nvSpPr>
            <p:spPr>
              <a:xfrm>
                <a:off x="4529994" y="3140487"/>
                <a:ext cx="38100" cy="38100"/>
              </a:xfrm>
              <a:custGeom>
                <a:rect b="b" l="l" r="r" t="t"/>
                <a:pathLst>
                  <a:path extrusionOk="0" h="38100" w="38100">
                    <a:moveTo>
                      <a:pt x="38100" y="19050"/>
                    </a:moveTo>
                    <a:cubicBezTo>
                      <a:pt x="38100" y="29623"/>
                      <a:pt x="29528" y="38100"/>
                      <a:pt x="19050" y="38100"/>
                    </a:cubicBezTo>
                    <a:cubicBezTo>
                      <a:pt x="8572" y="38100"/>
                      <a:pt x="0" y="29528"/>
                      <a:pt x="0" y="19050"/>
                    </a:cubicBezTo>
                    <a:cubicBezTo>
                      <a:pt x="0" y="8572"/>
                      <a:pt x="8572" y="0"/>
                      <a:pt x="19050" y="0"/>
                    </a:cubicBezTo>
                    <a:cubicBezTo>
                      <a:pt x="29528" y="0"/>
                      <a:pt x="38100" y="8572"/>
                      <a:pt x="38100" y="19050"/>
                    </a:cubicBezTo>
                    <a:close/>
                  </a:path>
                </a:pathLst>
              </a:custGeom>
              <a:solidFill>
                <a:srgbClr val="55C0E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66" name="Google Shape;1866;p64"/>
              <p:cNvSpPr/>
              <p:nvPr/>
            </p:nvSpPr>
            <p:spPr>
              <a:xfrm>
                <a:off x="4529994" y="3256216"/>
                <a:ext cx="38100" cy="38100"/>
              </a:xfrm>
              <a:custGeom>
                <a:rect b="b" l="l" r="r" t="t"/>
                <a:pathLst>
                  <a:path extrusionOk="0" h="38100" w="38100">
                    <a:moveTo>
                      <a:pt x="38100" y="19050"/>
                    </a:moveTo>
                    <a:cubicBezTo>
                      <a:pt x="38100" y="29623"/>
                      <a:pt x="29528" y="38100"/>
                      <a:pt x="19050" y="38100"/>
                    </a:cubicBezTo>
                    <a:cubicBezTo>
                      <a:pt x="8572" y="38100"/>
                      <a:pt x="0" y="29528"/>
                      <a:pt x="0" y="19050"/>
                    </a:cubicBezTo>
                    <a:cubicBezTo>
                      <a:pt x="0" y="8573"/>
                      <a:pt x="8572" y="0"/>
                      <a:pt x="19050" y="0"/>
                    </a:cubicBezTo>
                    <a:cubicBezTo>
                      <a:pt x="29528" y="0"/>
                      <a:pt x="38100" y="8573"/>
                      <a:pt x="38100" y="19050"/>
                    </a:cubicBezTo>
                    <a:close/>
                  </a:path>
                </a:pathLst>
              </a:custGeom>
              <a:solidFill>
                <a:srgbClr val="E6EAF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67" name="Google Shape;1867;p64"/>
              <p:cNvSpPr/>
              <p:nvPr/>
            </p:nvSpPr>
            <p:spPr>
              <a:xfrm>
                <a:off x="4529994" y="3377088"/>
                <a:ext cx="38100" cy="38100"/>
              </a:xfrm>
              <a:custGeom>
                <a:rect b="b" l="l" r="r" t="t"/>
                <a:pathLst>
                  <a:path extrusionOk="0" h="38100" w="38100">
                    <a:moveTo>
                      <a:pt x="38100" y="19050"/>
                    </a:moveTo>
                    <a:cubicBezTo>
                      <a:pt x="38100" y="29623"/>
                      <a:pt x="29528" y="38100"/>
                      <a:pt x="19050" y="38100"/>
                    </a:cubicBezTo>
                    <a:cubicBezTo>
                      <a:pt x="8572" y="38100"/>
                      <a:pt x="0" y="29528"/>
                      <a:pt x="0" y="19050"/>
                    </a:cubicBezTo>
                    <a:cubicBezTo>
                      <a:pt x="0" y="8573"/>
                      <a:pt x="8572" y="0"/>
                      <a:pt x="19050" y="0"/>
                    </a:cubicBezTo>
                    <a:cubicBezTo>
                      <a:pt x="29528" y="0"/>
                      <a:pt x="38100" y="8573"/>
                      <a:pt x="38100" y="19050"/>
                    </a:cubicBezTo>
                    <a:close/>
                  </a:path>
                </a:pathLst>
              </a:custGeom>
              <a:solidFill>
                <a:srgbClr val="E6EAF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868" name="Google Shape;1868;p64"/>
          <p:cNvGrpSpPr/>
          <p:nvPr/>
        </p:nvGrpSpPr>
        <p:grpSpPr>
          <a:xfrm flipH="1" rot="5400000">
            <a:off x="557972" y="4696603"/>
            <a:ext cx="16329" cy="218290"/>
            <a:chOff x="10809827" y="4402455"/>
            <a:chExt cx="24764" cy="330993"/>
          </a:xfrm>
        </p:grpSpPr>
        <p:sp>
          <p:nvSpPr>
            <p:cNvPr id="1869" name="Google Shape;1869;p64"/>
            <p:cNvSpPr/>
            <p:nvPr/>
          </p:nvSpPr>
          <p:spPr>
            <a:xfrm>
              <a:off x="10822209" y="4414266"/>
              <a:ext cx="9525" cy="307467"/>
            </a:xfrm>
            <a:custGeom>
              <a:rect b="b" l="l" r="r" t="t"/>
              <a:pathLst>
                <a:path extrusionOk="0" h="307467" w="9525">
                  <a:moveTo>
                    <a:pt x="-1" y="307467"/>
                  </a:moveTo>
                  <a:lnTo>
                    <a:pt x="-1" y="0"/>
                  </a:lnTo>
                </a:path>
              </a:pathLst>
            </a:custGeom>
            <a:solidFill>
              <a:schemeClr val="accent4"/>
            </a:solidFill>
            <a:ln cap="flat" cmpd="sng" w="10950">
              <a:solidFill>
                <a:schemeClr val="accent4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70" name="Google Shape;1870;p64"/>
            <p:cNvSpPr/>
            <p:nvPr/>
          </p:nvSpPr>
          <p:spPr>
            <a:xfrm>
              <a:off x="10809827" y="4708683"/>
              <a:ext cx="24764" cy="24765"/>
            </a:xfrm>
            <a:custGeom>
              <a:rect b="b" l="l" r="r" t="t"/>
              <a:pathLst>
                <a:path extrusionOk="0" h="24765" w="24764">
                  <a:moveTo>
                    <a:pt x="24765" y="12382"/>
                  </a:moveTo>
                  <a:cubicBezTo>
                    <a:pt x="24765" y="19240"/>
                    <a:pt x="19241" y="24765"/>
                    <a:pt x="12382" y="24765"/>
                  </a:cubicBezTo>
                  <a:cubicBezTo>
                    <a:pt x="5524" y="24765"/>
                    <a:pt x="0" y="19240"/>
                    <a:pt x="0" y="12382"/>
                  </a:cubicBezTo>
                  <a:cubicBezTo>
                    <a:pt x="0" y="5524"/>
                    <a:pt x="5524" y="0"/>
                    <a:pt x="12382" y="0"/>
                  </a:cubicBezTo>
                  <a:cubicBezTo>
                    <a:pt x="19241" y="0"/>
                    <a:pt x="24765" y="5524"/>
                    <a:pt x="24765" y="12382"/>
                  </a:cubicBezTo>
                  <a:close/>
                </a:path>
              </a:pathLst>
            </a:cu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71" name="Google Shape;1871;p64"/>
            <p:cNvSpPr/>
            <p:nvPr/>
          </p:nvSpPr>
          <p:spPr>
            <a:xfrm>
              <a:off x="10809827" y="4402455"/>
              <a:ext cx="24764" cy="24764"/>
            </a:xfrm>
            <a:custGeom>
              <a:rect b="b" l="l" r="r" t="t"/>
              <a:pathLst>
                <a:path extrusionOk="0" h="24764" w="24764">
                  <a:moveTo>
                    <a:pt x="24765" y="12382"/>
                  </a:moveTo>
                  <a:cubicBezTo>
                    <a:pt x="24765" y="5524"/>
                    <a:pt x="19241" y="0"/>
                    <a:pt x="12382" y="0"/>
                  </a:cubicBezTo>
                  <a:cubicBezTo>
                    <a:pt x="5524" y="0"/>
                    <a:pt x="0" y="5524"/>
                    <a:pt x="0" y="12382"/>
                  </a:cubicBezTo>
                  <a:cubicBezTo>
                    <a:pt x="0" y="19240"/>
                    <a:pt x="5524" y="24765"/>
                    <a:pt x="12382" y="24765"/>
                  </a:cubicBezTo>
                  <a:cubicBezTo>
                    <a:pt x="19241" y="24765"/>
                    <a:pt x="24765" y="19240"/>
                    <a:pt x="24765" y="12382"/>
                  </a:cubicBezTo>
                  <a:close/>
                </a:path>
              </a:pathLst>
            </a:cu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72" name="Google Shape;1872;p64"/>
          <p:cNvSpPr/>
          <p:nvPr/>
        </p:nvSpPr>
        <p:spPr>
          <a:xfrm rot="-532595">
            <a:off x="7984139" y="4422751"/>
            <a:ext cx="1661199" cy="1343241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3" name="Google Shape;1873;p64"/>
          <p:cNvSpPr/>
          <p:nvPr/>
        </p:nvSpPr>
        <p:spPr>
          <a:xfrm flipH="1" rot="-5145822">
            <a:off x="-1235221" y="72085"/>
            <a:ext cx="2404292" cy="1318592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6">
    <p:spTree>
      <p:nvGrpSpPr>
        <p:cNvPr id="1874" name="Shape 18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5" name="Google Shape;1875;p6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876" name="Google Shape;1876;p65"/>
          <p:cNvSpPr txBox="1"/>
          <p:nvPr>
            <p:ph idx="1" type="subTitle"/>
          </p:nvPr>
        </p:nvSpPr>
        <p:spPr>
          <a:xfrm>
            <a:off x="937625" y="2579823"/>
            <a:ext cx="2175300" cy="150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877" name="Google Shape;1877;p65"/>
          <p:cNvSpPr txBox="1"/>
          <p:nvPr>
            <p:ph idx="2" type="subTitle"/>
          </p:nvPr>
        </p:nvSpPr>
        <p:spPr>
          <a:xfrm>
            <a:off x="3484347" y="2579823"/>
            <a:ext cx="2175300" cy="150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878" name="Google Shape;1878;p65"/>
          <p:cNvSpPr txBox="1"/>
          <p:nvPr>
            <p:ph idx="3" type="subTitle"/>
          </p:nvPr>
        </p:nvSpPr>
        <p:spPr>
          <a:xfrm>
            <a:off x="6031075" y="2579823"/>
            <a:ext cx="2175300" cy="150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879" name="Google Shape;1879;p65"/>
          <p:cNvSpPr txBox="1"/>
          <p:nvPr>
            <p:ph idx="4" type="subTitle"/>
          </p:nvPr>
        </p:nvSpPr>
        <p:spPr>
          <a:xfrm>
            <a:off x="937625" y="1775401"/>
            <a:ext cx="2175300" cy="55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8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880" name="Google Shape;1880;p65"/>
          <p:cNvSpPr txBox="1"/>
          <p:nvPr>
            <p:ph idx="5" type="subTitle"/>
          </p:nvPr>
        </p:nvSpPr>
        <p:spPr>
          <a:xfrm>
            <a:off x="3484350" y="1775401"/>
            <a:ext cx="2175300" cy="55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8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881" name="Google Shape;1881;p65"/>
          <p:cNvSpPr txBox="1"/>
          <p:nvPr>
            <p:ph idx="6" type="subTitle"/>
          </p:nvPr>
        </p:nvSpPr>
        <p:spPr>
          <a:xfrm>
            <a:off x="6031075" y="1775401"/>
            <a:ext cx="2175300" cy="55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8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882" name="Google Shape;1882;p65"/>
          <p:cNvSpPr/>
          <p:nvPr/>
        </p:nvSpPr>
        <p:spPr>
          <a:xfrm flipH="1" rot="8800738">
            <a:off x="7902412" y="4181666"/>
            <a:ext cx="1680262" cy="1358589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3" name="Google Shape;1883;p65"/>
          <p:cNvSpPr/>
          <p:nvPr/>
        </p:nvSpPr>
        <p:spPr>
          <a:xfrm flipH="1" rot="-8942362">
            <a:off x="-983149" y="4040244"/>
            <a:ext cx="2474148" cy="2000589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4" name="Google Shape;1884;p65"/>
          <p:cNvSpPr/>
          <p:nvPr/>
        </p:nvSpPr>
        <p:spPr>
          <a:xfrm flipH="1" rot="1554271">
            <a:off x="7563507" y="-664049"/>
            <a:ext cx="2112334" cy="2002574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5" name="Google Shape;1885;p65"/>
          <p:cNvSpPr/>
          <p:nvPr/>
        </p:nvSpPr>
        <p:spPr>
          <a:xfrm>
            <a:off x="62825" y="1725386"/>
            <a:ext cx="606206" cy="37384"/>
          </a:xfrm>
          <a:custGeom>
            <a:rect b="b" l="l" r="r" t="t"/>
            <a:pathLst>
              <a:path extrusionOk="0" h="50863" w="824770">
                <a:moveTo>
                  <a:pt x="799338" y="50863"/>
                </a:moveTo>
                <a:lnTo>
                  <a:pt x="25432" y="50863"/>
                </a:lnTo>
                <a:cubicBezTo>
                  <a:pt x="11430" y="50863"/>
                  <a:pt x="0" y="39433"/>
                  <a:pt x="0" y="25432"/>
                </a:cubicBezTo>
                <a:lnTo>
                  <a:pt x="0" y="25432"/>
                </a:lnTo>
                <a:cubicBezTo>
                  <a:pt x="0" y="11430"/>
                  <a:pt x="11430" y="0"/>
                  <a:pt x="25432" y="0"/>
                </a:cubicBezTo>
                <a:lnTo>
                  <a:pt x="799338" y="0"/>
                </a:lnTo>
                <a:cubicBezTo>
                  <a:pt x="813339" y="0"/>
                  <a:pt x="824770" y="11430"/>
                  <a:pt x="824770" y="25432"/>
                </a:cubicBezTo>
                <a:lnTo>
                  <a:pt x="824770" y="25432"/>
                </a:lnTo>
                <a:cubicBezTo>
                  <a:pt x="824770" y="39433"/>
                  <a:pt x="813339" y="50863"/>
                  <a:pt x="799338" y="50863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886" name="Google Shape;1886;p65"/>
          <p:cNvGrpSpPr/>
          <p:nvPr/>
        </p:nvGrpSpPr>
        <p:grpSpPr>
          <a:xfrm>
            <a:off x="96399" y="951293"/>
            <a:ext cx="552408" cy="792759"/>
            <a:chOff x="10519314" y="4728596"/>
            <a:chExt cx="751780" cy="1078731"/>
          </a:xfrm>
        </p:grpSpPr>
        <p:grpSp>
          <p:nvGrpSpPr>
            <p:cNvPr id="1887" name="Google Shape;1887;p65"/>
            <p:cNvGrpSpPr/>
            <p:nvPr/>
          </p:nvGrpSpPr>
          <p:grpSpPr>
            <a:xfrm>
              <a:off x="10519314" y="4728596"/>
              <a:ext cx="626662" cy="1078731"/>
              <a:chOff x="10519314" y="4728596"/>
              <a:chExt cx="626662" cy="1078731"/>
            </a:xfrm>
          </p:grpSpPr>
          <p:grpSp>
            <p:nvGrpSpPr>
              <p:cNvPr id="1888" name="Google Shape;1888;p65"/>
              <p:cNvGrpSpPr/>
              <p:nvPr/>
            </p:nvGrpSpPr>
            <p:grpSpPr>
              <a:xfrm>
                <a:off x="10903220" y="4888205"/>
                <a:ext cx="242756" cy="919122"/>
                <a:chOff x="10903220" y="4888205"/>
                <a:chExt cx="242756" cy="919122"/>
              </a:xfrm>
            </p:grpSpPr>
            <p:sp>
              <p:nvSpPr>
                <p:cNvPr id="1889" name="Google Shape;1889;p65"/>
                <p:cNvSpPr/>
                <p:nvPr/>
              </p:nvSpPr>
              <p:spPr>
                <a:xfrm rot="-447735">
                  <a:off x="10961814" y="4892503"/>
                  <a:ext cx="125567" cy="910526"/>
                </a:xfrm>
                <a:custGeom>
                  <a:rect b="b" l="l" r="r" t="t"/>
                  <a:pathLst>
                    <a:path extrusionOk="0" h="909637" w="125444">
                      <a:moveTo>
                        <a:pt x="0" y="0"/>
                      </a:moveTo>
                      <a:lnTo>
                        <a:pt x="125445" y="0"/>
                      </a:lnTo>
                      <a:lnTo>
                        <a:pt x="125445" y="909637"/>
                      </a:lnTo>
                      <a:lnTo>
                        <a:pt x="0" y="909637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90" name="Google Shape;1890;p65"/>
                <p:cNvSpPr/>
                <p:nvPr/>
              </p:nvSpPr>
              <p:spPr>
                <a:xfrm>
                  <a:off x="10952422" y="4933194"/>
                  <a:ext cx="42088" cy="42088"/>
                </a:xfrm>
                <a:custGeom>
                  <a:rect b="b" l="l" r="r" t="t"/>
                  <a:pathLst>
                    <a:path extrusionOk="0" h="42088" w="42088">
                      <a:moveTo>
                        <a:pt x="41904" y="18282"/>
                      </a:moveTo>
                      <a:cubicBezTo>
                        <a:pt x="43428" y="29807"/>
                        <a:pt x="35331" y="40380"/>
                        <a:pt x="23806" y="41904"/>
                      </a:cubicBezTo>
                      <a:cubicBezTo>
                        <a:pt x="12281" y="43428"/>
                        <a:pt x="1709" y="35332"/>
                        <a:pt x="184" y="23806"/>
                      </a:cubicBezTo>
                      <a:cubicBezTo>
                        <a:pt x="-1340" y="12281"/>
                        <a:pt x="6756" y="1708"/>
                        <a:pt x="18282" y="184"/>
                      </a:cubicBezTo>
                      <a:cubicBezTo>
                        <a:pt x="29807" y="-1340"/>
                        <a:pt x="40380" y="6757"/>
                        <a:pt x="41904" y="18282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91" name="Google Shape;1891;p65"/>
                <p:cNvSpPr/>
                <p:nvPr/>
              </p:nvSpPr>
              <p:spPr>
                <a:xfrm>
                  <a:off x="10961186" y="5000250"/>
                  <a:ext cx="42087" cy="42087"/>
                </a:xfrm>
                <a:custGeom>
                  <a:rect b="b" l="l" r="r" t="t"/>
                  <a:pathLst>
                    <a:path extrusionOk="0" h="42087" w="42087">
                      <a:moveTo>
                        <a:pt x="41904" y="18282"/>
                      </a:moveTo>
                      <a:cubicBezTo>
                        <a:pt x="43427" y="29807"/>
                        <a:pt x="35331" y="40380"/>
                        <a:pt x="23806" y="41904"/>
                      </a:cubicBezTo>
                      <a:cubicBezTo>
                        <a:pt x="12280" y="43428"/>
                        <a:pt x="1708" y="35332"/>
                        <a:pt x="184" y="23806"/>
                      </a:cubicBezTo>
                      <a:cubicBezTo>
                        <a:pt x="-1340" y="12281"/>
                        <a:pt x="6756" y="1708"/>
                        <a:pt x="18281" y="184"/>
                      </a:cubicBezTo>
                      <a:cubicBezTo>
                        <a:pt x="29807" y="-1340"/>
                        <a:pt x="40380" y="6757"/>
                        <a:pt x="41904" y="18282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892" name="Google Shape;1892;p65"/>
                <p:cNvGrpSpPr/>
                <p:nvPr/>
              </p:nvGrpSpPr>
              <p:grpSpPr>
                <a:xfrm>
                  <a:off x="11014221" y="5588618"/>
                  <a:ext cx="100021" cy="114784"/>
                  <a:chOff x="11014221" y="5588618"/>
                  <a:chExt cx="100021" cy="114784"/>
                </a:xfrm>
              </p:grpSpPr>
              <p:sp>
                <p:nvSpPr>
                  <p:cNvPr id="1893" name="Google Shape;1893;p65"/>
                  <p:cNvSpPr/>
                  <p:nvPr/>
                </p:nvSpPr>
                <p:spPr>
                  <a:xfrm rot="-447735">
                    <a:off x="11014826" y="5594269"/>
                    <a:ext cx="88001" cy="15064"/>
                  </a:xfrm>
                  <a:custGeom>
                    <a:rect b="b" l="l" r="r" t="t"/>
                    <a:pathLst>
                      <a:path extrusionOk="0" h="15049" w="87915">
                        <a:moveTo>
                          <a:pt x="0" y="0"/>
                        </a:moveTo>
                        <a:lnTo>
                          <a:pt x="87916" y="0"/>
                        </a:lnTo>
                        <a:lnTo>
                          <a:pt x="87916" y="15049"/>
                        </a:lnTo>
                        <a:lnTo>
                          <a:pt x="0" y="15049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894" name="Google Shape;1894;p65"/>
                  <p:cNvSpPr/>
                  <p:nvPr/>
                </p:nvSpPr>
                <p:spPr>
                  <a:xfrm rot="-447735">
                    <a:off x="11018646" y="5623150"/>
                    <a:ext cx="88001" cy="15064"/>
                  </a:xfrm>
                  <a:custGeom>
                    <a:rect b="b" l="l" r="r" t="t"/>
                    <a:pathLst>
                      <a:path extrusionOk="0" h="15049" w="87915">
                        <a:moveTo>
                          <a:pt x="0" y="0"/>
                        </a:moveTo>
                        <a:lnTo>
                          <a:pt x="87916" y="0"/>
                        </a:lnTo>
                        <a:lnTo>
                          <a:pt x="87916" y="15050"/>
                        </a:lnTo>
                        <a:lnTo>
                          <a:pt x="0" y="1505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895" name="Google Shape;1895;p65"/>
                  <p:cNvSpPr/>
                  <p:nvPr/>
                </p:nvSpPr>
                <p:spPr>
                  <a:xfrm rot="-447735">
                    <a:off x="11021820" y="5653805"/>
                    <a:ext cx="88001" cy="15064"/>
                  </a:xfrm>
                  <a:custGeom>
                    <a:rect b="b" l="l" r="r" t="t"/>
                    <a:pathLst>
                      <a:path extrusionOk="0" h="15049" w="87915">
                        <a:moveTo>
                          <a:pt x="0" y="0"/>
                        </a:moveTo>
                        <a:lnTo>
                          <a:pt x="87916" y="0"/>
                        </a:lnTo>
                        <a:lnTo>
                          <a:pt x="87916" y="15050"/>
                        </a:lnTo>
                        <a:lnTo>
                          <a:pt x="0" y="1505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896" name="Google Shape;1896;p65"/>
                  <p:cNvSpPr/>
                  <p:nvPr/>
                </p:nvSpPr>
                <p:spPr>
                  <a:xfrm rot="-447735">
                    <a:off x="11025635" y="5682688"/>
                    <a:ext cx="88001" cy="15064"/>
                  </a:xfrm>
                  <a:custGeom>
                    <a:rect b="b" l="l" r="r" t="t"/>
                    <a:pathLst>
                      <a:path extrusionOk="0" h="15049" w="87915">
                        <a:moveTo>
                          <a:pt x="0" y="0"/>
                        </a:moveTo>
                        <a:lnTo>
                          <a:pt x="87915" y="0"/>
                        </a:lnTo>
                        <a:lnTo>
                          <a:pt x="87915" y="15050"/>
                        </a:lnTo>
                        <a:lnTo>
                          <a:pt x="0" y="1505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grpSp>
            <p:nvGrpSpPr>
              <p:cNvPr id="1897" name="Google Shape;1897;p65"/>
              <p:cNvGrpSpPr/>
              <p:nvPr/>
            </p:nvGrpSpPr>
            <p:grpSpPr>
              <a:xfrm>
                <a:off x="10718623" y="4728596"/>
                <a:ext cx="229169" cy="1075979"/>
                <a:chOff x="10718623" y="4728596"/>
                <a:chExt cx="229169" cy="1075979"/>
              </a:xfrm>
            </p:grpSpPr>
            <p:sp>
              <p:nvSpPr>
                <p:cNvPr id="1898" name="Google Shape;1898;p65"/>
                <p:cNvSpPr/>
                <p:nvPr/>
              </p:nvSpPr>
              <p:spPr>
                <a:xfrm rot="-172174">
                  <a:off x="10745259" y="4732329"/>
                  <a:ext cx="175897" cy="1068513"/>
                </a:xfrm>
                <a:custGeom>
                  <a:rect b="b" l="l" r="r" t="t"/>
                  <a:pathLst>
                    <a:path extrusionOk="0" h="1069848" w="176117">
                      <a:moveTo>
                        <a:pt x="0" y="0"/>
                      </a:moveTo>
                      <a:lnTo>
                        <a:pt x="176117" y="0"/>
                      </a:lnTo>
                      <a:lnTo>
                        <a:pt x="176117" y="1069848"/>
                      </a:lnTo>
                      <a:lnTo>
                        <a:pt x="0" y="1069848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99" name="Google Shape;1899;p65"/>
                <p:cNvSpPr/>
                <p:nvPr/>
              </p:nvSpPr>
              <p:spPr>
                <a:xfrm>
                  <a:off x="10787634" y="5182743"/>
                  <a:ext cx="87629" cy="87630"/>
                </a:xfrm>
                <a:custGeom>
                  <a:rect b="b" l="l" r="r" t="t"/>
                  <a:pathLst>
                    <a:path extrusionOk="0" h="87630" w="87629">
                      <a:moveTo>
                        <a:pt x="87630" y="43815"/>
                      </a:moveTo>
                      <a:cubicBezTo>
                        <a:pt x="87630" y="68013"/>
                        <a:pt x="68014" y="87630"/>
                        <a:pt x="43815" y="87630"/>
                      </a:cubicBezTo>
                      <a:cubicBezTo>
                        <a:pt x="19617" y="87630"/>
                        <a:pt x="1" y="68014"/>
                        <a:pt x="1" y="43815"/>
                      </a:cubicBezTo>
                      <a:cubicBezTo>
                        <a:pt x="1" y="19617"/>
                        <a:pt x="19617" y="0"/>
                        <a:pt x="43815" y="0"/>
                      </a:cubicBezTo>
                      <a:cubicBezTo>
                        <a:pt x="68014" y="0"/>
                        <a:pt x="87630" y="19616"/>
                        <a:pt x="87630" y="43815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900" name="Google Shape;1900;p65"/>
                <p:cNvGrpSpPr/>
                <p:nvPr/>
              </p:nvGrpSpPr>
              <p:grpSpPr>
                <a:xfrm>
                  <a:off x="10765015" y="5040134"/>
                  <a:ext cx="116314" cy="49775"/>
                  <a:chOff x="10765015" y="5040134"/>
                  <a:chExt cx="116314" cy="49775"/>
                </a:xfrm>
              </p:grpSpPr>
              <p:sp>
                <p:nvSpPr>
                  <p:cNvPr id="1901" name="Google Shape;1901;p65"/>
                  <p:cNvSpPr/>
                  <p:nvPr/>
                </p:nvSpPr>
                <p:spPr>
                  <a:xfrm rot="-172174">
                    <a:off x="10765318" y="5042987"/>
                    <a:ext cx="114347" cy="14935"/>
                  </a:xfrm>
                  <a:custGeom>
                    <a:rect b="b" l="l" r="r" t="t"/>
                    <a:pathLst>
                      <a:path extrusionOk="0" h="14954" w="114490">
                        <a:moveTo>
                          <a:pt x="0" y="0"/>
                        </a:moveTo>
                        <a:lnTo>
                          <a:pt x="114490" y="0"/>
                        </a:lnTo>
                        <a:lnTo>
                          <a:pt x="114490" y="14954"/>
                        </a:lnTo>
                        <a:lnTo>
                          <a:pt x="0" y="1495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902" name="Google Shape;1902;p65"/>
                  <p:cNvSpPr/>
                  <p:nvPr/>
                </p:nvSpPr>
                <p:spPr>
                  <a:xfrm rot="-172174">
                    <a:off x="10766681" y="5072121"/>
                    <a:ext cx="114347" cy="14935"/>
                  </a:xfrm>
                  <a:custGeom>
                    <a:rect b="b" l="l" r="r" t="t"/>
                    <a:pathLst>
                      <a:path extrusionOk="0" h="14954" w="114490">
                        <a:moveTo>
                          <a:pt x="0" y="0"/>
                        </a:moveTo>
                        <a:lnTo>
                          <a:pt x="114491" y="0"/>
                        </a:lnTo>
                        <a:lnTo>
                          <a:pt x="114491" y="14954"/>
                        </a:lnTo>
                        <a:lnTo>
                          <a:pt x="0" y="1495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1903" name="Google Shape;1903;p65"/>
                <p:cNvGrpSpPr/>
                <p:nvPr/>
              </p:nvGrpSpPr>
              <p:grpSpPr>
                <a:xfrm>
                  <a:off x="10784825" y="5436314"/>
                  <a:ext cx="116414" cy="49961"/>
                  <a:chOff x="10784825" y="5436314"/>
                  <a:chExt cx="116414" cy="49961"/>
                </a:xfrm>
              </p:grpSpPr>
              <p:sp>
                <p:nvSpPr>
                  <p:cNvPr id="1904" name="Google Shape;1904;p65"/>
                  <p:cNvSpPr/>
                  <p:nvPr/>
                </p:nvSpPr>
                <p:spPr>
                  <a:xfrm rot="-172174">
                    <a:off x="10785128" y="5439167"/>
                    <a:ext cx="114347" cy="14935"/>
                  </a:xfrm>
                  <a:custGeom>
                    <a:rect b="b" l="l" r="r" t="t"/>
                    <a:pathLst>
                      <a:path extrusionOk="0" h="14954" w="114490">
                        <a:moveTo>
                          <a:pt x="0" y="0"/>
                        </a:moveTo>
                        <a:lnTo>
                          <a:pt x="114491" y="0"/>
                        </a:lnTo>
                        <a:lnTo>
                          <a:pt x="114491" y="14955"/>
                        </a:lnTo>
                        <a:lnTo>
                          <a:pt x="0" y="14955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905" name="Google Shape;1905;p65"/>
                  <p:cNvSpPr/>
                  <p:nvPr/>
                </p:nvSpPr>
                <p:spPr>
                  <a:xfrm rot="-172174">
                    <a:off x="10786591" y="5468487"/>
                    <a:ext cx="114347" cy="14935"/>
                  </a:xfrm>
                  <a:custGeom>
                    <a:rect b="b" l="l" r="r" t="t"/>
                    <a:pathLst>
                      <a:path extrusionOk="0" h="14954" w="114490">
                        <a:moveTo>
                          <a:pt x="0" y="0"/>
                        </a:moveTo>
                        <a:lnTo>
                          <a:pt x="114490" y="0"/>
                        </a:lnTo>
                        <a:lnTo>
                          <a:pt x="114490" y="14955"/>
                        </a:lnTo>
                        <a:lnTo>
                          <a:pt x="0" y="14955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grpSp>
            <p:nvGrpSpPr>
              <p:cNvPr id="1906" name="Google Shape;1906;p65"/>
              <p:cNvGrpSpPr/>
              <p:nvPr/>
            </p:nvGrpSpPr>
            <p:grpSpPr>
              <a:xfrm>
                <a:off x="10519314" y="4813458"/>
                <a:ext cx="202120" cy="992123"/>
                <a:chOff x="10519314" y="4813458"/>
                <a:chExt cx="202120" cy="992123"/>
              </a:xfrm>
            </p:grpSpPr>
            <p:sp>
              <p:nvSpPr>
                <p:cNvPr id="1907" name="Google Shape;1907;p65"/>
                <p:cNvSpPr/>
                <p:nvPr/>
              </p:nvSpPr>
              <p:spPr>
                <a:xfrm>
                  <a:off x="10519314" y="4813458"/>
                  <a:ext cx="202120" cy="992123"/>
                </a:xfrm>
                <a:custGeom>
                  <a:rect b="b" l="l" r="r" t="t"/>
                  <a:pathLst>
                    <a:path extrusionOk="0" h="992123" w="202120">
                      <a:moveTo>
                        <a:pt x="0" y="0"/>
                      </a:moveTo>
                      <a:lnTo>
                        <a:pt x="202120" y="0"/>
                      </a:lnTo>
                      <a:lnTo>
                        <a:pt x="202120" y="992124"/>
                      </a:lnTo>
                      <a:lnTo>
                        <a:pt x="0" y="992124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08" name="Google Shape;1908;p65"/>
                <p:cNvSpPr/>
                <p:nvPr/>
              </p:nvSpPr>
              <p:spPr>
                <a:xfrm>
                  <a:off x="10558843" y="4891468"/>
                  <a:ext cx="123063" cy="123062"/>
                </a:xfrm>
                <a:custGeom>
                  <a:rect b="b" l="l" r="r" t="t"/>
                  <a:pathLst>
                    <a:path extrusionOk="0" h="123062" w="123063">
                      <a:moveTo>
                        <a:pt x="123063" y="61532"/>
                      </a:moveTo>
                      <a:cubicBezTo>
                        <a:pt x="123063" y="95514"/>
                        <a:pt x="95514" y="123063"/>
                        <a:pt x="61531" y="123063"/>
                      </a:cubicBezTo>
                      <a:cubicBezTo>
                        <a:pt x="27548" y="123063"/>
                        <a:pt x="-1" y="95514"/>
                        <a:pt x="-1" y="61532"/>
                      </a:cubicBezTo>
                      <a:cubicBezTo>
                        <a:pt x="-1" y="27549"/>
                        <a:pt x="27548" y="0"/>
                        <a:pt x="61531" y="0"/>
                      </a:cubicBezTo>
                      <a:cubicBezTo>
                        <a:pt x="95514" y="0"/>
                        <a:pt x="123063" y="27549"/>
                        <a:pt x="123063" y="61532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909" name="Google Shape;1909;p65"/>
                <p:cNvGrpSpPr/>
                <p:nvPr/>
              </p:nvGrpSpPr>
              <p:grpSpPr>
                <a:xfrm>
                  <a:off x="10556176" y="5465730"/>
                  <a:ext cx="128397" cy="44196"/>
                  <a:chOff x="10556176" y="5465730"/>
                  <a:chExt cx="128397" cy="44196"/>
                </a:xfrm>
              </p:grpSpPr>
              <p:sp>
                <p:nvSpPr>
                  <p:cNvPr id="1910" name="Google Shape;1910;p65"/>
                  <p:cNvSpPr/>
                  <p:nvPr/>
                </p:nvSpPr>
                <p:spPr>
                  <a:xfrm>
                    <a:off x="10556176" y="5465730"/>
                    <a:ext cx="128397" cy="14954"/>
                  </a:xfrm>
                  <a:custGeom>
                    <a:rect b="b" l="l" r="r" t="t"/>
                    <a:pathLst>
                      <a:path extrusionOk="0" h="14954" w="128397">
                        <a:moveTo>
                          <a:pt x="0" y="0"/>
                        </a:moveTo>
                        <a:lnTo>
                          <a:pt x="128397" y="0"/>
                        </a:lnTo>
                        <a:lnTo>
                          <a:pt x="128397" y="14954"/>
                        </a:lnTo>
                        <a:lnTo>
                          <a:pt x="0" y="1495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911" name="Google Shape;1911;p65"/>
                  <p:cNvSpPr/>
                  <p:nvPr/>
                </p:nvSpPr>
                <p:spPr>
                  <a:xfrm>
                    <a:off x="10556176" y="5494972"/>
                    <a:ext cx="128397" cy="14954"/>
                  </a:xfrm>
                  <a:custGeom>
                    <a:rect b="b" l="l" r="r" t="t"/>
                    <a:pathLst>
                      <a:path extrusionOk="0" h="14954" w="128397">
                        <a:moveTo>
                          <a:pt x="0" y="0"/>
                        </a:moveTo>
                        <a:lnTo>
                          <a:pt x="128397" y="0"/>
                        </a:lnTo>
                        <a:lnTo>
                          <a:pt x="128397" y="14955"/>
                        </a:lnTo>
                        <a:lnTo>
                          <a:pt x="0" y="14955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1912" name="Google Shape;1912;p65"/>
                <p:cNvGrpSpPr/>
                <p:nvPr/>
              </p:nvGrpSpPr>
              <p:grpSpPr>
                <a:xfrm>
                  <a:off x="10556176" y="5689187"/>
                  <a:ext cx="128397" cy="44196"/>
                  <a:chOff x="10556176" y="5689187"/>
                  <a:chExt cx="128397" cy="44196"/>
                </a:xfrm>
              </p:grpSpPr>
              <p:sp>
                <p:nvSpPr>
                  <p:cNvPr id="1913" name="Google Shape;1913;p65"/>
                  <p:cNvSpPr/>
                  <p:nvPr/>
                </p:nvSpPr>
                <p:spPr>
                  <a:xfrm>
                    <a:off x="10556176" y="5689187"/>
                    <a:ext cx="128397" cy="14954"/>
                  </a:xfrm>
                  <a:custGeom>
                    <a:rect b="b" l="l" r="r" t="t"/>
                    <a:pathLst>
                      <a:path extrusionOk="0" h="14954" w="128397">
                        <a:moveTo>
                          <a:pt x="0" y="0"/>
                        </a:moveTo>
                        <a:lnTo>
                          <a:pt x="128397" y="0"/>
                        </a:lnTo>
                        <a:lnTo>
                          <a:pt x="128397" y="14954"/>
                        </a:lnTo>
                        <a:lnTo>
                          <a:pt x="0" y="1495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914" name="Google Shape;1914;p65"/>
                  <p:cNvSpPr/>
                  <p:nvPr/>
                </p:nvSpPr>
                <p:spPr>
                  <a:xfrm>
                    <a:off x="10556176" y="5718429"/>
                    <a:ext cx="128397" cy="14954"/>
                  </a:xfrm>
                  <a:custGeom>
                    <a:rect b="b" l="l" r="r" t="t"/>
                    <a:pathLst>
                      <a:path extrusionOk="0" h="14954" w="128397">
                        <a:moveTo>
                          <a:pt x="0" y="0"/>
                        </a:moveTo>
                        <a:lnTo>
                          <a:pt x="128397" y="0"/>
                        </a:lnTo>
                        <a:lnTo>
                          <a:pt x="128397" y="14954"/>
                        </a:lnTo>
                        <a:lnTo>
                          <a:pt x="0" y="1495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</p:grpSp>
        <p:grpSp>
          <p:nvGrpSpPr>
            <p:cNvPr id="1915" name="Google Shape;1915;p65"/>
            <p:cNvGrpSpPr/>
            <p:nvPr/>
          </p:nvGrpSpPr>
          <p:grpSpPr>
            <a:xfrm>
              <a:off x="11058042" y="5088325"/>
              <a:ext cx="213052" cy="717953"/>
              <a:chOff x="11058042" y="5088325"/>
              <a:chExt cx="213052" cy="717953"/>
            </a:xfrm>
          </p:grpSpPr>
          <p:sp>
            <p:nvSpPr>
              <p:cNvPr id="1916" name="Google Shape;1916;p65"/>
              <p:cNvSpPr/>
              <p:nvPr/>
            </p:nvSpPr>
            <p:spPr>
              <a:xfrm rot="-631368">
                <a:off x="11122592" y="5089982"/>
                <a:ext cx="83952" cy="714640"/>
              </a:xfrm>
              <a:custGeom>
                <a:rect b="b" l="l" r="r" t="t"/>
                <a:pathLst>
                  <a:path extrusionOk="0" h="715136" w="84010">
                    <a:moveTo>
                      <a:pt x="0" y="0"/>
                    </a:moveTo>
                    <a:lnTo>
                      <a:pt x="84010" y="0"/>
                    </a:lnTo>
                    <a:lnTo>
                      <a:pt x="84010" y="715137"/>
                    </a:lnTo>
                    <a:lnTo>
                      <a:pt x="0" y="715137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17" name="Google Shape;1917;p65"/>
              <p:cNvSpPr/>
              <p:nvPr/>
            </p:nvSpPr>
            <p:spPr>
              <a:xfrm rot="-631368">
                <a:off x="11154645" y="5271518"/>
                <a:ext cx="25985" cy="411004"/>
              </a:xfrm>
              <a:custGeom>
                <a:rect b="b" l="l" r="r" t="t"/>
                <a:pathLst>
                  <a:path extrusionOk="0" h="411289" w="26003">
                    <a:moveTo>
                      <a:pt x="0" y="0"/>
                    </a:moveTo>
                    <a:lnTo>
                      <a:pt x="26003" y="0"/>
                    </a:lnTo>
                    <a:lnTo>
                      <a:pt x="26003" y="411289"/>
                    </a:lnTo>
                    <a:lnTo>
                      <a:pt x="0" y="411289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918" name="Google Shape;1918;p65"/>
          <p:cNvGrpSpPr/>
          <p:nvPr/>
        </p:nvGrpSpPr>
        <p:grpSpPr>
          <a:xfrm>
            <a:off x="135453" y="69369"/>
            <a:ext cx="426307" cy="643642"/>
            <a:chOff x="10572463" y="3528536"/>
            <a:chExt cx="580168" cy="875823"/>
          </a:xfrm>
        </p:grpSpPr>
        <p:grpSp>
          <p:nvGrpSpPr>
            <p:cNvPr id="1919" name="Google Shape;1919;p65"/>
            <p:cNvGrpSpPr/>
            <p:nvPr/>
          </p:nvGrpSpPr>
          <p:grpSpPr>
            <a:xfrm>
              <a:off x="10713815" y="3528536"/>
              <a:ext cx="438816" cy="746664"/>
              <a:chOff x="10713815" y="3528536"/>
              <a:chExt cx="438816" cy="746664"/>
            </a:xfrm>
          </p:grpSpPr>
          <p:sp>
            <p:nvSpPr>
              <p:cNvPr id="1920" name="Google Shape;1920;p65"/>
              <p:cNvSpPr/>
              <p:nvPr/>
            </p:nvSpPr>
            <p:spPr>
              <a:xfrm>
                <a:off x="10713815" y="3528536"/>
                <a:ext cx="438816" cy="746664"/>
              </a:xfrm>
              <a:custGeom>
                <a:rect b="b" l="l" r="r" t="t"/>
                <a:pathLst>
                  <a:path extrusionOk="0" h="746664" w="438816">
                    <a:moveTo>
                      <a:pt x="438721" y="746569"/>
                    </a:moveTo>
                    <a:lnTo>
                      <a:pt x="0" y="746569"/>
                    </a:lnTo>
                    <a:lnTo>
                      <a:pt x="0" y="0"/>
                    </a:lnTo>
                    <a:lnTo>
                      <a:pt x="326231" y="0"/>
                    </a:lnTo>
                    <a:cubicBezTo>
                      <a:pt x="370141" y="43910"/>
                      <a:pt x="394811" y="68580"/>
                      <a:pt x="438816" y="112585"/>
                    </a:cubicBezTo>
                    <a:lnTo>
                      <a:pt x="438816" y="746665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921" name="Google Shape;1921;p65"/>
              <p:cNvGrpSpPr/>
              <p:nvPr/>
            </p:nvGrpSpPr>
            <p:grpSpPr>
              <a:xfrm>
                <a:off x="10776489" y="3625310"/>
                <a:ext cx="313848" cy="288226"/>
                <a:chOff x="10776489" y="3625310"/>
                <a:chExt cx="313848" cy="288226"/>
              </a:xfrm>
            </p:grpSpPr>
            <p:sp>
              <p:nvSpPr>
                <p:cNvPr id="1922" name="Google Shape;1922;p65"/>
                <p:cNvSpPr/>
                <p:nvPr/>
              </p:nvSpPr>
              <p:spPr>
                <a:xfrm>
                  <a:off x="10776489" y="3625310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23" name="Google Shape;1923;p65"/>
                <p:cNvSpPr/>
                <p:nvPr/>
              </p:nvSpPr>
              <p:spPr>
                <a:xfrm>
                  <a:off x="10776489" y="3678650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24" name="Google Shape;1924;p65"/>
                <p:cNvSpPr/>
                <p:nvPr/>
              </p:nvSpPr>
              <p:spPr>
                <a:xfrm>
                  <a:off x="10776489" y="3731990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25" name="Google Shape;1925;p65"/>
                <p:cNvSpPr/>
                <p:nvPr/>
              </p:nvSpPr>
              <p:spPr>
                <a:xfrm>
                  <a:off x="10776489" y="3785425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26" name="Google Shape;1926;p65"/>
                <p:cNvSpPr/>
                <p:nvPr/>
              </p:nvSpPr>
              <p:spPr>
                <a:xfrm>
                  <a:off x="10776489" y="3838765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27" name="Google Shape;1927;p65"/>
                <p:cNvSpPr/>
                <p:nvPr/>
              </p:nvSpPr>
              <p:spPr>
                <a:xfrm>
                  <a:off x="10776489" y="3892105"/>
                  <a:ext cx="184689" cy="21431"/>
                </a:xfrm>
                <a:custGeom>
                  <a:rect b="b" l="l" r="r" t="t"/>
                  <a:pathLst>
                    <a:path extrusionOk="0" h="21431" w="184689">
                      <a:moveTo>
                        <a:pt x="0" y="0"/>
                      </a:moveTo>
                      <a:lnTo>
                        <a:pt x="184690" y="0"/>
                      </a:lnTo>
                      <a:lnTo>
                        <a:pt x="184690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rgbClr val="42444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928" name="Google Shape;1928;p65"/>
              <p:cNvGrpSpPr/>
              <p:nvPr/>
            </p:nvGrpSpPr>
            <p:grpSpPr>
              <a:xfrm>
                <a:off x="10776489" y="3999547"/>
                <a:ext cx="313848" cy="181546"/>
                <a:chOff x="10776489" y="3999547"/>
                <a:chExt cx="313848" cy="181546"/>
              </a:xfrm>
            </p:grpSpPr>
            <p:sp>
              <p:nvSpPr>
                <p:cNvPr id="1929" name="Google Shape;1929;p65"/>
                <p:cNvSpPr/>
                <p:nvPr/>
              </p:nvSpPr>
              <p:spPr>
                <a:xfrm>
                  <a:off x="10776489" y="3999547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30" name="Google Shape;1930;p65"/>
                <p:cNvSpPr/>
                <p:nvPr/>
              </p:nvSpPr>
              <p:spPr>
                <a:xfrm>
                  <a:off x="10776489" y="4052887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31" name="Google Shape;1931;p65"/>
                <p:cNvSpPr/>
                <p:nvPr/>
              </p:nvSpPr>
              <p:spPr>
                <a:xfrm>
                  <a:off x="10776489" y="4106322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32" name="Google Shape;1932;p65"/>
                <p:cNvSpPr/>
                <p:nvPr/>
              </p:nvSpPr>
              <p:spPr>
                <a:xfrm>
                  <a:off x="10776489" y="4159662"/>
                  <a:ext cx="184689" cy="21431"/>
                </a:xfrm>
                <a:custGeom>
                  <a:rect b="b" l="l" r="r" t="t"/>
                  <a:pathLst>
                    <a:path extrusionOk="0" h="21431" w="184689">
                      <a:moveTo>
                        <a:pt x="0" y="0"/>
                      </a:moveTo>
                      <a:lnTo>
                        <a:pt x="184690" y="0"/>
                      </a:lnTo>
                      <a:lnTo>
                        <a:pt x="184690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rgbClr val="42444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1933" name="Google Shape;1933;p65"/>
              <p:cNvSpPr/>
              <p:nvPr/>
            </p:nvSpPr>
            <p:spPr>
              <a:xfrm>
                <a:off x="11039951" y="3528536"/>
                <a:ext cx="112584" cy="112585"/>
              </a:xfrm>
              <a:custGeom>
                <a:rect b="b" l="l" r="r" t="t"/>
                <a:pathLst>
                  <a:path extrusionOk="0" h="112585" w="112584">
                    <a:moveTo>
                      <a:pt x="112585" y="112585"/>
                    </a:moveTo>
                    <a:lnTo>
                      <a:pt x="0" y="112585"/>
                    </a:lnTo>
                    <a:lnTo>
                      <a:pt x="0" y="0"/>
                    </a:lnTo>
                    <a:lnTo>
                      <a:pt x="0" y="0"/>
                    </a:lnTo>
                    <a:cubicBezTo>
                      <a:pt x="43910" y="43910"/>
                      <a:pt x="68580" y="68580"/>
                      <a:pt x="112585" y="112585"/>
                    </a:cubicBezTo>
                    <a:lnTo>
                      <a:pt x="112585" y="112585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934" name="Google Shape;1934;p65"/>
            <p:cNvGrpSpPr/>
            <p:nvPr/>
          </p:nvGrpSpPr>
          <p:grpSpPr>
            <a:xfrm>
              <a:off x="10572463" y="3657790"/>
              <a:ext cx="438817" cy="746569"/>
              <a:chOff x="10572463" y="3657790"/>
              <a:chExt cx="438817" cy="746569"/>
            </a:xfrm>
          </p:grpSpPr>
          <p:sp>
            <p:nvSpPr>
              <p:cNvPr id="1935" name="Google Shape;1935;p65"/>
              <p:cNvSpPr/>
              <p:nvPr/>
            </p:nvSpPr>
            <p:spPr>
              <a:xfrm>
                <a:off x="10572463" y="3657790"/>
                <a:ext cx="438817" cy="746569"/>
              </a:xfrm>
              <a:custGeom>
                <a:rect b="b" l="l" r="r" t="t"/>
                <a:pathLst>
                  <a:path extrusionOk="0" h="746569" w="438817">
                    <a:moveTo>
                      <a:pt x="438722" y="746570"/>
                    </a:moveTo>
                    <a:lnTo>
                      <a:pt x="0" y="746570"/>
                    </a:lnTo>
                    <a:lnTo>
                      <a:pt x="0" y="0"/>
                    </a:lnTo>
                    <a:lnTo>
                      <a:pt x="326231" y="0"/>
                    </a:lnTo>
                    <a:cubicBezTo>
                      <a:pt x="370141" y="43910"/>
                      <a:pt x="394812" y="68580"/>
                      <a:pt x="438817" y="112586"/>
                    </a:cubicBezTo>
                    <a:lnTo>
                      <a:pt x="438817" y="74657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936" name="Google Shape;1936;p65"/>
              <p:cNvGrpSpPr/>
              <p:nvPr/>
            </p:nvGrpSpPr>
            <p:grpSpPr>
              <a:xfrm>
                <a:off x="10635138" y="3754469"/>
                <a:ext cx="313848" cy="288321"/>
                <a:chOff x="10635138" y="3754469"/>
                <a:chExt cx="313848" cy="288321"/>
              </a:xfrm>
            </p:grpSpPr>
            <p:sp>
              <p:nvSpPr>
                <p:cNvPr id="1937" name="Google Shape;1937;p65"/>
                <p:cNvSpPr/>
                <p:nvPr/>
              </p:nvSpPr>
              <p:spPr>
                <a:xfrm>
                  <a:off x="10635138" y="3754469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38" name="Google Shape;1938;p65"/>
                <p:cNvSpPr/>
                <p:nvPr/>
              </p:nvSpPr>
              <p:spPr>
                <a:xfrm>
                  <a:off x="10635138" y="3807904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39" name="Google Shape;1939;p65"/>
                <p:cNvSpPr/>
                <p:nvPr/>
              </p:nvSpPr>
              <p:spPr>
                <a:xfrm>
                  <a:off x="10635138" y="3861244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40" name="Google Shape;1940;p65"/>
                <p:cNvSpPr/>
                <p:nvPr/>
              </p:nvSpPr>
              <p:spPr>
                <a:xfrm>
                  <a:off x="10635138" y="3914584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41" name="Google Shape;1941;p65"/>
                <p:cNvSpPr/>
                <p:nvPr/>
              </p:nvSpPr>
              <p:spPr>
                <a:xfrm>
                  <a:off x="10635138" y="3968019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42" name="Google Shape;1942;p65"/>
                <p:cNvSpPr/>
                <p:nvPr/>
              </p:nvSpPr>
              <p:spPr>
                <a:xfrm>
                  <a:off x="10635138" y="4021359"/>
                  <a:ext cx="184689" cy="21431"/>
                </a:xfrm>
                <a:custGeom>
                  <a:rect b="b" l="l" r="r" t="t"/>
                  <a:pathLst>
                    <a:path extrusionOk="0" h="21431" w="184689">
                      <a:moveTo>
                        <a:pt x="0" y="0"/>
                      </a:moveTo>
                      <a:lnTo>
                        <a:pt x="184689" y="0"/>
                      </a:lnTo>
                      <a:lnTo>
                        <a:pt x="184689" y="21431"/>
                      </a:lnTo>
                      <a:lnTo>
                        <a:pt x="-1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943" name="Google Shape;1943;p65"/>
              <p:cNvGrpSpPr/>
              <p:nvPr/>
            </p:nvGrpSpPr>
            <p:grpSpPr>
              <a:xfrm>
                <a:off x="10635138" y="4128801"/>
                <a:ext cx="313848" cy="181547"/>
                <a:chOff x="10635138" y="4128801"/>
                <a:chExt cx="313848" cy="181547"/>
              </a:xfrm>
            </p:grpSpPr>
            <p:sp>
              <p:nvSpPr>
                <p:cNvPr id="1944" name="Google Shape;1944;p65"/>
                <p:cNvSpPr/>
                <p:nvPr/>
              </p:nvSpPr>
              <p:spPr>
                <a:xfrm>
                  <a:off x="10635138" y="4128801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45" name="Google Shape;1945;p65"/>
                <p:cNvSpPr/>
                <p:nvPr/>
              </p:nvSpPr>
              <p:spPr>
                <a:xfrm>
                  <a:off x="10635138" y="4182141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46" name="Google Shape;1946;p65"/>
                <p:cNvSpPr/>
                <p:nvPr/>
              </p:nvSpPr>
              <p:spPr>
                <a:xfrm>
                  <a:off x="10635138" y="4235481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47" name="Google Shape;1947;p65"/>
                <p:cNvSpPr/>
                <p:nvPr/>
              </p:nvSpPr>
              <p:spPr>
                <a:xfrm>
                  <a:off x="10635138" y="4288917"/>
                  <a:ext cx="184689" cy="21431"/>
                </a:xfrm>
                <a:custGeom>
                  <a:rect b="b" l="l" r="r" t="t"/>
                  <a:pathLst>
                    <a:path extrusionOk="0" h="21431" w="184689">
                      <a:moveTo>
                        <a:pt x="0" y="0"/>
                      </a:moveTo>
                      <a:lnTo>
                        <a:pt x="184689" y="0"/>
                      </a:lnTo>
                      <a:lnTo>
                        <a:pt x="184689" y="21431"/>
                      </a:lnTo>
                      <a:lnTo>
                        <a:pt x="-1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1948" name="Google Shape;1948;p65"/>
              <p:cNvSpPr/>
              <p:nvPr/>
            </p:nvSpPr>
            <p:spPr>
              <a:xfrm>
                <a:off x="10898599" y="3657790"/>
                <a:ext cx="112586" cy="112585"/>
              </a:xfrm>
              <a:custGeom>
                <a:rect b="b" l="l" r="r" t="t"/>
                <a:pathLst>
                  <a:path extrusionOk="0" h="112585" w="112586">
                    <a:moveTo>
                      <a:pt x="112586" y="112586"/>
                    </a:moveTo>
                    <a:lnTo>
                      <a:pt x="0" y="112586"/>
                    </a:lnTo>
                    <a:lnTo>
                      <a:pt x="0" y="0"/>
                    </a:lnTo>
                    <a:lnTo>
                      <a:pt x="0" y="0"/>
                    </a:lnTo>
                    <a:cubicBezTo>
                      <a:pt x="43910" y="43910"/>
                      <a:pt x="68581" y="68580"/>
                      <a:pt x="112586" y="112586"/>
                    </a:cubicBezTo>
                    <a:lnTo>
                      <a:pt x="112586" y="112586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949" name="Google Shape;1949;p65"/>
          <p:cNvGrpSpPr/>
          <p:nvPr/>
        </p:nvGrpSpPr>
        <p:grpSpPr>
          <a:xfrm>
            <a:off x="309868" y="711612"/>
            <a:ext cx="18197" cy="243247"/>
            <a:chOff x="10809827" y="4402455"/>
            <a:chExt cx="24764" cy="330993"/>
          </a:xfrm>
        </p:grpSpPr>
        <p:sp>
          <p:nvSpPr>
            <p:cNvPr id="1950" name="Google Shape;1950;p65"/>
            <p:cNvSpPr/>
            <p:nvPr/>
          </p:nvSpPr>
          <p:spPr>
            <a:xfrm>
              <a:off x="10822209" y="4414266"/>
              <a:ext cx="9525" cy="307467"/>
            </a:xfrm>
            <a:custGeom>
              <a:rect b="b" l="l" r="r" t="t"/>
              <a:pathLst>
                <a:path extrusionOk="0" h="307467" w="9525">
                  <a:moveTo>
                    <a:pt x="-1" y="307467"/>
                  </a:moveTo>
                  <a:lnTo>
                    <a:pt x="-1" y="0"/>
                  </a:lnTo>
                </a:path>
              </a:pathLst>
            </a:custGeom>
            <a:solidFill>
              <a:schemeClr val="accent4"/>
            </a:solidFill>
            <a:ln cap="flat" cmpd="sng" w="10950">
              <a:solidFill>
                <a:schemeClr val="accent4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51" name="Google Shape;1951;p65"/>
            <p:cNvSpPr/>
            <p:nvPr/>
          </p:nvSpPr>
          <p:spPr>
            <a:xfrm>
              <a:off x="10809827" y="4708683"/>
              <a:ext cx="24764" cy="24765"/>
            </a:xfrm>
            <a:custGeom>
              <a:rect b="b" l="l" r="r" t="t"/>
              <a:pathLst>
                <a:path extrusionOk="0" h="24765" w="24764">
                  <a:moveTo>
                    <a:pt x="24765" y="12382"/>
                  </a:moveTo>
                  <a:cubicBezTo>
                    <a:pt x="24765" y="19240"/>
                    <a:pt x="19241" y="24765"/>
                    <a:pt x="12382" y="24765"/>
                  </a:cubicBezTo>
                  <a:cubicBezTo>
                    <a:pt x="5524" y="24765"/>
                    <a:pt x="0" y="19240"/>
                    <a:pt x="0" y="12382"/>
                  </a:cubicBezTo>
                  <a:cubicBezTo>
                    <a:pt x="0" y="5524"/>
                    <a:pt x="5524" y="0"/>
                    <a:pt x="12382" y="0"/>
                  </a:cubicBezTo>
                  <a:cubicBezTo>
                    <a:pt x="19241" y="0"/>
                    <a:pt x="24765" y="5524"/>
                    <a:pt x="24765" y="12382"/>
                  </a:cubicBezTo>
                  <a:close/>
                </a:path>
              </a:pathLst>
            </a:cu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52" name="Google Shape;1952;p65"/>
            <p:cNvSpPr/>
            <p:nvPr/>
          </p:nvSpPr>
          <p:spPr>
            <a:xfrm>
              <a:off x="10809827" y="4402455"/>
              <a:ext cx="24764" cy="24764"/>
            </a:xfrm>
            <a:custGeom>
              <a:rect b="b" l="l" r="r" t="t"/>
              <a:pathLst>
                <a:path extrusionOk="0" h="24764" w="24764">
                  <a:moveTo>
                    <a:pt x="24765" y="12382"/>
                  </a:moveTo>
                  <a:cubicBezTo>
                    <a:pt x="24765" y="5524"/>
                    <a:pt x="19241" y="0"/>
                    <a:pt x="12382" y="0"/>
                  </a:cubicBezTo>
                  <a:cubicBezTo>
                    <a:pt x="5524" y="0"/>
                    <a:pt x="0" y="5524"/>
                    <a:pt x="0" y="12382"/>
                  </a:cubicBezTo>
                  <a:cubicBezTo>
                    <a:pt x="0" y="19240"/>
                    <a:pt x="5524" y="24765"/>
                    <a:pt x="12382" y="24765"/>
                  </a:cubicBezTo>
                  <a:cubicBezTo>
                    <a:pt x="19241" y="24765"/>
                    <a:pt x="24765" y="19240"/>
                    <a:pt x="24765" y="12382"/>
                  </a:cubicBezTo>
                  <a:close/>
                </a:path>
              </a:pathLst>
            </a:cu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953" name="Google Shape;1953;p65"/>
          <p:cNvGrpSpPr/>
          <p:nvPr/>
        </p:nvGrpSpPr>
        <p:grpSpPr>
          <a:xfrm>
            <a:off x="8421644" y="1045085"/>
            <a:ext cx="396068" cy="717683"/>
            <a:chOff x="1945386" y="5582316"/>
            <a:chExt cx="470725" cy="852963"/>
          </a:xfrm>
        </p:grpSpPr>
        <p:grpSp>
          <p:nvGrpSpPr>
            <p:cNvPr id="1954" name="Google Shape;1954;p65"/>
            <p:cNvGrpSpPr/>
            <p:nvPr/>
          </p:nvGrpSpPr>
          <p:grpSpPr>
            <a:xfrm>
              <a:off x="1945386" y="5582316"/>
              <a:ext cx="470725" cy="852963"/>
              <a:chOff x="1945386" y="5582316"/>
              <a:chExt cx="470725" cy="852963"/>
            </a:xfrm>
          </p:grpSpPr>
          <p:sp>
            <p:nvSpPr>
              <p:cNvPr id="1955" name="Google Shape;1955;p65"/>
              <p:cNvSpPr/>
              <p:nvPr/>
            </p:nvSpPr>
            <p:spPr>
              <a:xfrm>
                <a:off x="1945386" y="5582316"/>
                <a:ext cx="470725" cy="852963"/>
              </a:xfrm>
              <a:custGeom>
                <a:rect b="b" l="l" r="r" t="t"/>
                <a:pathLst>
                  <a:path extrusionOk="0" h="852963" w="470725">
                    <a:moveTo>
                      <a:pt x="435388" y="0"/>
                    </a:moveTo>
                    <a:cubicBezTo>
                      <a:pt x="454904" y="0"/>
                      <a:pt x="470726" y="15821"/>
                      <a:pt x="470726" y="35338"/>
                    </a:cubicBezTo>
                    <a:lnTo>
                      <a:pt x="470726" y="817626"/>
                    </a:lnTo>
                    <a:cubicBezTo>
                      <a:pt x="470726" y="837143"/>
                      <a:pt x="454904" y="852964"/>
                      <a:pt x="435388" y="852964"/>
                    </a:cubicBezTo>
                    <a:lnTo>
                      <a:pt x="35338" y="852964"/>
                    </a:lnTo>
                    <a:cubicBezTo>
                      <a:pt x="15821" y="852964"/>
                      <a:pt x="0" y="837143"/>
                      <a:pt x="0" y="817626"/>
                    </a:cubicBezTo>
                    <a:lnTo>
                      <a:pt x="0" y="35338"/>
                    </a:lnTo>
                    <a:cubicBezTo>
                      <a:pt x="0" y="15822"/>
                      <a:pt x="15821" y="0"/>
                      <a:pt x="35338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56" name="Google Shape;1956;p65"/>
              <p:cNvSpPr/>
              <p:nvPr/>
            </p:nvSpPr>
            <p:spPr>
              <a:xfrm>
                <a:off x="1965864" y="5625846"/>
                <a:ext cx="429577" cy="699420"/>
              </a:xfrm>
              <a:custGeom>
                <a:rect b="b" l="l" r="r" t="t"/>
                <a:pathLst>
                  <a:path extrusionOk="0" h="699420" w="429577">
                    <a:moveTo>
                      <a:pt x="0" y="0"/>
                    </a:moveTo>
                    <a:lnTo>
                      <a:pt x="429578" y="0"/>
                    </a:lnTo>
                    <a:lnTo>
                      <a:pt x="429578" y="699421"/>
                    </a:lnTo>
                    <a:lnTo>
                      <a:pt x="0" y="69942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957" name="Google Shape;1957;p65"/>
            <p:cNvSpPr/>
            <p:nvPr/>
          </p:nvSpPr>
          <p:spPr>
            <a:xfrm>
              <a:off x="1986438" y="6371462"/>
              <a:ext cx="388334" cy="32194"/>
            </a:xfrm>
            <a:custGeom>
              <a:rect b="b" l="l" r="r" t="t"/>
              <a:pathLst>
                <a:path extrusionOk="0" h="32194" w="388334">
                  <a:moveTo>
                    <a:pt x="88011" y="0"/>
                  </a:moveTo>
                  <a:lnTo>
                    <a:pt x="16097" y="0"/>
                  </a:lnTo>
                  <a:cubicBezTo>
                    <a:pt x="7239" y="0"/>
                    <a:pt x="0" y="7239"/>
                    <a:pt x="0" y="16097"/>
                  </a:cubicBezTo>
                  <a:cubicBezTo>
                    <a:pt x="0" y="24955"/>
                    <a:pt x="7239" y="32195"/>
                    <a:pt x="16097" y="32195"/>
                  </a:cubicBezTo>
                  <a:lnTo>
                    <a:pt x="88011" y="32195"/>
                  </a:lnTo>
                  <a:cubicBezTo>
                    <a:pt x="96869" y="32195"/>
                    <a:pt x="104108" y="24955"/>
                    <a:pt x="104108" y="16097"/>
                  </a:cubicBezTo>
                  <a:cubicBezTo>
                    <a:pt x="104108" y="7239"/>
                    <a:pt x="96869" y="0"/>
                    <a:pt x="88011" y="0"/>
                  </a:cubicBezTo>
                  <a:close/>
                  <a:moveTo>
                    <a:pt x="230124" y="0"/>
                  </a:moveTo>
                  <a:lnTo>
                    <a:pt x="158210" y="0"/>
                  </a:lnTo>
                  <a:cubicBezTo>
                    <a:pt x="149352" y="0"/>
                    <a:pt x="142113" y="7239"/>
                    <a:pt x="142113" y="16097"/>
                  </a:cubicBezTo>
                  <a:cubicBezTo>
                    <a:pt x="142113" y="24955"/>
                    <a:pt x="149352" y="32195"/>
                    <a:pt x="158210" y="32195"/>
                  </a:cubicBezTo>
                  <a:lnTo>
                    <a:pt x="230124" y="32195"/>
                  </a:lnTo>
                  <a:cubicBezTo>
                    <a:pt x="238982" y="32195"/>
                    <a:pt x="246221" y="24955"/>
                    <a:pt x="246221" y="16097"/>
                  </a:cubicBezTo>
                  <a:cubicBezTo>
                    <a:pt x="246221" y="7239"/>
                    <a:pt x="238982" y="0"/>
                    <a:pt x="230124" y="0"/>
                  </a:cubicBezTo>
                  <a:close/>
                  <a:moveTo>
                    <a:pt x="372237" y="0"/>
                  </a:moveTo>
                  <a:lnTo>
                    <a:pt x="300323" y="0"/>
                  </a:lnTo>
                  <a:cubicBezTo>
                    <a:pt x="291465" y="0"/>
                    <a:pt x="284226" y="7239"/>
                    <a:pt x="284226" y="16097"/>
                  </a:cubicBezTo>
                  <a:cubicBezTo>
                    <a:pt x="284226" y="24955"/>
                    <a:pt x="291465" y="32195"/>
                    <a:pt x="300323" y="32195"/>
                  </a:cubicBezTo>
                  <a:lnTo>
                    <a:pt x="372237" y="32195"/>
                  </a:lnTo>
                  <a:cubicBezTo>
                    <a:pt x="381095" y="32195"/>
                    <a:pt x="388334" y="24955"/>
                    <a:pt x="388334" y="16097"/>
                  </a:cubicBezTo>
                  <a:cubicBezTo>
                    <a:pt x="388334" y="7239"/>
                    <a:pt x="381095" y="0"/>
                    <a:pt x="37223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958" name="Google Shape;1958;p65"/>
          <p:cNvGrpSpPr/>
          <p:nvPr/>
        </p:nvGrpSpPr>
        <p:grpSpPr>
          <a:xfrm>
            <a:off x="8088695" y="57742"/>
            <a:ext cx="1061979" cy="558999"/>
            <a:chOff x="3859815" y="2867310"/>
            <a:chExt cx="1262157" cy="664368"/>
          </a:xfrm>
        </p:grpSpPr>
        <p:sp>
          <p:nvSpPr>
            <p:cNvPr id="1959" name="Google Shape;1959;p65"/>
            <p:cNvSpPr/>
            <p:nvPr/>
          </p:nvSpPr>
          <p:spPr>
            <a:xfrm>
              <a:off x="3859815" y="2867310"/>
              <a:ext cx="1262157" cy="664368"/>
            </a:xfrm>
            <a:custGeom>
              <a:rect b="b" l="l" r="r" t="t"/>
              <a:pathLst>
                <a:path extrusionOk="0" h="664368" w="1262157">
                  <a:moveTo>
                    <a:pt x="1102233" y="344424"/>
                  </a:moveTo>
                  <a:cubicBezTo>
                    <a:pt x="1090231" y="344424"/>
                    <a:pt x="1078611" y="345757"/>
                    <a:pt x="1067372" y="348234"/>
                  </a:cubicBezTo>
                  <a:cubicBezTo>
                    <a:pt x="1048131" y="223838"/>
                    <a:pt x="945166" y="127159"/>
                    <a:pt x="817816" y="117348"/>
                  </a:cubicBezTo>
                  <a:cubicBezTo>
                    <a:pt x="756856" y="45625"/>
                    <a:pt x="666083" y="0"/>
                    <a:pt x="564547" y="0"/>
                  </a:cubicBezTo>
                  <a:cubicBezTo>
                    <a:pt x="398526" y="0"/>
                    <a:pt x="260890" y="121825"/>
                    <a:pt x="236220" y="280988"/>
                  </a:cubicBezTo>
                  <a:cubicBezTo>
                    <a:pt x="222599" y="277939"/>
                    <a:pt x="208502" y="276320"/>
                    <a:pt x="194024" y="276320"/>
                  </a:cubicBezTo>
                  <a:cubicBezTo>
                    <a:pt x="86868" y="276320"/>
                    <a:pt x="0" y="363188"/>
                    <a:pt x="0" y="470345"/>
                  </a:cubicBezTo>
                  <a:cubicBezTo>
                    <a:pt x="0" y="577501"/>
                    <a:pt x="86868" y="664369"/>
                    <a:pt x="194024" y="664369"/>
                  </a:cubicBezTo>
                  <a:lnTo>
                    <a:pt x="1102138" y="664369"/>
                  </a:lnTo>
                  <a:cubicBezTo>
                    <a:pt x="1190530" y="664369"/>
                    <a:pt x="1262158" y="592741"/>
                    <a:pt x="1262158" y="504349"/>
                  </a:cubicBezTo>
                  <a:cubicBezTo>
                    <a:pt x="1262158" y="415957"/>
                    <a:pt x="1190530" y="344329"/>
                    <a:pt x="1102138" y="344329"/>
                  </a:cubicBezTo>
                  <a:close/>
                </a:path>
              </a:pathLst>
            </a:custGeom>
            <a:solidFill>
              <a:srgbClr val="42444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960" name="Google Shape;1960;p65"/>
            <p:cNvGrpSpPr/>
            <p:nvPr/>
          </p:nvGrpSpPr>
          <p:grpSpPr>
            <a:xfrm>
              <a:off x="4275677" y="3065525"/>
              <a:ext cx="334517" cy="380047"/>
              <a:chOff x="4275677" y="3065525"/>
              <a:chExt cx="334517" cy="380047"/>
            </a:xfrm>
          </p:grpSpPr>
          <p:grpSp>
            <p:nvGrpSpPr>
              <p:cNvPr id="1961" name="Google Shape;1961;p65"/>
              <p:cNvGrpSpPr/>
              <p:nvPr/>
            </p:nvGrpSpPr>
            <p:grpSpPr>
              <a:xfrm>
                <a:off x="4275677" y="3065525"/>
                <a:ext cx="334517" cy="380047"/>
                <a:chOff x="4275677" y="3065525"/>
                <a:chExt cx="334517" cy="380047"/>
              </a:xfrm>
            </p:grpSpPr>
            <p:grpSp>
              <p:nvGrpSpPr>
                <p:cNvPr id="1962" name="Google Shape;1962;p65"/>
                <p:cNvGrpSpPr/>
                <p:nvPr/>
              </p:nvGrpSpPr>
              <p:grpSpPr>
                <a:xfrm>
                  <a:off x="4275677" y="3301269"/>
                  <a:ext cx="334422" cy="144303"/>
                  <a:chOff x="4275677" y="3301269"/>
                  <a:chExt cx="334422" cy="144303"/>
                </a:xfrm>
              </p:grpSpPr>
              <p:sp>
                <p:nvSpPr>
                  <p:cNvPr id="1963" name="Google Shape;1963;p65"/>
                  <p:cNvSpPr/>
                  <p:nvPr/>
                </p:nvSpPr>
                <p:spPr>
                  <a:xfrm>
                    <a:off x="4275677" y="3331654"/>
                    <a:ext cx="334422" cy="113918"/>
                  </a:xfrm>
                  <a:custGeom>
                    <a:rect b="b" l="l" r="r" t="t"/>
                    <a:pathLst>
                      <a:path extrusionOk="0" h="113918" w="334422">
                        <a:moveTo>
                          <a:pt x="95" y="0"/>
                        </a:moveTo>
                        <a:lnTo>
                          <a:pt x="95" y="83534"/>
                        </a:lnTo>
                        <a:cubicBezTo>
                          <a:pt x="95" y="100298"/>
                          <a:pt x="74962" y="113919"/>
                          <a:pt x="167259" y="113919"/>
                        </a:cubicBezTo>
                        <a:cubicBezTo>
                          <a:pt x="259556" y="113919"/>
                          <a:pt x="334423" y="100298"/>
                          <a:pt x="334423" y="83534"/>
                        </a:cubicBezTo>
                        <a:lnTo>
                          <a:pt x="334423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CFD3D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964" name="Google Shape;1964;p65"/>
                  <p:cNvSpPr/>
                  <p:nvPr/>
                </p:nvSpPr>
                <p:spPr>
                  <a:xfrm>
                    <a:off x="4275772" y="3301269"/>
                    <a:ext cx="334327" cy="60769"/>
                  </a:xfrm>
                  <a:custGeom>
                    <a:rect b="b" l="l" r="r" t="t"/>
                    <a:pathLst>
                      <a:path extrusionOk="0" h="60769" w="334327">
                        <a:moveTo>
                          <a:pt x="334328" y="30385"/>
                        </a:moveTo>
                        <a:cubicBezTo>
                          <a:pt x="334328" y="47166"/>
                          <a:pt x="259486" y="60770"/>
                          <a:pt x="167164" y="60770"/>
                        </a:cubicBezTo>
                        <a:cubicBezTo>
                          <a:pt x="74842" y="60770"/>
                          <a:pt x="0" y="47166"/>
                          <a:pt x="0" y="30385"/>
                        </a:cubicBezTo>
                        <a:cubicBezTo>
                          <a:pt x="0" y="13604"/>
                          <a:pt x="74842" y="0"/>
                          <a:pt x="167164" y="0"/>
                        </a:cubicBezTo>
                        <a:cubicBezTo>
                          <a:pt x="259486" y="0"/>
                          <a:pt x="334328" y="13604"/>
                          <a:pt x="334328" y="30385"/>
                        </a:cubicBezTo>
                        <a:close/>
                      </a:path>
                    </a:pathLst>
                  </a:custGeom>
                  <a:solidFill>
                    <a:srgbClr val="E6EAF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1965" name="Google Shape;1965;p65"/>
                <p:cNvGrpSpPr/>
                <p:nvPr/>
              </p:nvGrpSpPr>
              <p:grpSpPr>
                <a:xfrm>
                  <a:off x="4275677" y="3183350"/>
                  <a:ext cx="334422" cy="144302"/>
                  <a:chOff x="4275677" y="3183350"/>
                  <a:chExt cx="334422" cy="144302"/>
                </a:xfrm>
              </p:grpSpPr>
              <p:sp>
                <p:nvSpPr>
                  <p:cNvPr id="1966" name="Google Shape;1966;p65"/>
                  <p:cNvSpPr/>
                  <p:nvPr/>
                </p:nvSpPr>
                <p:spPr>
                  <a:xfrm>
                    <a:off x="4275677" y="3213734"/>
                    <a:ext cx="334422" cy="113918"/>
                  </a:xfrm>
                  <a:custGeom>
                    <a:rect b="b" l="l" r="r" t="t"/>
                    <a:pathLst>
                      <a:path extrusionOk="0" h="113918" w="334422">
                        <a:moveTo>
                          <a:pt x="95" y="0"/>
                        </a:moveTo>
                        <a:lnTo>
                          <a:pt x="95" y="83534"/>
                        </a:lnTo>
                        <a:cubicBezTo>
                          <a:pt x="95" y="100298"/>
                          <a:pt x="74962" y="113919"/>
                          <a:pt x="167259" y="113919"/>
                        </a:cubicBezTo>
                        <a:cubicBezTo>
                          <a:pt x="259556" y="113919"/>
                          <a:pt x="334423" y="100298"/>
                          <a:pt x="334423" y="83534"/>
                        </a:cubicBezTo>
                        <a:lnTo>
                          <a:pt x="334423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CFD3D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967" name="Google Shape;1967;p65"/>
                  <p:cNvSpPr/>
                  <p:nvPr/>
                </p:nvSpPr>
                <p:spPr>
                  <a:xfrm>
                    <a:off x="4275772" y="3183350"/>
                    <a:ext cx="334327" cy="60769"/>
                  </a:xfrm>
                  <a:custGeom>
                    <a:rect b="b" l="l" r="r" t="t"/>
                    <a:pathLst>
                      <a:path extrusionOk="0" h="60769" w="334327">
                        <a:moveTo>
                          <a:pt x="334328" y="30385"/>
                        </a:moveTo>
                        <a:cubicBezTo>
                          <a:pt x="334328" y="47166"/>
                          <a:pt x="259486" y="60769"/>
                          <a:pt x="167164" y="60769"/>
                        </a:cubicBezTo>
                        <a:cubicBezTo>
                          <a:pt x="74842" y="60769"/>
                          <a:pt x="0" y="47166"/>
                          <a:pt x="0" y="30385"/>
                        </a:cubicBezTo>
                        <a:cubicBezTo>
                          <a:pt x="0" y="13604"/>
                          <a:pt x="74842" y="0"/>
                          <a:pt x="167164" y="0"/>
                        </a:cubicBezTo>
                        <a:cubicBezTo>
                          <a:pt x="259486" y="0"/>
                          <a:pt x="334328" y="13604"/>
                          <a:pt x="334328" y="30385"/>
                        </a:cubicBezTo>
                        <a:close/>
                      </a:path>
                    </a:pathLst>
                  </a:custGeom>
                  <a:solidFill>
                    <a:srgbClr val="E6EAF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1968" name="Google Shape;1968;p65"/>
                <p:cNvGrpSpPr/>
                <p:nvPr/>
              </p:nvGrpSpPr>
              <p:grpSpPr>
                <a:xfrm>
                  <a:off x="4275677" y="3065525"/>
                  <a:ext cx="334517" cy="144303"/>
                  <a:chOff x="4275677" y="3065525"/>
                  <a:chExt cx="334517" cy="144303"/>
                </a:xfrm>
              </p:grpSpPr>
              <p:sp>
                <p:nvSpPr>
                  <p:cNvPr id="1969" name="Google Shape;1969;p65"/>
                  <p:cNvSpPr/>
                  <p:nvPr/>
                </p:nvSpPr>
                <p:spPr>
                  <a:xfrm>
                    <a:off x="4275677" y="3095910"/>
                    <a:ext cx="334422" cy="113918"/>
                  </a:xfrm>
                  <a:custGeom>
                    <a:rect b="b" l="l" r="r" t="t"/>
                    <a:pathLst>
                      <a:path extrusionOk="0" h="113918" w="334422">
                        <a:moveTo>
                          <a:pt x="95" y="0"/>
                        </a:moveTo>
                        <a:lnTo>
                          <a:pt x="95" y="83534"/>
                        </a:lnTo>
                        <a:cubicBezTo>
                          <a:pt x="95" y="100298"/>
                          <a:pt x="74962" y="113919"/>
                          <a:pt x="167259" y="113919"/>
                        </a:cubicBezTo>
                        <a:cubicBezTo>
                          <a:pt x="259556" y="113919"/>
                          <a:pt x="334423" y="100298"/>
                          <a:pt x="334423" y="83534"/>
                        </a:cubicBezTo>
                        <a:lnTo>
                          <a:pt x="334423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CFD3D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970" name="Google Shape;1970;p65"/>
                  <p:cNvSpPr/>
                  <p:nvPr/>
                </p:nvSpPr>
                <p:spPr>
                  <a:xfrm>
                    <a:off x="4275867" y="3065525"/>
                    <a:ext cx="334327" cy="60769"/>
                  </a:xfrm>
                  <a:custGeom>
                    <a:rect b="b" l="l" r="r" t="t"/>
                    <a:pathLst>
                      <a:path extrusionOk="0" h="60769" w="334327">
                        <a:moveTo>
                          <a:pt x="334328" y="30385"/>
                        </a:moveTo>
                        <a:cubicBezTo>
                          <a:pt x="334328" y="47149"/>
                          <a:pt x="259461" y="60770"/>
                          <a:pt x="167164" y="60770"/>
                        </a:cubicBezTo>
                        <a:cubicBezTo>
                          <a:pt x="74866" y="60770"/>
                          <a:pt x="0" y="47149"/>
                          <a:pt x="0" y="30385"/>
                        </a:cubicBezTo>
                        <a:cubicBezTo>
                          <a:pt x="0" y="13621"/>
                          <a:pt x="74866" y="0"/>
                          <a:pt x="167164" y="0"/>
                        </a:cubicBezTo>
                        <a:cubicBezTo>
                          <a:pt x="259461" y="0"/>
                          <a:pt x="334328" y="13621"/>
                          <a:pt x="334328" y="30385"/>
                        </a:cubicBezTo>
                        <a:close/>
                      </a:path>
                    </a:pathLst>
                  </a:custGeom>
                  <a:solidFill>
                    <a:srgbClr val="E6EAF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1971" name="Google Shape;1971;p65"/>
              <p:cNvSpPr/>
              <p:nvPr/>
            </p:nvSpPr>
            <p:spPr>
              <a:xfrm>
                <a:off x="4529994" y="3140487"/>
                <a:ext cx="38100" cy="38100"/>
              </a:xfrm>
              <a:custGeom>
                <a:rect b="b" l="l" r="r" t="t"/>
                <a:pathLst>
                  <a:path extrusionOk="0" h="38100" w="38100">
                    <a:moveTo>
                      <a:pt x="38100" y="19050"/>
                    </a:moveTo>
                    <a:cubicBezTo>
                      <a:pt x="38100" y="29623"/>
                      <a:pt x="29528" y="38100"/>
                      <a:pt x="19050" y="38100"/>
                    </a:cubicBezTo>
                    <a:cubicBezTo>
                      <a:pt x="8572" y="38100"/>
                      <a:pt x="0" y="29528"/>
                      <a:pt x="0" y="19050"/>
                    </a:cubicBezTo>
                    <a:cubicBezTo>
                      <a:pt x="0" y="8572"/>
                      <a:pt x="8572" y="0"/>
                      <a:pt x="19050" y="0"/>
                    </a:cubicBezTo>
                    <a:cubicBezTo>
                      <a:pt x="29528" y="0"/>
                      <a:pt x="38100" y="8572"/>
                      <a:pt x="38100" y="19050"/>
                    </a:cubicBezTo>
                    <a:close/>
                  </a:path>
                </a:pathLst>
              </a:custGeom>
              <a:solidFill>
                <a:srgbClr val="55C0E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72" name="Google Shape;1972;p65"/>
              <p:cNvSpPr/>
              <p:nvPr/>
            </p:nvSpPr>
            <p:spPr>
              <a:xfrm>
                <a:off x="4529994" y="3256216"/>
                <a:ext cx="38100" cy="38100"/>
              </a:xfrm>
              <a:custGeom>
                <a:rect b="b" l="l" r="r" t="t"/>
                <a:pathLst>
                  <a:path extrusionOk="0" h="38100" w="38100">
                    <a:moveTo>
                      <a:pt x="38100" y="19050"/>
                    </a:moveTo>
                    <a:cubicBezTo>
                      <a:pt x="38100" y="29623"/>
                      <a:pt x="29528" y="38100"/>
                      <a:pt x="19050" y="38100"/>
                    </a:cubicBezTo>
                    <a:cubicBezTo>
                      <a:pt x="8572" y="38100"/>
                      <a:pt x="0" y="29528"/>
                      <a:pt x="0" y="19050"/>
                    </a:cubicBezTo>
                    <a:cubicBezTo>
                      <a:pt x="0" y="8573"/>
                      <a:pt x="8572" y="0"/>
                      <a:pt x="19050" y="0"/>
                    </a:cubicBezTo>
                    <a:cubicBezTo>
                      <a:pt x="29528" y="0"/>
                      <a:pt x="38100" y="8573"/>
                      <a:pt x="38100" y="19050"/>
                    </a:cubicBezTo>
                    <a:close/>
                  </a:path>
                </a:pathLst>
              </a:custGeom>
              <a:solidFill>
                <a:srgbClr val="E6EAF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73" name="Google Shape;1973;p65"/>
              <p:cNvSpPr/>
              <p:nvPr/>
            </p:nvSpPr>
            <p:spPr>
              <a:xfrm>
                <a:off x="4529994" y="3377088"/>
                <a:ext cx="38100" cy="38100"/>
              </a:xfrm>
              <a:custGeom>
                <a:rect b="b" l="l" r="r" t="t"/>
                <a:pathLst>
                  <a:path extrusionOk="0" h="38100" w="38100">
                    <a:moveTo>
                      <a:pt x="38100" y="19050"/>
                    </a:moveTo>
                    <a:cubicBezTo>
                      <a:pt x="38100" y="29623"/>
                      <a:pt x="29528" y="38100"/>
                      <a:pt x="19050" y="38100"/>
                    </a:cubicBezTo>
                    <a:cubicBezTo>
                      <a:pt x="8572" y="38100"/>
                      <a:pt x="0" y="29528"/>
                      <a:pt x="0" y="19050"/>
                    </a:cubicBezTo>
                    <a:cubicBezTo>
                      <a:pt x="0" y="8573"/>
                      <a:pt x="8572" y="0"/>
                      <a:pt x="19050" y="0"/>
                    </a:cubicBezTo>
                    <a:cubicBezTo>
                      <a:pt x="29528" y="0"/>
                      <a:pt x="38100" y="8573"/>
                      <a:pt x="38100" y="19050"/>
                    </a:cubicBezTo>
                    <a:close/>
                  </a:path>
                </a:pathLst>
              </a:custGeom>
              <a:solidFill>
                <a:srgbClr val="E6EAF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974" name="Google Shape;1974;p65"/>
          <p:cNvGrpSpPr/>
          <p:nvPr/>
        </p:nvGrpSpPr>
        <p:grpSpPr>
          <a:xfrm>
            <a:off x="8582238" y="611818"/>
            <a:ext cx="33124" cy="442802"/>
            <a:chOff x="10809827" y="4402455"/>
            <a:chExt cx="24764" cy="330993"/>
          </a:xfrm>
        </p:grpSpPr>
        <p:sp>
          <p:nvSpPr>
            <p:cNvPr id="1975" name="Google Shape;1975;p65"/>
            <p:cNvSpPr/>
            <p:nvPr/>
          </p:nvSpPr>
          <p:spPr>
            <a:xfrm>
              <a:off x="10822209" y="4414266"/>
              <a:ext cx="9525" cy="307467"/>
            </a:xfrm>
            <a:custGeom>
              <a:rect b="b" l="l" r="r" t="t"/>
              <a:pathLst>
                <a:path extrusionOk="0" h="307467" w="9525">
                  <a:moveTo>
                    <a:pt x="-1" y="307467"/>
                  </a:moveTo>
                  <a:lnTo>
                    <a:pt x="-1" y="0"/>
                  </a:lnTo>
                </a:path>
              </a:pathLst>
            </a:custGeom>
            <a:solidFill>
              <a:schemeClr val="accent4"/>
            </a:solidFill>
            <a:ln cap="flat" cmpd="sng" w="10950">
              <a:solidFill>
                <a:schemeClr val="accent4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76" name="Google Shape;1976;p65"/>
            <p:cNvSpPr/>
            <p:nvPr/>
          </p:nvSpPr>
          <p:spPr>
            <a:xfrm>
              <a:off x="10809827" y="4708683"/>
              <a:ext cx="24764" cy="24765"/>
            </a:xfrm>
            <a:custGeom>
              <a:rect b="b" l="l" r="r" t="t"/>
              <a:pathLst>
                <a:path extrusionOk="0" h="24765" w="24764">
                  <a:moveTo>
                    <a:pt x="24765" y="12382"/>
                  </a:moveTo>
                  <a:cubicBezTo>
                    <a:pt x="24765" y="19240"/>
                    <a:pt x="19241" y="24765"/>
                    <a:pt x="12382" y="24765"/>
                  </a:cubicBezTo>
                  <a:cubicBezTo>
                    <a:pt x="5524" y="24765"/>
                    <a:pt x="0" y="19240"/>
                    <a:pt x="0" y="12382"/>
                  </a:cubicBezTo>
                  <a:cubicBezTo>
                    <a:pt x="0" y="5524"/>
                    <a:pt x="5524" y="0"/>
                    <a:pt x="12382" y="0"/>
                  </a:cubicBezTo>
                  <a:cubicBezTo>
                    <a:pt x="19241" y="0"/>
                    <a:pt x="24765" y="5524"/>
                    <a:pt x="24765" y="12382"/>
                  </a:cubicBezTo>
                  <a:close/>
                </a:path>
              </a:pathLst>
            </a:cu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77" name="Google Shape;1977;p65"/>
            <p:cNvSpPr/>
            <p:nvPr/>
          </p:nvSpPr>
          <p:spPr>
            <a:xfrm>
              <a:off x="10809827" y="4402455"/>
              <a:ext cx="24764" cy="24764"/>
            </a:xfrm>
            <a:custGeom>
              <a:rect b="b" l="l" r="r" t="t"/>
              <a:pathLst>
                <a:path extrusionOk="0" h="24764" w="24764">
                  <a:moveTo>
                    <a:pt x="24765" y="12382"/>
                  </a:moveTo>
                  <a:cubicBezTo>
                    <a:pt x="24765" y="5524"/>
                    <a:pt x="19241" y="0"/>
                    <a:pt x="12382" y="0"/>
                  </a:cubicBezTo>
                  <a:cubicBezTo>
                    <a:pt x="5524" y="0"/>
                    <a:pt x="0" y="5524"/>
                    <a:pt x="0" y="12382"/>
                  </a:cubicBezTo>
                  <a:cubicBezTo>
                    <a:pt x="0" y="19240"/>
                    <a:pt x="5524" y="24765"/>
                    <a:pt x="12382" y="24765"/>
                  </a:cubicBezTo>
                  <a:cubicBezTo>
                    <a:pt x="19241" y="24765"/>
                    <a:pt x="24765" y="19240"/>
                    <a:pt x="24765" y="12382"/>
                  </a:cubicBezTo>
                  <a:close/>
                </a:path>
              </a:pathLst>
            </a:cu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5">
    <p:spTree>
      <p:nvGrpSpPr>
        <p:cNvPr id="1978" name="Shape 19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9" name="Google Shape;1979;p6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980" name="Google Shape;1980;p66"/>
          <p:cNvSpPr txBox="1"/>
          <p:nvPr>
            <p:ph idx="1" type="subTitle"/>
          </p:nvPr>
        </p:nvSpPr>
        <p:spPr>
          <a:xfrm>
            <a:off x="1253225" y="2053700"/>
            <a:ext cx="2811000" cy="103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981" name="Google Shape;1981;p66"/>
          <p:cNvSpPr txBox="1"/>
          <p:nvPr>
            <p:ph idx="2" type="subTitle"/>
          </p:nvPr>
        </p:nvSpPr>
        <p:spPr>
          <a:xfrm>
            <a:off x="5079776" y="2053700"/>
            <a:ext cx="2811000" cy="103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982" name="Google Shape;1982;p66"/>
          <p:cNvSpPr txBox="1"/>
          <p:nvPr>
            <p:ph idx="3" type="subTitle"/>
          </p:nvPr>
        </p:nvSpPr>
        <p:spPr>
          <a:xfrm>
            <a:off x="1253225" y="3565300"/>
            <a:ext cx="2811000" cy="103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983" name="Google Shape;1983;p66"/>
          <p:cNvSpPr txBox="1"/>
          <p:nvPr>
            <p:ph idx="4" type="subTitle"/>
          </p:nvPr>
        </p:nvSpPr>
        <p:spPr>
          <a:xfrm>
            <a:off x="5079776" y="3565300"/>
            <a:ext cx="2811000" cy="103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984" name="Google Shape;1984;p66"/>
          <p:cNvSpPr txBox="1"/>
          <p:nvPr>
            <p:ph idx="5" type="subTitle"/>
          </p:nvPr>
        </p:nvSpPr>
        <p:spPr>
          <a:xfrm>
            <a:off x="1253225" y="1363500"/>
            <a:ext cx="2811000" cy="69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8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985" name="Google Shape;1985;p66"/>
          <p:cNvSpPr txBox="1"/>
          <p:nvPr>
            <p:ph idx="6" type="subTitle"/>
          </p:nvPr>
        </p:nvSpPr>
        <p:spPr>
          <a:xfrm>
            <a:off x="1253225" y="2875125"/>
            <a:ext cx="2811000" cy="69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8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986" name="Google Shape;1986;p66"/>
          <p:cNvSpPr txBox="1"/>
          <p:nvPr>
            <p:ph idx="7" type="subTitle"/>
          </p:nvPr>
        </p:nvSpPr>
        <p:spPr>
          <a:xfrm>
            <a:off x="5079750" y="1363500"/>
            <a:ext cx="2811000" cy="69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8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987" name="Google Shape;1987;p66"/>
          <p:cNvSpPr txBox="1"/>
          <p:nvPr>
            <p:ph idx="8" type="subTitle"/>
          </p:nvPr>
        </p:nvSpPr>
        <p:spPr>
          <a:xfrm>
            <a:off x="5079750" y="2875125"/>
            <a:ext cx="2811000" cy="69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8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988" name="Google Shape;1988;p66"/>
          <p:cNvSpPr/>
          <p:nvPr/>
        </p:nvSpPr>
        <p:spPr>
          <a:xfrm flipH="1" rot="8819869">
            <a:off x="7035528" y="3933627"/>
            <a:ext cx="3158468" cy="2509642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9" name="Google Shape;1989;p66"/>
          <p:cNvSpPr/>
          <p:nvPr/>
        </p:nvSpPr>
        <p:spPr>
          <a:xfrm flipH="1" rot="-3657034">
            <a:off x="-1336268" y="-858934"/>
            <a:ext cx="2746020" cy="1921695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990" name="Google Shape;1990;p66"/>
          <p:cNvGrpSpPr/>
          <p:nvPr/>
        </p:nvGrpSpPr>
        <p:grpSpPr>
          <a:xfrm>
            <a:off x="65066" y="4373044"/>
            <a:ext cx="878158" cy="654532"/>
            <a:chOff x="1114425" y="4361211"/>
            <a:chExt cx="573023" cy="427101"/>
          </a:xfrm>
        </p:grpSpPr>
        <p:grpSp>
          <p:nvGrpSpPr>
            <p:cNvPr id="1991" name="Google Shape;1991;p66"/>
            <p:cNvGrpSpPr/>
            <p:nvPr/>
          </p:nvGrpSpPr>
          <p:grpSpPr>
            <a:xfrm>
              <a:off x="1114425" y="4361211"/>
              <a:ext cx="573023" cy="427101"/>
              <a:chOff x="1114425" y="4361211"/>
              <a:chExt cx="573023" cy="427101"/>
            </a:xfrm>
          </p:grpSpPr>
          <p:sp>
            <p:nvSpPr>
              <p:cNvPr id="1992" name="Google Shape;1992;p66"/>
              <p:cNvSpPr/>
              <p:nvPr/>
            </p:nvSpPr>
            <p:spPr>
              <a:xfrm>
                <a:off x="1241964" y="4361211"/>
                <a:ext cx="445484" cy="299466"/>
              </a:xfrm>
              <a:custGeom>
                <a:rect b="b" l="l" r="r" t="t"/>
                <a:pathLst>
                  <a:path extrusionOk="0" h="299466" w="445484">
                    <a:moveTo>
                      <a:pt x="139160" y="7715"/>
                    </a:moveTo>
                    <a:lnTo>
                      <a:pt x="173450" y="42005"/>
                    </a:lnTo>
                    <a:cubicBezTo>
                      <a:pt x="178403" y="46958"/>
                      <a:pt x="185166" y="49721"/>
                      <a:pt x="192215" y="49721"/>
                    </a:cubicBezTo>
                    <a:lnTo>
                      <a:pt x="419005" y="49721"/>
                    </a:lnTo>
                    <a:cubicBezTo>
                      <a:pt x="433673" y="49721"/>
                      <a:pt x="445484" y="61627"/>
                      <a:pt x="445484" y="76200"/>
                    </a:cubicBezTo>
                    <a:lnTo>
                      <a:pt x="445484" y="272987"/>
                    </a:lnTo>
                    <a:cubicBezTo>
                      <a:pt x="445484" y="287655"/>
                      <a:pt x="433578" y="299466"/>
                      <a:pt x="419005" y="299466"/>
                    </a:cubicBezTo>
                    <a:lnTo>
                      <a:pt x="26479" y="299466"/>
                    </a:lnTo>
                    <a:cubicBezTo>
                      <a:pt x="11811" y="299466"/>
                      <a:pt x="0" y="287560"/>
                      <a:pt x="0" y="272987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79" y="0"/>
                    </a:cubicBezTo>
                    <a:lnTo>
                      <a:pt x="120396" y="0"/>
                    </a:lnTo>
                    <a:cubicBezTo>
                      <a:pt x="127445" y="0"/>
                      <a:pt x="134207" y="2762"/>
                      <a:pt x="139160" y="7715"/>
                    </a:cubicBezTo>
                    <a:close/>
                  </a:path>
                </a:pathLst>
              </a:custGeom>
              <a:solidFill>
                <a:srgbClr val="35363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93" name="Google Shape;1993;p66"/>
              <p:cNvSpPr/>
              <p:nvPr/>
            </p:nvSpPr>
            <p:spPr>
              <a:xfrm>
                <a:off x="1178242" y="4425029"/>
                <a:ext cx="445484" cy="299466"/>
              </a:xfrm>
              <a:custGeom>
                <a:rect b="b" l="l" r="r" t="t"/>
                <a:pathLst>
                  <a:path extrusionOk="0" h="299466" w="445484">
                    <a:moveTo>
                      <a:pt x="139160" y="7620"/>
                    </a:moveTo>
                    <a:lnTo>
                      <a:pt x="173450" y="41910"/>
                    </a:lnTo>
                    <a:cubicBezTo>
                      <a:pt x="178403" y="46863"/>
                      <a:pt x="185166" y="49721"/>
                      <a:pt x="192215" y="49721"/>
                    </a:cubicBezTo>
                    <a:lnTo>
                      <a:pt x="419005" y="49721"/>
                    </a:lnTo>
                    <a:cubicBezTo>
                      <a:pt x="433673" y="49721"/>
                      <a:pt x="445484" y="61627"/>
                      <a:pt x="445484" y="76200"/>
                    </a:cubicBezTo>
                    <a:lnTo>
                      <a:pt x="445484" y="272987"/>
                    </a:lnTo>
                    <a:cubicBezTo>
                      <a:pt x="445484" y="287655"/>
                      <a:pt x="433578" y="299466"/>
                      <a:pt x="419005" y="299466"/>
                    </a:cubicBezTo>
                    <a:lnTo>
                      <a:pt x="26479" y="299466"/>
                    </a:lnTo>
                    <a:cubicBezTo>
                      <a:pt x="11811" y="299466"/>
                      <a:pt x="0" y="287560"/>
                      <a:pt x="0" y="272987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79" y="0"/>
                    </a:cubicBezTo>
                    <a:lnTo>
                      <a:pt x="120396" y="0"/>
                    </a:lnTo>
                    <a:cubicBezTo>
                      <a:pt x="127445" y="0"/>
                      <a:pt x="134207" y="2762"/>
                      <a:pt x="139160" y="7715"/>
                    </a:cubicBezTo>
                    <a:close/>
                  </a:path>
                </a:pathLst>
              </a:custGeom>
              <a:solidFill>
                <a:srgbClr val="42444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94" name="Google Shape;1994;p66"/>
              <p:cNvSpPr/>
              <p:nvPr/>
            </p:nvSpPr>
            <p:spPr>
              <a:xfrm>
                <a:off x="1114425" y="4488846"/>
                <a:ext cx="445484" cy="299466"/>
              </a:xfrm>
              <a:custGeom>
                <a:rect b="b" l="l" r="r" t="t"/>
                <a:pathLst>
                  <a:path extrusionOk="0" h="299466" w="445484">
                    <a:moveTo>
                      <a:pt x="139160" y="7620"/>
                    </a:moveTo>
                    <a:lnTo>
                      <a:pt x="173450" y="41910"/>
                    </a:lnTo>
                    <a:cubicBezTo>
                      <a:pt x="178403" y="46863"/>
                      <a:pt x="185166" y="49721"/>
                      <a:pt x="192215" y="49721"/>
                    </a:cubicBezTo>
                    <a:lnTo>
                      <a:pt x="419005" y="49721"/>
                    </a:lnTo>
                    <a:cubicBezTo>
                      <a:pt x="433673" y="49721"/>
                      <a:pt x="445484" y="61627"/>
                      <a:pt x="445484" y="76200"/>
                    </a:cubicBezTo>
                    <a:lnTo>
                      <a:pt x="445484" y="272987"/>
                    </a:lnTo>
                    <a:cubicBezTo>
                      <a:pt x="445484" y="287655"/>
                      <a:pt x="433578" y="299466"/>
                      <a:pt x="419005" y="299466"/>
                    </a:cubicBezTo>
                    <a:lnTo>
                      <a:pt x="26480" y="299466"/>
                    </a:lnTo>
                    <a:cubicBezTo>
                      <a:pt x="11811" y="299466"/>
                      <a:pt x="0" y="287560"/>
                      <a:pt x="0" y="272987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80" y="0"/>
                    </a:cubicBezTo>
                    <a:lnTo>
                      <a:pt x="120396" y="0"/>
                    </a:lnTo>
                    <a:cubicBezTo>
                      <a:pt x="127445" y="0"/>
                      <a:pt x="134207" y="2762"/>
                      <a:pt x="139160" y="7811"/>
                    </a:cubicBezTo>
                    <a:close/>
                  </a:path>
                </a:pathLst>
              </a:custGeom>
              <a:solidFill>
                <a:srgbClr val="6F708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995" name="Google Shape;1995;p66"/>
            <p:cNvSpPr/>
            <p:nvPr/>
          </p:nvSpPr>
          <p:spPr>
            <a:xfrm>
              <a:off x="1303210" y="4628965"/>
              <a:ext cx="68735" cy="82063"/>
            </a:xfrm>
            <a:custGeom>
              <a:rect b="b" l="l" r="r" t="t"/>
              <a:pathLst>
                <a:path extrusionOk="0" h="82063" w="68735">
                  <a:moveTo>
                    <a:pt x="0" y="6471"/>
                  </a:moveTo>
                  <a:lnTo>
                    <a:pt x="0" y="75527"/>
                  </a:lnTo>
                  <a:cubicBezTo>
                    <a:pt x="0" y="80575"/>
                    <a:pt x="5524" y="83719"/>
                    <a:pt x="9811" y="81147"/>
                  </a:cubicBezTo>
                  <a:lnTo>
                    <a:pt x="65532" y="48095"/>
                  </a:lnTo>
                  <a:cubicBezTo>
                    <a:pt x="69723" y="45619"/>
                    <a:pt x="69818" y="39618"/>
                    <a:pt x="65723" y="37046"/>
                  </a:cubicBezTo>
                  <a:lnTo>
                    <a:pt x="10001" y="1042"/>
                  </a:lnTo>
                  <a:cubicBezTo>
                    <a:pt x="5715" y="-1721"/>
                    <a:pt x="0" y="1327"/>
                    <a:pt x="0" y="647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996" name="Google Shape;1996;p66"/>
          <p:cNvGrpSpPr/>
          <p:nvPr/>
        </p:nvGrpSpPr>
        <p:grpSpPr>
          <a:xfrm>
            <a:off x="8114970" y="266839"/>
            <a:ext cx="829992" cy="750888"/>
            <a:chOff x="8114596" y="445039"/>
            <a:chExt cx="633002" cy="572716"/>
          </a:xfrm>
        </p:grpSpPr>
        <p:grpSp>
          <p:nvGrpSpPr>
            <p:cNvPr id="1997" name="Google Shape;1997;p66"/>
            <p:cNvGrpSpPr/>
            <p:nvPr/>
          </p:nvGrpSpPr>
          <p:grpSpPr>
            <a:xfrm>
              <a:off x="8114596" y="445039"/>
              <a:ext cx="633002" cy="572716"/>
              <a:chOff x="7189660" y="520827"/>
              <a:chExt cx="598074" cy="541115"/>
            </a:xfrm>
          </p:grpSpPr>
          <p:sp>
            <p:nvSpPr>
              <p:cNvPr id="1998" name="Google Shape;1998;p66"/>
              <p:cNvSpPr/>
              <p:nvPr/>
            </p:nvSpPr>
            <p:spPr>
              <a:xfrm>
                <a:off x="7189660" y="520827"/>
                <a:ext cx="598074" cy="541115"/>
              </a:xfrm>
              <a:custGeom>
                <a:rect b="b" l="l" r="r" t="t"/>
                <a:pathLst>
                  <a:path extrusionOk="0" h="541115" w="598074">
                    <a:moveTo>
                      <a:pt x="557022" y="0"/>
                    </a:moveTo>
                    <a:cubicBezTo>
                      <a:pt x="579695" y="0"/>
                      <a:pt x="598075" y="18380"/>
                      <a:pt x="598075" y="41053"/>
                    </a:cubicBezTo>
                    <a:lnTo>
                      <a:pt x="598075" y="500063"/>
                    </a:lnTo>
                    <a:cubicBezTo>
                      <a:pt x="598075" y="522735"/>
                      <a:pt x="579695" y="541115"/>
                      <a:pt x="557022" y="541115"/>
                    </a:cubicBezTo>
                    <a:lnTo>
                      <a:pt x="41053" y="541115"/>
                    </a:lnTo>
                    <a:cubicBezTo>
                      <a:pt x="18380" y="541115"/>
                      <a:pt x="0" y="522735"/>
                      <a:pt x="0" y="500063"/>
                    </a:cubicBezTo>
                    <a:lnTo>
                      <a:pt x="0" y="41053"/>
                    </a:lnTo>
                    <a:cubicBezTo>
                      <a:pt x="0" y="18380"/>
                      <a:pt x="18380" y="0"/>
                      <a:pt x="410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999" name="Google Shape;1999;p66"/>
              <p:cNvGrpSpPr/>
              <p:nvPr/>
            </p:nvGrpSpPr>
            <p:grpSpPr>
              <a:xfrm>
                <a:off x="7579137" y="551973"/>
                <a:ext cx="164782" cy="41529"/>
                <a:chOff x="7579137" y="551973"/>
                <a:chExt cx="164782" cy="41529"/>
              </a:xfrm>
            </p:grpSpPr>
            <p:sp>
              <p:nvSpPr>
                <p:cNvPr id="2000" name="Google Shape;2000;p66"/>
                <p:cNvSpPr/>
                <p:nvPr/>
              </p:nvSpPr>
              <p:spPr>
                <a:xfrm>
                  <a:off x="7702391" y="551973"/>
                  <a:ext cx="41528" cy="41529"/>
                </a:xfrm>
                <a:custGeom>
                  <a:rect b="b" l="l" r="r" t="t"/>
                  <a:pathLst>
                    <a:path extrusionOk="0" h="41529" w="41528">
                      <a:moveTo>
                        <a:pt x="41529" y="20765"/>
                      </a:moveTo>
                      <a:cubicBezTo>
                        <a:pt x="41529" y="32290"/>
                        <a:pt x="32195" y="41529"/>
                        <a:pt x="20764" y="41529"/>
                      </a:cubicBezTo>
                      <a:cubicBezTo>
                        <a:pt x="9334" y="41529"/>
                        <a:pt x="0" y="32195"/>
                        <a:pt x="0" y="20765"/>
                      </a:cubicBezTo>
                      <a:cubicBezTo>
                        <a:pt x="0" y="9335"/>
                        <a:pt x="9334" y="0"/>
                        <a:pt x="20764" y="0"/>
                      </a:cubicBezTo>
                      <a:cubicBezTo>
                        <a:pt x="32195" y="0"/>
                        <a:pt x="41529" y="9335"/>
                        <a:pt x="41529" y="20765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01" name="Google Shape;2001;p66"/>
                <p:cNvSpPr/>
                <p:nvPr/>
              </p:nvSpPr>
              <p:spPr>
                <a:xfrm>
                  <a:off x="7640764" y="551973"/>
                  <a:ext cx="41528" cy="41529"/>
                </a:xfrm>
                <a:custGeom>
                  <a:rect b="b" l="l" r="r" t="t"/>
                  <a:pathLst>
                    <a:path extrusionOk="0" h="41529" w="41528">
                      <a:moveTo>
                        <a:pt x="41529" y="20765"/>
                      </a:moveTo>
                      <a:cubicBezTo>
                        <a:pt x="41529" y="32290"/>
                        <a:pt x="32195" y="41529"/>
                        <a:pt x="20764" y="41529"/>
                      </a:cubicBezTo>
                      <a:cubicBezTo>
                        <a:pt x="9334" y="41529"/>
                        <a:pt x="0" y="32195"/>
                        <a:pt x="0" y="20765"/>
                      </a:cubicBezTo>
                      <a:cubicBezTo>
                        <a:pt x="0" y="9335"/>
                        <a:pt x="9334" y="0"/>
                        <a:pt x="20764" y="0"/>
                      </a:cubicBezTo>
                      <a:cubicBezTo>
                        <a:pt x="32195" y="0"/>
                        <a:pt x="41529" y="9335"/>
                        <a:pt x="41529" y="20765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02" name="Google Shape;2002;p66"/>
                <p:cNvSpPr/>
                <p:nvPr/>
              </p:nvSpPr>
              <p:spPr>
                <a:xfrm>
                  <a:off x="7579137" y="551973"/>
                  <a:ext cx="41528" cy="41529"/>
                </a:xfrm>
                <a:custGeom>
                  <a:rect b="b" l="l" r="r" t="t"/>
                  <a:pathLst>
                    <a:path extrusionOk="0" h="41529" w="41528">
                      <a:moveTo>
                        <a:pt x="41529" y="20765"/>
                      </a:moveTo>
                      <a:cubicBezTo>
                        <a:pt x="41529" y="32290"/>
                        <a:pt x="32195" y="41529"/>
                        <a:pt x="20764" y="41529"/>
                      </a:cubicBezTo>
                      <a:cubicBezTo>
                        <a:pt x="9334" y="41529"/>
                        <a:pt x="0" y="32195"/>
                        <a:pt x="0" y="20765"/>
                      </a:cubicBezTo>
                      <a:cubicBezTo>
                        <a:pt x="0" y="9335"/>
                        <a:pt x="9334" y="0"/>
                        <a:pt x="20764" y="0"/>
                      </a:cubicBezTo>
                      <a:cubicBezTo>
                        <a:pt x="32195" y="0"/>
                        <a:pt x="41529" y="9335"/>
                        <a:pt x="41529" y="20765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2003" name="Google Shape;2003;p66"/>
            <p:cNvGrpSpPr/>
            <p:nvPr/>
          </p:nvGrpSpPr>
          <p:grpSpPr>
            <a:xfrm>
              <a:off x="8184962" y="619646"/>
              <a:ext cx="498115" cy="257273"/>
              <a:chOff x="7256144" y="685800"/>
              <a:chExt cx="470630" cy="243077"/>
            </a:xfrm>
          </p:grpSpPr>
          <p:sp>
            <p:nvSpPr>
              <p:cNvPr id="2004" name="Google Shape;2004;p66"/>
              <p:cNvSpPr/>
              <p:nvPr/>
            </p:nvSpPr>
            <p:spPr>
              <a:xfrm>
                <a:off x="7256144" y="694753"/>
                <a:ext cx="218503" cy="218217"/>
              </a:xfrm>
              <a:custGeom>
                <a:rect b="b" l="l" r="r" t="t"/>
                <a:pathLst>
                  <a:path extrusionOk="0" h="218217" w="218503">
                    <a:moveTo>
                      <a:pt x="216598" y="129540"/>
                    </a:moveTo>
                    <a:cubicBezTo>
                      <a:pt x="217837" y="122968"/>
                      <a:pt x="218504" y="116110"/>
                      <a:pt x="218504" y="109156"/>
                    </a:cubicBezTo>
                    <a:cubicBezTo>
                      <a:pt x="218504" y="102203"/>
                      <a:pt x="217837" y="95440"/>
                      <a:pt x="216598" y="88773"/>
                    </a:cubicBezTo>
                    <a:lnTo>
                      <a:pt x="181261" y="88773"/>
                    </a:lnTo>
                    <a:cubicBezTo>
                      <a:pt x="179641" y="83058"/>
                      <a:pt x="177451" y="77724"/>
                      <a:pt x="174593" y="72676"/>
                    </a:cubicBezTo>
                    <a:lnTo>
                      <a:pt x="199549" y="47720"/>
                    </a:lnTo>
                    <a:cubicBezTo>
                      <a:pt x="191834" y="36385"/>
                      <a:pt x="182118" y="26670"/>
                      <a:pt x="170783" y="18955"/>
                    </a:cubicBezTo>
                    <a:lnTo>
                      <a:pt x="145732" y="44005"/>
                    </a:lnTo>
                    <a:cubicBezTo>
                      <a:pt x="140684" y="41148"/>
                      <a:pt x="135255" y="38957"/>
                      <a:pt x="129635" y="37338"/>
                    </a:cubicBezTo>
                    <a:lnTo>
                      <a:pt x="129635" y="1905"/>
                    </a:lnTo>
                    <a:cubicBezTo>
                      <a:pt x="123063" y="667"/>
                      <a:pt x="116205" y="0"/>
                      <a:pt x="109252" y="0"/>
                    </a:cubicBezTo>
                    <a:cubicBezTo>
                      <a:pt x="102298" y="0"/>
                      <a:pt x="95536" y="667"/>
                      <a:pt x="88868" y="1905"/>
                    </a:cubicBezTo>
                    <a:lnTo>
                      <a:pt x="88868" y="37338"/>
                    </a:lnTo>
                    <a:cubicBezTo>
                      <a:pt x="83154" y="38957"/>
                      <a:pt x="77819" y="41148"/>
                      <a:pt x="72771" y="44005"/>
                    </a:cubicBezTo>
                    <a:lnTo>
                      <a:pt x="47720" y="18955"/>
                    </a:lnTo>
                    <a:cubicBezTo>
                      <a:pt x="36386" y="26670"/>
                      <a:pt x="26670" y="36481"/>
                      <a:pt x="18955" y="47720"/>
                    </a:cubicBezTo>
                    <a:lnTo>
                      <a:pt x="43910" y="72676"/>
                    </a:lnTo>
                    <a:cubicBezTo>
                      <a:pt x="41053" y="77724"/>
                      <a:pt x="38862" y="83153"/>
                      <a:pt x="37243" y="88773"/>
                    </a:cubicBezTo>
                    <a:lnTo>
                      <a:pt x="1905" y="88773"/>
                    </a:lnTo>
                    <a:cubicBezTo>
                      <a:pt x="667" y="95345"/>
                      <a:pt x="0" y="102203"/>
                      <a:pt x="0" y="109156"/>
                    </a:cubicBezTo>
                    <a:cubicBezTo>
                      <a:pt x="0" y="116110"/>
                      <a:pt x="667" y="122873"/>
                      <a:pt x="1905" y="129540"/>
                    </a:cubicBezTo>
                    <a:lnTo>
                      <a:pt x="37243" y="129540"/>
                    </a:lnTo>
                    <a:cubicBezTo>
                      <a:pt x="38862" y="135255"/>
                      <a:pt x="41053" y="140589"/>
                      <a:pt x="43910" y="145637"/>
                    </a:cubicBezTo>
                    <a:lnTo>
                      <a:pt x="18955" y="170593"/>
                    </a:lnTo>
                    <a:cubicBezTo>
                      <a:pt x="26670" y="181928"/>
                      <a:pt x="36386" y="191643"/>
                      <a:pt x="47720" y="199358"/>
                    </a:cubicBezTo>
                    <a:lnTo>
                      <a:pt x="72771" y="174308"/>
                    </a:lnTo>
                    <a:cubicBezTo>
                      <a:pt x="77819" y="177165"/>
                      <a:pt x="83248" y="179356"/>
                      <a:pt x="88868" y="180975"/>
                    </a:cubicBezTo>
                    <a:lnTo>
                      <a:pt x="88868" y="216313"/>
                    </a:lnTo>
                    <a:cubicBezTo>
                      <a:pt x="95441" y="217551"/>
                      <a:pt x="102298" y="218218"/>
                      <a:pt x="109252" y="218218"/>
                    </a:cubicBezTo>
                    <a:cubicBezTo>
                      <a:pt x="116205" y="218218"/>
                      <a:pt x="122968" y="217551"/>
                      <a:pt x="129635" y="216313"/>
                    </a:cubicBezTo>
                    <a:lnTo>
                      <a:pt x="129635" y="180975"/>
                    </a:lnTo>
                    <a:cubicBezTo>
                      <a:pt x="135350" y="179356"/>
                      <a:pt x="140684" y="177070"/>
                      <a:pt x="145732" y="174308"/>
                    </a:cubicBezTo>
                    <a:lnTo>
                      <a:pt x="170783" y="199358"/>
                    </a:lnTo>
                    <a:cubicBezTo>
                      <a:pt x="182118" y="191643"/>
                      <a:pt x="191834" y="181928"/>
                      <a:pt x="199549" y="170593"/>
                    </a:cubicBezTo>
                    <a:lnTo>
                      <a:pt x="174593" y="145542"/>
                    </a:lnTo>
                    <a:cubicBezTo>
                      <a:pt x="177451" y="140494"/>
                      <a:pt x="179641" y="135064"/>
                      <a:pt x="181261" y="129445"/>
                    </a:cubicBezTo>
                    <a:lnTo>
                      <a:pt x="216598" y="129445"/>
                    </a:lnTo>
                    <a:close/>
                    <a:moveTo>
                      <a:pt x="109252" y="131255"/>
                    </a:moveTo>
                    <a:cubicBezTo>
                      <a:pt x="97060" y="131255"/>
                      <a:pt x="87249" y="121349"/>
                      <a:pt x="87249" y="109252"/>
                    </a:cubicBezTo>
                    <a:cubicBezTo>
                      <a:pt x="87249" y="97155"/>
                      <a:pt x="97155" y="87249"/>
                      <a:pt x="109252" y="87249"/>
                    </a:cubicBezTo>
                    <a:cubicBezTo>
                      <a:pt x="121348" y="87249"/>
                      <a:pt x="131255" y="97155"/>
                      <a:pt x="131255" y="109252"/>
                    </a:cubicBezTo>
                    <a:cubicBezTo>
                      <a:pt x="131255" y="121349"/>
                      <a:pt x="121348" y="131255"/>
                      <a:pt x="109252" y="131255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2005" name="Google Shape;2005;p66"/>
              <p:cNvGrpSpPr/>
              <p:nvPr/>
            </p:nvGrpSpPr>
            <p:grpSpPr>
              <a:xfrm>
                <a:off x="7512843" y="685800"/>
                <a:ext cx="213931" cy="243077"/>
                <a:chOff x="7512843" y="685800"/>
                <a:chExt cx="213931" cy="243077"/>
              </a:xfrm>
            </p:grpSpPr>
            <p:grpSp>
              <p:nvGrpSpPr>
                <p:cNvPr id="2006" name="Google Shape;2006;p66"/>
                <p:cNvGrpSpPr/>
                <p:nvPr/>
              </p:nvGrpSpPr>
              <p:grpSpPr>
                <a:xfrm>
                  <a:off x="7512843" y="836580"/>
                  <a:ext cx="213931" cy="92297"/>
                  <a:chOff x="7512843" y="836580"/>
                  <a:chExt cx="213931" cy="92297"/>
                </a:xfrm>
              </p:grpSpPr>
              <p:sp>
                <p:nvSpPr>
                  <p:cNvPr id="2007" name="Google Shape;2007;p66"/>
                  <p:cNvSpPr/>
                  <p:nvPr/>
                </p:nvSpPr>
                <p:spPr>
                  <a:xfrm>
                    <a:off x="7512843" y="856011"/>
                    <a:ext cx="213931" cy="72866"/>
                  </a:xfrm>
                  <a:custGeom>
                    <a:rect b="b" l="l" r="r" t="t"/>
                    <a:pathLst>
                      <a:path extrusionOk="0" h="72866" w="213931">
                        <a:moveTo>
                          <a:pt x="0" y="0"/>
                        </a:moveTo>
                        <a:lnTo>
                          <a:pt x="0" y="53435"/>
                        </a:lnTo>
                        <a:cubicBezTo>
                          <a:pt x="0" y="64199"/>
                          <a:pt x="47911" y="72866"/>
                          <a:pt x="106966" y="72866"/>
                        </a:cubicBezTo>
                        <a:cubicBezTo>
                          <a:pt x="166021" y="72866"/>
                          <a:pt x="213932" y="64199"/>
                          <a:pt x="213932" y="53435"/>
                        </a:cubicBezTo>
                        <a:lnTo>
                          <a:pt x="213932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008" name="Google Shape;2008;p66"/>
                  <p:cNvSpPr/>
                  <p:nvPr/>
                </p:nvSpPr>
                <p:spPr>
                  <a:xfrm>
                    <a:off x="7512843" y="836580"/>
                    <a:ext cx="213931" cy="38861"/>
                  </a:xfrm>
                  <a:custGeom>
                    <a:rect b="b" l="l" r="r" t="t"/>
                    <a:pathLst>
                      <a:path extrusionOk="0" h="38861" w="213931">
                        <a:moveTo>
                          <a:pt x="213932" y="19431"/>
                        </a:moveTo>
                        <a:cubicBezTo>
                          <a:pt x="213932" y="30162"/>
                          <a:pt x="166042" y="38862"/>
                          <a:pt x="106966" y="38862"/>
                        </a:cubicBezTo>
                        <a:cubicBezTo>
                          <a:pt x="47891" y="38862"/>
                          <a:pt x="1" y="30162"/>
                          <a:pt x="1" y="19431"/>
                        </a:cubicBezTo>
                        <a:cubicBezTo>
                          <a:pt x="1" y="8700"/>
                          <a:pt x="47891" y="0"/>
                          <a:pt x="106966" y="0"/>
                        </a:cubicBezTo>
                        <a:cubicBezTo>
                          <a:pt x="166042" y="0"/>
                          <a:pt x="213932" y="8700"/>
                          <a:pt x="213932" y="19431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2009" name="Google Shape;2009;p66"/>
                <p:cNvGrpSpPr/>
                <p:nvPr/>
              </p:nvGrpSpPr>
              <p:grpSpPr>
                <a:xfrm>
                  <a:off x="7512843" y="761238"/>
                  <a:ext cx="213931" cy="92296"/>
                  <a:chOff x="7512843" y="761238"/>
                  <a:chExt cx="213931" cy="92296"/>
                </a:xfrm>
              </p:grpSpPr>
              <p:sp>
                <p:nvSpPr>
                  <p:cNvPr id="2010" name="Google Shape;2010;p66"/>
                  <p:cNvSpPr/>
                  <p:nvPr/>
                </p:nvSpPr>
                <p:spPr>
                  <a:xfrm>
                    <a:off x="7512843" y="780668"/>
                    <a:ext cx="213931" cy="72866"/>
                  </a:xfrm>
                  <a:custGeom>
                    <a:rect b="b" l="l" r="r" t="t"/>
                    <a:pathLst>
                      <a:path extrusionOk="0" h="72866" w="213931">
                        <a:moveTo>
                          <a:pt x="0" y="0"/>
                        </a:moveTo>
                        <a:lnTo>
                          <a:pt x="0" y="53435"/>
                        </a:lnTo>
                        <a:cubicBezTo>
                          <a:pt x="0" y="64199"/>
                          <a:pt x="47911" y="72866"/>
                          <a:pt x="106966" y="72866"/>
                        </a:cubicBezTo>
                        <a:cubicBezTo>
                          <a:pt x="166021" y="72866"/>
                          <a:pt x="213932" y="64199"/>
                          <a:pt x="213932" y="53435"/>
                        </a:cubicBezTo>
                        <a:lnTo>
                          <a:pt x="213932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011" name="Google Shape;2011;p66"/>
                  <p:cNvSpPr/>
                  <p:nvPr/>
                </p:nvSpPr>
                <p:spPr>
                  <a:xfrm>
                    <a:off x="7512843" y="761238"/>
                    <a:ext cx="213931" cy="38861"/>
                  </a:xfrm>
                  <a:custGeom>
                    <a:rect b="b" l="l" r="r" t="t"/>
                    <a:pathLst>
                      <a:path extrusionOk="0" h="38861" w="213931">
                        <a:moveTo>
                          <a:pt x="213932" y="19431"/>
                        </a:moveTo>
                        <a:cubicBezTo>
                          <a:pt x="213932" y="30162"/>
                          <a:pt x="166042" y="38862"/>
                          <a:pt x="106966" y="38862"/>
                        </a:cubicBezTo>
                        <a:cubicBezTo>
                          <a:pt x="47891" y="38862"/>
                          <a:pt x="1" y="30162"/>
                          <a:pt x="1" y="19431"/>
                        </a:cubicBezTo>
                        <a:cubicBezTo>
                          <a:pt x="1" y="8700"/>
                          <a:pt x="47891" y="0"/>
                          <a:pt x="106966" y="0"/>
                        </a:cubicBezTo>
                        <a:cubicBezTo>
                          <a:pt x="166042" y="0"/>
                          <a:pt x="213932" y="8700"/>
                          <a:pt x="213932" y="19431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2012" name="Google Shape;2012;p66"/>
                <p:cNvGrpSpPr/>
                <p:nvPr/>
              </p:nvGrpSpPr>
              <p:grpSpPr>
                <a:xfrm>
                  <a:off x="7512843" y="685800"/>
                  <a:ext cx="213931" cy="92297"/>
                  <a:chOff x="7512843" y="685800"/>
                  <a:chExt cx="213931" cy="92297"/>
                </a:xfrm>
              </p:grpSpPr>
              <p:sp>
                <p:nvSpPr>
                  <p:cNvPr id="2013" name="Google Shape;2013;p66"/>
                  <p:cNvSpPr/>
                  <p:nvPr/>
                </p:nvSpPr>
                <p:spPr>
                  <a:xfrm>
                    <a:off x="7512843" y="705231"/>
                    <a:ext cx="213931" cy="72866"/>
                  </a:xfrm>
                  <a:custGeom>
                    <a:rect b="b" l="l" r="r" t="t"/>
                    <a:pathLst>
                      <a:path extrusionOk="0" h="72866" w="213931">
                        <a:moveTo>
                          <a:pt x="0" y="0"/>
                        </a:moveTo>
                        <a:lnTo>
                          <a:pt x="0" y="53435"/>
                        </a:lnTo>
                        <a:cubicBezTo>
                          <a:pt x="0" y="64198"/>
                          <a:pt x="47911" y="72866"/>
                          <a:pt x="106966" y="72866"/>
                        </a:cubicBezTo>
                        <a:cubicBezTo>
                          <a:pt x="166021" y="72866"/>
                          <a:pt x="213932" y="64198"/>
                          <a:pt x="213932" y="53435"/>
                        </a:cubicBezTo>
                        <a:lnTo>
                          <a:pt x="213932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014" name="Google Shape;2014;p66"/>
                  <p:cNvSpPr/>
                  <p:nvPr/>
                </p:nvSpPr>
                <p:spPr>
                  <a:xfrm>
                    <a:off x="7512843" y="685800"/>
                    <a:ext cx="213931" cy="38861"/>
                  </a:xfrm>
                  <a:custGeom>
                    <a:rect b="b" l="l" r="r" t="t"/>
                    <a:pathLst>
                      <a:path extrusionOk="0" h="38861" w="213931">
                        <a:moveTo>
                          <a:pt x="213932" y="19431"/>
                        </a:moveTo>
                        <a:cubicBezTo>
                          <a:pt x="213932" y="30162"/>
                          <a:pt x="166042" y="38862"/>
                          <a:pt x="106966" y="38862"/>
                        </a:cubicBezTo>
                        <a:cubicBezTo>
                          <a:pt x="47891" y="38862"/>
                          <a:pt x="1" y="30162"/>
                          <a:pt x="1" y="19431"/>
                        </a:cubicBezTo>
                        <a:cubicBezTo>
                          <a:pt x="1" y="8700"/>
                          <a:pt x="47891" y="0"/>
                          <a:pt x="106966" y="0"/>
                        </a:cubicBezTo>
                        <a:cubicBezTo>
                          <a:pt x="166042" y="0"/>
                          <a:pt x="213932" y="8700"/>
                          <a:pt x="213932" y="19431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</p:grpSp>
      </p:grp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7">
    <p:spTree>
      <p:nvGrpSpPr>
        <p:cNvPr id="2015" name="Shape 20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6" name="Google Shape;2016;p6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017" name="Google Shape;2017;p67"/>
          <p:cNvSpPr txBox="1"/>
          <p:nvPr>
            <p:ph idx="1" type="subTitle"/>
          </p:nvPr>
        </p:nvSpPr>
        <p:spPr>
          <a:xfrm>
            <a:off x="723900" y="1710151"/>
            <a:ext cx="1986000" cy="11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018" name="Google Shape;2018;p67"/>
          <p:cNvSpPr txBox="1"/>
          <p:nvPr>
            <p:ph idx="2" type="subTitle"/>
          </p:nvPr>
        </p:nvSpPr>
        <p:spPr>
          <a:xfrm>
            <a:off x="3577144" y="1710161"/>
            <a:ext cx="1986000" cy="11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019" name="Google Shape;2019;p67"/>
          <p:cNvSpPr txBox="1"/>
          <p:nvPr>
            <p:ph idx="3" type="subTitle"/>
          </p:nvPr>
        </p:nvSpPr>
        <p:spPr>
          <a:xfrm>
            <a:off x="723900" y="3498800"/>
            <a:ext cx="1986000" cy="11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020" name="Google Shape;2020;p67"/>
          <p:cNvSpPr txBox="1"/>
          <p:nvPr>
            <p:ph idx="4" type="subTitle"/>
          </p:nvPr>
        </p:nvSpPr>
        <p:spPr>
          <a:xfrm>
            <a:off x="3577144" y="3498800"/>
            <a:ext cx="1986000" cy="11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021" name="Google Shape;2021;p67"/>
          <p:cNvSpPr txBox="1"/>
          <p:nvPr>
            <p:ph idx="5" type="subTitle"/>
          </p:nvPr>
        </p:nvSpPr>
        <p:spPr>
          <a:xfrm>
            <a:off x="6430388" y="1710161"/>
            <a:ext cx="1986000" cy="11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022" name="Google Shape;2022;p67"/>
          <p:cNvSpPr txBox="1"/>
          <p:nvPr>
            <p:ph idx="6" type="subTitle"/>
          </p:nvPr>
        </p:nvSpPr>
        <p:spPr>
          <a:xfrm>
            <a:off x="6430388" y="3498800"/>
            <a:ext cx="1986000" cy="11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023" name="Google Shape;2023;p67"/>
          <p:cNvSpPr txBox="1"/>
          <p:nvPr>
            <p:ph idx="7" type="subTitle"/>
          </p:nvPr>
        </p:nvSpPr>
        <p:spPr>
          <a:xfrm>
            <a:off x="731700" y="1060275"/>
            <a:ext cx="1978200" cy="653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8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024" name="Google Shape;2024;p67"/>
          <p:cNvSpPr txBox="1"/>
          <p:nvPr>
            <p:ph idx="8" type="subTitle"/>
          </p:nvPr>
        </p:nvSpPr>
        <p:spPr>
          <a:xfrm>
            <a:off x="3582994" y="1060284"/>
            <a:ext cx="1978200" cy="653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8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025" name="Google Shape;2025;p67"/>
          <p:cNvSpPr txBox="1"/>
          <p:nvPr>
            <p:ph idx="9" type="subTitle"/>
          </p:nvPr>
        </p:nvSpPr>
        <p:spPr>
          <a:xfrm>
            <a:off x="6434288" y="1060284"/>
            <a:ext cx="1978200" cy="653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8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026" name="Google Shape;2026;p67"/>
          <p:cNvSpPr txBox="1"/>
          <p:nvPr>
            <p:ph idx="13" type="subTitle"/>
          </p:nvPr>
        </p:nvSpPr>
        <p:spPr>
          <a:xfrm>
            <a:off x="723900" y="2845800"/>
            <a:ext cx="1986000" cy="653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8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027" name="Google Shape;2027;p67"/>
          <p:cNvSpPr txBox="1"/>
          <p:nvPr>
            <p:ph idx="14" type="subTitle"/>
          </p:nvPr>
        </p:nvSpPr>
        <p:spPr>
          <a:xfrm>
            <a:off x="3582995" y="2845800"/>
            <a:ext cx="1978200" cy="653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8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028" name="Google Shape;2028;p67"/>
          <p:cNvSpPr txBox="1"/>
          <p:nvPr>
            <p:ph idx="15" type="subTitle"/>
          </p:nvPr>
        </p:nvSpPr>
        <p:spPr>
          <a:xfrm>
            <a:off x="6434290" y="2845800"/>
            <a:ext cx="1978200" cy="653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8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029" name="Google Shape;2029;p67"/>
          <p:cNvSpPr/>
          <p:nvPr/>
        </p:nvSpPr>
        <p:spPr>
          <a:xfrm flipH="1" rot="-3263452">
            <a:off x="7372110" y="4038327"/>
            <a:ext cx="2997856" cy="2576292"/>
          </a:xfrm>
          <a:custGeom>
            <a:rect b="b" l="l" r="r" t="t"/>
            <a:pathLst>
              <a:path extrusionOk="0" h="30330" w="38869">
                <a:moveTo>
                  <a:pt x="24297" y="1"/>
                </a:moveTo>
                <a:cubicBezTo>
                  <a:pt x="23576" y="1"/>
                  <a:pt x="22813" y="81"/>
                  <a:pt x="22018" y="271"/>
                </a:cubicBezTo>
                <a:cubicBezTo>
                  <a:pt x="16904" y="1494"/>
                  <a:pt x="14626" y="5778"/>
                  <a:pt x="11611" y="8671"/>
                </a:cubicBezTo>
                <a:cubicBezTo>
                  <a:pt x="10032" y="10186"/>
                  <a:pt x="7766" y="10684"/>
                  <a:pt x="5916" y="11826"/>
                </a:cubicBezTo>
                <a:cubicBezTo>
                  <a:pt x="0" y="15481"/>
                  <a:pt x="539" y="24197"/>
                  <a:pt x="4874" y="27639"/>
                </a:cubicBezTo>
                <a:cubicBezTo>
                  <a:pt x="7150" y="29445"/>
                  <a:pt x="9815" y="30330"/>
                  <a:pt x="12976" y="30330"/>
                </a:cubicBezTo>
                <a:cubicBezTo>
                  <a:pt x="15025" y="30330"/>
                  <a:pt x="17282" y="29958"/>
                  <a:pt x="19778" y="29225"/>
                </a:cubicBezTo>
                <a:cubicBezTo>
                  <a:pt x="26123" y="27360"/>
                  <a:pt x="30656" y="26268"/>
                  <a:pt x="34763" y="20412"/>
                </a:cubicBezTo>
                <a:cubicBezTo>
                  <a:pt x="38869" y="14558"/>
                  <a:pt x="35544" y="6859"/>
                  <a:pt x="30907" y="2368"/>
                </a:cubicBezTo>
                <a:cubicBezTo>
                  <a:pt x="30907" y="2368"/>
                  <a:pt x="28215" y="1"/>
                  <a:pt x="24297" y="1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0" name="Google Shape;2030;p67"/>
          <p:cNvSpPr/>
          <p:nvPr/>
        </p:nvSpPr>
        <p:spPr>
          <a:xfrm flipH="1" rot="531647">
            <a:off x="-1621232" y="4095570"/>
            <a:ext cx="2581069" cy="2087046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1" name="Google Shape;2031;p67"/>
          <p:cNvSpPr/>
          <p:nvPr/>
        </p:nvSpPr>
        <p:spPr>
          <a:xfrm flipH="1" rot="460658">
            <a:off x="7344116" y="-1448948"/>
            <a:ext cx="3053845" cy="2469331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032" name="Google Shape;2032;p67"/>
          <p:cNvGrpSpPr/>
          <p:nvPr/>
        </p:nvGrpSpPr>
        <p:grpSpPr>
          <a:xfrm>
            <a:off x="7931872" y="177093"/>
            <a:ext cx="997823" cy="737095"/>
            <a:chOff x="7931872" y="177093"/>
            <a:chExt cx="997823" cy="737095"/>
          </a:xfrm>
        </p:grpSpPr>
        <p:grpSp>
          <p:nvGrpSpPr>
            <p:cNvPr id="2033" name="Google Shape;2033;p67"/>
            <p:cNvGrpSpPr/>
            <p:nvPr/>
          </p:nvGrpSpPr>
          <p:grpSpPr>
            <a:xfrm>
              <a:off x="7931872" y="177093"/>
              <a:ext cx="919725" cy="318025"/>
              <a:chOff x="7230903" y="4635722"/>
              <a:chExt cx="652843" cy="225742"/>
            </a:xfrm>
          </p:grpSpPr>
          <p:sp>
            <p:nvSpPr>
              <p:cNvPr id="2034" name="Google Shape;2034;p67"/>
              <p:cNvSpPr/>
              <p:nvPr/>
            </p:nvSpPr>
            <p:spPr>
              <a:xfrm>
                <a:off x="7230903" y="4635722"/>
                <a:ext cx="652843" cy="225742"/>
              </a:xfrm>
              <a:custGeom>
                <a:rect b="b" l="l" r="r" t="t"/>
                <a:pathLst>
                  <a:path extrusionOk="0" h="225742" w="652843">
                    <a:moveTo>
                      <a:pt x="619030" y="0"/>
                    </a:moveTo>
                    <a:cubicBezTo>
                      <a:pt x="637705" y="0"/>
                      <a:pt x="652844" y="15139"/>
                      <a:pt x="652844" y="33814"/>
                    </a:cubicBezTo>
                    <a:lnTo>
                      <a:pt x="652844" y="191929"/>
                    </a:lnTo>
                    <a:cubicBezTo>
                      <a:pt x="652844" y="210603"/>
                      <a:pt x="637704" y="225742"/>
                      <a:pt x="619030" y="225742"/>
                    </a:cubicBezTo>
                    <a:lnTo>
                      <a:pt x="33814" y="225742"/>
                    </a:lnTo>
                    <a:cubicBezTo>
                      <a:pt x="15139" y="225742"/>
                      <a:pt x="0" y="210603"/>
                      <a:pt x="0" y="191929"/>
                    </a:cubicBezTo>
                    <a:lnTo>
                      <a:pt x="0" y="33814"/>
                    </a:lnTo>
                    <a:cubicBezTo>
                      <a:pt x="0" y="15139"/>
                      <a:pt x="15139" y="0"/>
                      <a:pt x="33814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35" name="Google Shape;2035;p67"/>
              <p:cNvSpPr/>
              <p:nvPr/>
            </p:nvSpPr>
            <p:spPr>
              <a:xfrm>
                <a:off x="7287577" y="4672107"/>
                <a:ext cx="151161" cy="151161"/>
              </a:xfrm>
              <a:custGeom>
                <a:rect b="b" l="l" r="r" t="t"/>
                <a:pathLst>
                  <a:path extrusionOk="0" h="151161" w="151161">
                    <a:moveTo>
                      <a:pt x="0" y="0"/>
                    </a:moveTo>
                    <a:lnTo>
                      <a:pt x="151161" y="0"/>
                    </a:lnTo>
                    <a:lnTo>
                      <a:pt x="151161" y="151162"/>
                    </a:lnTo>
                    <a:lnTo>
                      <a:pt x="0" y="151162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2036" name="Google Shape;2036;p67"/>
              <p:cNvGrpSpPr/>
              <p:nvPr/>
            </p:nvGrpSpPr>
            <p:grpSpPr>
              <a:xfrm>
                <a:off x="7487126" y="4676394"/>
                <a:ext cx="332041" cy="142684"/>
                <a:chOff x="7487126" y="4676394"/>
                <a:chExt cx="332041" cy="142684"/>
              </a:xfrm>
            </p:grpSpPr>
            <p:sp>
              <p:nvSpPr>
                <p:cNvPr id="2037" name="Google Shape;2037;p67"/>
                <p:cNvSpPr/>
                <p:nvPr/>
              </p:nvSpPr>
              <p:spPr>
                <a:xfrm>
                  <a:off x="7487126" y="4676394"/>
                  <a:ext cx="332041" cy="20383"/>
                </a:xfrm>
                <a:custGeom>
                  <a:rect b="b" l="l" r="r" t="t"/>
                  <a:pathLst>
                    <a:path extrusionOk="0" h="20383" w="332041">
                      <a:moveTo>
                        <a:pt x="0" y="0"/>
                      </a:moveTo>
                      <a:lnTo>
                        <a:pt x="332041" y="0"/>
                      </a:lnTo>
                      <a:lnTo>
                        <a:pt x="332041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38" name="Google Shape;2038;p67"/>
                <p:cNvSpPr/>
                <p:nvPr/>
              </p:nvSpPr>
              <p:spPr>
                <a:xfrm>
                  <a:off x="7487126" y="4717161"/>
                  <a:ext cx="290322" cy="20383"/>
                </a:xfrm>
                <a:custGeom>
                  <a:rect b="b" l="l" r="r" t="t"/>
                  <a:pathLst>
                    <a:path extrusionOk="0" h="20383" w="290322">
                      <a:moveTo>
                        <a:pt x="0" y="0"/>
                      </a:moveTo>
                      <a:lnTo>
                        <a:pt x="290322" y="0"/>
                      </a:lnTo>
                      <a:lnTo>
                        <a:pt x="290322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39" name="Google Shape;2039;p67"/>
                <p:cNvSpPr/>
                <p:nvPr/>
              </p:nvSpPr>
              <p:spPr>
                <a:xfrm>
                  <a:off x="7487126" y="4757928"/>
                  <a:ext cx="303942" cy="20383"/>
                </a:xfrm>
                <a:custGeom>
                  <a:rect b="b" l="l" r="r" t="t"/>
                  <a:pathLst>
                    <a:path extrusionOk="0" h="20383" w="303942">
                      <a:moveTo>
                        <a:pt x="0" y="0"/>
                      </a:moveTo>
                      <a:lnTo>
                        <a:pt x="303942" y="0"/>
                      </a:lnTo>
                      <a:lnTo>
                        <a:pt x="303942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40" name="Google Shape;2040;p67"/>
                <p:cNvSpPr/>
                <p:nvPr/>
              </p:nvSpPr>
              <p:spPr>
                <a:xfrm>
                  <a:off x="7487126" y="4798695"/>
                  <a:ext cx="171545" cy="20383"/>
                </a:xfrm>
                <a:custGeom>
                  <a:rect b="b" l="l" r="r" t="t"/>
                  <a:pathLst>
                    <a:path extrusionOk="0" h="20383" w="171545">
                      <a:moveTo>
                        <a:pt x="0" y="0"/>
                      </a:moveTo>
                      <a:lnTo>
                        <a:pt x="171545" y="0"/>
                      </a:lnTo>
                      <a:lnTo>
                        <a:pt x="171545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2041" name="Google Shape;2041;p67"/>
            <p:cNvGrpSpPr/>
            <p:nvPr/>
          </p:nvGrpSpPr>
          <p:grpSpPr>
            <a:xfrm>
              <a:off x="7931872" y="596163"/>
              <a:ext cx="919725" cy="318025"/>
              <a:chOff x="7230903" y="4933188"/>
              <a:chExt cx="652843" cy="225742"/>
            </a:xfrm>
          </p:grpSpPr>
          <p:grpSp>
            <p:nvGrpSpPr>
              <p:cNvPr id="2042" name="Google Shape;2042;p67"/>
              <p:cNvGrpSpPr/>
              <p:nvPr/>
            </p:nvGrpSpPr>
            <p:grpSpPr>
              <a:xfrm>
                <a:off x="7230903" y="4933188"/>
                <a:ext cx="652843" cy="225742"/>
                <a:chOff x="7230903" y="4933188"/>
                <a:chExt cx="652843" cy="225742"/>
              </a:xfrm>
            </p:grpSpPr>
            <p:sp>
              <p:nvSpPr>
                <p:cNvPr id="2043" name="Google Shape;2043;p67"/>
                <p:cNvSpPr/>
                <p:nvPr/>
              </p:nvSpPr>
              <p:spPr>
                <a:xfrm>
                  <a:off x="7230903" y="4933188"/>
                  <a:ext cx="652843" cy="225742"/>
                </a:xfrm>
                <a:custGeom>
                  <a:rect b="b" l="l" r="r" t="t"/>
                  <a:pathLst>
                    <a:path extrusionOk="0" h="225742" w="652843">
                      <a:moveTo>
                        <a:pt x="619030" y="0"/>
                      </a:moveTo>
                      <a:cubicBezTo>
                        <a:pt x="637705" y="0"/>
                        <a:pt x="652844" y="15139"/>
                        <a:pt x="652844" y="33814"/>
                      </a:cubicBezTo>
                      <a:lnTo>
                        <a:pt x="652844" y="191929"/>
                      </a:lnTo>
                      <a:cubicBezTo>
                        <a:pt x="652844" y="210604"/>
                        <a:pt x="637704" y="225742"/>
                        <a:pt x="619030" y="225742"/>
                      </a:cubicBezTo>
                      <a:lnTo>
                        <a:pt x="33814" y="225742"/>
                      </a:lnTo>
                      <a:cubicBezTo>
                        <a:pt x="15139" y="225742"/>
                        <a:pt x="0" y="210604"/>
                        <a:pt x="0" y="191929"/>
                      </a:cubicBezTo>
                      <a:lnTo>
                        <a:pt x="0" y="33814"/>
                      </a:lnTo>
                      <a:cubicBezTo>
                        <a:pt x="0" y="15139"/>
                        <a:pt x="15139" y="0"/>
                        <a:pt x="33814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44" name="Google Shape;2044;p67"/>
                <p:cNvSpPr/>
                <p:nvPr/>
              </p:nvSpPr>
              <p:spPr>
                <a:xfrm>
                  <a:off x="7287577" y="4969668"/>
                  <a:ext cx="151161" cy="151161"/>
                </a:xfrm>
                <a:custGeom>
                  <a:rect b="b" l="l" r="r" t="t"/>
                  <a:pathLst>
                    <a:path extrusionOk="0" h="151161" w="151161">
                      <a:moveTo>
                        <a:pt x="75534" y="151162"/>
                      </a:moveTo>
                      <a:lnTo>
                        <a:pt x="75534" y="151162"/>
                      </a:lnTo>
                      <a:cubicBezTo>
                        <a:pt x="33814" y="151162"/>
                        <a:pt x="0" y="117348"/>
                        <a:pt x="0" y="75629"/>
                      </a:cubicBezTo>
                      <a:lnTo>
                        <a:pt x="0" y="75629"/>
                      </a:lnTo>
                      <a:cubicBezTo>
                        <a:pt x="0" y="33909"/>
                        <a:pt x="33814" y="0"/>
                        <a:pt x="75534" y="0"/>
                      </a:cubicBezTo>
                      <a:lnTo>
                        <a:pt x="75534" y="0"/>
                      </a:lnTo>
                      <a:cubicBezTo>
                        <a:pt x="117253" y="0"/>
                        <a:pt x="151162" y="33814"/>
                        <a:pt x="151162" y="75533"/>
                      </a:cubicBezTo>
                      <a:lnTo>
                        <a:pt x="151162" y="75533"/>
                      </a:lnTo>
                      <a:cubicBezTo>
                        <a:pt x="151162" y="117253"/>
                        <a:pt x="117348" y="151162"/>
                        <a:pt x="75534" y="151162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2045" name="Google Shape;2045;p67"/>
                <p:cNvGrpSpPr/>
                <p:nvPr/>
              </p:nvGrpSpPr>
              <p:grpSpPr>
                <a:xfrm>
                  <a:off x="7487126" y="4973859"/>
                  <a:ext cx="332041" cy="142684"/>
                  <a:chOff x="7487126" y="4973859"/>
                  <a:chExt cx="332041" cy="142684"/>
                </a:xfrm>
              </p:grpSpPr>
              <p:sp>
                <p:nvSpPr>
                  <p:cNvPr id="2046" name="Google Shape;2046;p67"/>
                  <p:cNvSpPr/>
                  <p:nvPr/>
                </p:nvSpPr>
                <p:spPr>
                  <a:xfrm>
                    <a:off x="7506747" y="4973859"/>
                    <a:ext cx="280034" cy="20383"/>
                  </a:xfrm>
                  <a:custGeom>
                    <a:rect b="b" l="l" r="r" t="t"/>
                    <a:pathLst>
                      <a:path extrusionOk="0" h="20383" w="280034">
                        <a:moveTo>
                          <a:pt x="0" y="0"/>
                        </a:moveTo>
                        <a:lnTo>
                          <a:pt x="280035" y="0"/>
                        </a:lnTo>
                        <a:lnTo>
                          <a:pt x="280035" y="20384"/>
                        </a:lnTo>
                        <a:lnTo>
                          <a:pt x="0" y="2038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047" name="Google Shape;2047;p67"/>
                  <p:cNvSpPr/>
                  <p:nvPr/>
                </p:nvSpPr>
                <p:spPr>
                  <a:xfrm>
                    <a:off x="7487126" y="5014626"/>
                    <a:ext cx="205073" cy="20383"/>
                  </a:xfrm>
                  <a:custGeom>
                    <a:rect b="b" l="l" r="r" t="t"/>
                    <a:pathLst>
                      <a:path extrusionOk="0" h="20383" w="205073">
                        <a:moveTo>
                          <a:pt x="0" y="0"/>
                        </a:moveTo>
                        <a:lnTo>
                          <a:pt x="205073" y="0"/>
                        </a:lnTo>
                        <a:lnTo>
                          <a:pt x="205073" y="20384"/>
                        </a:lnTo>
                        <a:lnTo>
                          <a:pt x="0" y="2038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048" name="Google Shape;2048;p67"/>
                  <p:cNvSpPr/>
                  <p:nvPr/>
                </p:nvSpPr>
                <p:spPr>
                  <a:xfrm>
                    <a:off x="7487126" y="5055393"/>
                    <a:ext cx="332041" cy="20383"/>
                  </a:xfrm>
                  <a:custGeom>
                    <a:rect b="b" l="l" r="r" t="t"/>
                    <a:pathLst>
                      <a:path extrusionOk="0" h="20383" w="332041">
                        <a:moveTo>
                          <a:pt x="0" y="0"/>
                        </a:moveTo>
                        <a:lnTo>
                          <a:pt x="332041" y="0"/>
                        </a:lnTo>
                        <a:lnTo>
                          <a:pt x="332041" y="20384"/>
                        </a:lnTo>
                        <a:lnTo>
                          <a:pt x="0" y="2038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049" name="Google Shape;2049;p67"/>
                  <p:cNvSpPr/>
                  <p:nvPr/>
                </p:nvSpPr>
                <p:spPr>
                  <a:xfrm>
                    <a:off x="7487126" y="5096160"/>
                    <a:ext cx="171545" cy="20383"/>
                  </a:xfrm>
                  <a:custGeom>
                    <a:rect b="b" l="l" r="r" t="t"/>
                    <a:pathLst>
                      <a:path extrusionOk="0" h="20383" w="171545">
                        <a:moveTo>
                          <a:pt x="0" y="0"/>
                        </a:moveTo>
                        <a:lnTo>
                          <a:pt x="171545" y="0"/>
                        </a:lnTo>
                        <a:lnTo>
                          <a:pt x="171545" y="20384"/>
                        </a:lnTo>
                        <a:lnTo>
                          <a:pt x="0" y="2038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2050" name="Google Shape;2050;p67"/>
              <p:cNvSpPr/>
              <p:nvPr/>
            </p:nvSpPr>
            <p:spPr>
              <a:xfrm>
                <a:off x="7338250" y="5011639"/>
                <a:ext cx="50734" cy="60632"/>
              </a:xfrm>
              <a:custGeom>
                <a:rect b="b" l="l" r="r" t="t"/>
                <a:pathLst>
                  <a:path extrusionOk="0" h="60632" w="50734">
                    <a:moveTo>
                      <a:pt x="0" y="4892"/>
                    </a:moveTo>
                    <a:lnTo>
                      <a:pt x="0" y="55851"/>
                    </a:lnTo>
                    <a:cubicBezTo>
                      <a:pt x="0" y="59566"/>
                      <a:pt x="4001" y="61851"/>
                      <a:pt x="7239" y="59947"/>
                    </a:cubicBezTo>
                    <a:lnTo>
                      <a:pt x="48387" y="35563"/>
                    </a:lnTo>
                    <a:cubicBezTo>
                      <a:pt x="51435" y="33753"/>
                      <a:pt x="51531" y="29371"/>
                      <a:pt x="48578" y="27371"/>
                    </a:cubicBezTo>
                    <a:lnTo>
                      <a:pt x="7430" y="796"/>
                    </a:lnTo>
                    <a:cubicBezTo>
                      <a:pt x="4191" y="-1299"/>
                      <a:pt x="0" y="987"/>
                      <a:pt x="0" y="4797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051" name="Google Shape;2051;p67"/>
            <p:cNvGrpSpPr/>
            <p:nvPr/>
          </p:nvGrpSpPr>
          <p:grpSpPr>
            <a:xfrm>
              <a:off x="8756326" y="539537"/>
              <a:ext cx="173370" cy="112691"/>
              <a:chOff x="7816120" y="4892994"/>
              <a:chExt cx="123062" cy="79991"/>
            </a:xfrm>
          </p:grpSpPr>
          <p:grpSp>
            <p:nvGrpSpPr>
              <p:cNvPr id="2052" name="Google Shape;2052;p67"/>
              <p:cNvGrpSpPr/>
              <p:nvPr/>
            </p:nvGrpSpPr>
            <p:grpSpPr>
              <a:xfrm>
                <a:off x="7816120" y="4902803"/>
                <a:ext cx="123062" cy="63817"/>
                <a:chOff x="7816120" y="4902803"/>
                <a:chExt cx="123062" cy="63817"/>
              </a:xfrm>
            </p:grpSpPr>
            <p:sp>
              <p:nvSpPr>
                <p:cNvPr id="2053" name="Google Shape;2053;p67"/>
                <p:cNvSpPr/>
                <p:nvPr/>
              </p:nvSpPr>
              <p:spPr>
                <a:xfrm>
                  <a:off x="7816120" y="4902803"/>
                  <a:ext cx="123062" cy="63817"/>
                </a:xfrm>
                <a:custGeom>
                  <a:rect b="b" l="l" r="r" t="t"/>
                  <a:pathLst>
                    <a:path extrusionOk="0" h="63817" w="123062">
                      <a:moveTo>
                        <a:pt x="61531" y="63817"/>
                      </a:moveTo>
                      <a:cubicBezTo>
                        <a:pt x="86963" y="63817"/>
                        <a:pt x="109442" y="51244"/>
                        <a:pt x="123063" y="31909"/>
                      </a:cubicBezTo>
                      <a:cubicBezTo>
                        <a:pt x="109442" y="12573"/>
                        <a:pt x="86963" y="0"/>
                        <a:pt x="61531" y="0"/>
                      </a:cubicBezTo>
                      <a:cubicBezTo>
                        <a:pt x="36100" y="0"/>
                        <a:pt x="13621" y="12573"/>
                        <a:pt x="0" y="31909"/>
                      </a:cubicBezTo>
                      <a:cubicBezTo>
                        <a:pt x="13621" y="51244"/>
                        <a:pt x="36100" y="63817"/>
                        <a:pt x="61531" y="63817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54" name="Google Shape;2054;p67"/>
                <p:cNvSpPr/>
                <p:nvPr/>
              </p:nvSpPr>
              <p:spPr>
                <a:xfrm>
                  <a:off x="7858029" y="4915090"/>
                  <a:ext cx="39242" cy="39243"/>
                </a:xfrm>
                <a:custGeom>
                  <a:rect b="b" l="l" r="r" t="t"/>
                  <a:pathLst>
                    <a:path extrusionOk="0" h="39243" w="39242">
                      <a:moveTo>
                        <a:pt x="39243" y="19621"/>
                      </a:moveTo>
                      <a:cubicBezTo>
                        <a:pt x="39243" y="30458"/>
                        <a:pt x="30458" y="39243"/>
                        <a:pt x="19621" y="39243"/>
                      </a:cubicBezTo>
                      <a:cubicBezTo>
                        <a:pt x="8785" y="39243"/>
                        <a:pt x="0" y="30458"/>
                        <a:pt x="0" y="19621"/>
                      </a:cubicBezTo>
                      <a:cubicBezTo>
                        <a:pt x="0" y="8785"/>
                        <a:pt x="8785" y="0"/>
                        <a:pt x="19621" y="0"/>
                      </a:cubicBezTo>
                      <a:cubicBezTo>
                        <a:pt x="30458" y="0"/>
                        <a:pt x="39243" y="8785"/>
                        <a:pt x="39243" y="1962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2055" name="Google Shape;2055;p67"/>
              <p:cNvSpPr/>
              <p:nvPr/>
            </p:nvSpPr>
            <p:spPr>
              <a:xfrm rot="-2700000">
                <a:off x="7825456" y="4928129"/>
                <a:ext cx="103403" cy="9720"/>
              </a:xfrm>
              <a:custGeom>
                <a:rect b="b" l="l" r="r" t="t"/>
                <a:pathLst>
                  <a:path extrusionOk="0" h="9715" w="103346">
                    <a:moveTo>
                      <a:pt x="0" y="0"/>
                    </a:moveTo>
                    <a:lnTo>
                      <a:pt x="103346" y="0"/>
                    </a:lnTo>
                    <a:lnTo>
                      <a:pt x="103346" y="9716"/>
                    </a:lnTo>
                    <a:lnTo>
                      <a:pt x="0" y="9716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CUSTOM_8">
    <p:spTree>
      <p:nvGrpSpPr>
        <p:cNvPr id="2056" name="Shape 20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7" name="Google Shape;2057;p68"/>
          <p:cNvSpPr txBox="1"/>
          <p:nvPr>
            <p:ph hasCustomPrompt="1" type="title"/>
          </p:nvPr>
        </p:nvSpPr>
        <p:spPr>
          <a:xfrm>
            <a:off x="798388" y="2997571"/>
            <a:ext cx="3492600" cy="7689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0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058" name="Google Shape;2058;p68"/>
          <p:cNvSpPr txBox="1"/>
          <p:nvPr>
            <p:ph idx="1" type="subTitle"/>
          </p:nvPr>
        </p:nvSpPr>
        <p:spPr>
          <a:xfrm>
            <a:off x="798388" y="3772215"/>
            <a:ext cx="3492600" cy="59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2059" name="Google Shape;2059;p68"/>
          <p:cNvSpPr txBox="1"/>
          <p:nvPr>
            <p:ph hasCustomPrompt="1" idx="2" type="title"/>
          </p:nvPr>
        </p:nvSpPr>
        <p:spPr>
          <a:xfrm>
            <a:off x="2825700" y="1029535"/>
            <a:ext cx="3492600" cy="7689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0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060" name="Google Shape;2060;p68"/>
          <p:cNvSpPr txBox="1"/>
          <p:nvPr>
            <p:ph idx="3" type="subTitle"/>
          </p:nvPr>
        </p:nvSpPr>
        <p:spPr>
          <a:xfrm>
            <a:off x="2825700" y="1804473"/>
            <a:ext cx="3492600" cy="59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2061" name="Google Shape;2061;p68"/>
          <p:cNvSpPr txBox="1"/>
          <p:nvPr>
            <p:ph hasCustomPrompt="1" idx="4" type="title"/>
          </p:nvPr>
        </p:nvSpPr>
        <p:spPr>
          <a:xfrm>
            <a:off x="4853013" y="2997571"/>
            <a:ext cx="3492600" cy="7689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0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062" name="Google Shape;2062;p68"/>
          <p:cNvSpPr txBox="1"/>
          <p:nvPr>
            <p:ph idx="5" type="subTitle"/>
          </p:nvPr>
        </p:nvSpPr>
        <p:spPr>
          <a:xfrm>
            <a:off x="4853013" y="3772215"/>
            <a:ext cx="3492600" cy="59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2063" name="Google Shape;2063;p68"/>
          <p:cNvSpPr/>
          <p:nvPr/>
        </p:nvSpPr>
        <p:spPr>
          <a:xfrm rot="-5710536">
            <a:off x="-1869285" y="3438573"/>
            <a:ext cx="3168438" cy="2307909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4" name="Google Shape;2064;p68"/>
          <p:cNvSpPr/>
          <p:nvPr/>
        </p:nvSpPr>
        <p:spPr>
          <a:xfrm rot="-294905">
            <a:off x="7350387" y="3903245"/>
            <a:ext cx="3168449" cy="2561999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TITLE_ONLY_1">
    <p:spTree>
      <p:nvGrpSpPr>
        <p:cNvPr id="2065" name="Shape 20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6" name="Google Shape;2066;p6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067" name="Google Shape;2067;p69"/>
          <p:cNvSpPr/>
          <p:nvPr/>
        </p:nvSpPr>
        <p:spPr>
          <a:xfrm flipH="1" rot="337739">
            <a:off x="8212271" y="3187242"/>
            <a:ext cx="3158465" cy="3518480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068" name="Google Shape;2068;p69"/>
          <p:cNvGrpSpPr/>
          <p:nvPr/>
        </p:nvGrpSpPr>
        <p:grpSpPr>
          <a:xfrm>
            <a:off x="90200" y="4214393"/>
            <a:ext cx="516117" cy="779220"/>
            <a:chOff x="10572463" y="3528536"/>
            <a:chExt cx="580168" cy="875823"/>
          </a:xfrm>
        </p:grpSpPr>
        <p:grpSp>
          <p:nvGrpSpPr>
            <p:cNvPr id="2069" name="Google Shape;2069;p69"/>
            <p:cNvGrpSpPr/>
            <p:nvPr/>
          </p:nvGrpSpPr>
          <p:grpSpPr>
            <a:xfrm>
              <a:off x="10713815" y="3528536"/>
              <a:ext cx="438816" cy="746664"/>
              <a:chOff x="10713815" y="3528536"/>
              <a:chExt cx="438816" cy="746664"/>
            </a:xfrm>
          </p:grpSpPr>
          <p:sp>
            <p:nvSpPr>
              <p:cNvPr id="2070" name="Google Shape;2070;p69"/>
              <p:cNvSpPr/>
              <p:nvPr/>
            </p:nvSpPr>
            <p:spPr>
              <a:xfrm>
                <a:off x="10713815" y="3528536"/>
                <a:ext cx="438816" cy="746664"/>
              </a:xfrm>
              <a:custGeom>
                <a:rect b="b" l="l" r="r" t="t"/>
                <a:pathLst>
                  <a:path extrusionOk="0" h="746664" w="438816">
                    <a:moveTo>
                      <a:pt x="438721" y="746569"/>
                    </a:moveTo>
                    <a:lnTo>
                      <a:pt x="0" y="746569"/>
                    </a:lnTo>
                    <a:lnTo>
                      <a:pt x="0" y="0"/>
                    </a:lnTo>
                    <a:lnTo>
                      <a:pt x="326231" y="0"/>
                    </a:lnTo>
                    <a:cubicBezTo>
                      <a:pt x="370141" y="43910"/>
                      <a:pt x="394811" y="68580"/>
                      <a:pt x="438816" y="112585"/>
                    </a:cubicBezTo>
                    <a:lnTo>
                      <a:pt x="438816" y="746665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2071" name="Google Shape;2071;p69"/>
              <p:cNvGrpSpPr/>
              <p:nvPr/>
            </p:nvGrpSpPr>
            <p:grpSpPr>
              <a:xfrm>
                <a:off x="10776489" y="3625310"/>
                <a:ext cx="313848" cy="288226"/>
                <a:chOff x="10776489" y="3625310"/>
                <a:chExt cx="313848" cy="288226"/>
              </a:xfrm>
            </p:grpSpPr>
            <p:sp>
              <p:nvSpPr>
                <p:cNvPr id="2072" name="Google Shape;2072;p69"/>
                <p:cNvSpPr/>
                <p:nvPr/>
              </p:nvSpPr>
              <p:spPr>
                <a:xfrm>
                  <a:off x="10776489" y="3625310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73" name="Google Shape;2073;p69"/>
                <p:cNvSpPr/>
                <p:nvPr/>
              </p:nvSpPr>
              <p:spPr>
                <a:xfrm>
                  <a:off x="10776489" y="3678650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74" name="Google Shape;2074;p69"/>
                <p:cNvSpPr/>
                <p:nvPr/>
              </p:nvSpPr>
              <p:spPr>
                <a:xfrm>
                  <a:off x="10776489" y="3731990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75" name="Google Shape;2075;p69"/>
                <p:cNvSpPr/>
                <p:nvPr/>
              </p:nvSpPr>
              <p:spPr>
                <a:xfrm>
                  <a:off x="10776489" y="3785425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76" name="Google Shape;2076;p69"/>
                <p:cNvSpPr/>
                <p:nvPr/>
              </p:nvSpPr>
              <p:spPr>
                <a:xfrm>
                  <a:off x="10776489" y="3838765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77" name="Google Shape;2077;p69"/>
                <p:cNvSpPr/>
                <p:nvPr/>
              </p:nvSpPr>
              <p:spPr>
                <a:xfrm>
                  <a:off x="10776489" y="3892105"/>
                  <a:ext cx="184689" cy="21431"/>
                </a:xfrm>
                <a:custGeom>
                  <a:rect b="b" l="l" r="r" t="t"/>
                  <a:pathLst>
                    <a:path extrusionOk="0" h="21431" w="184689">
                      <a:moveTo>
                        <a:pt x="0" y="0"/>
                      </a:moveTo>
                      <a:lnTo>
                        <a:pt x="184690" y="0"/>
                      </a:lnTo>
                      <a:lnTo>
                        <a:pt x="184690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rgbClr val="42444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2078" name="Google Shape;2078;p69"/>
              <p:cNvGrpSpPr/>
              <p:nvPr/>
            </p:nvGrpSpPr>
            <p:grpSpPr>
              <a:xfrm>
                <a:off x="10776489" y="3999547"/>
                <a:ext cx="313848" cy="181546"/>
                <a:chOff x="10776489" y="3999547"/>
                <a:chExt cx="313848" cy="181546"/>
              </a:xfrm>
            </p:grpSpPr>
            <p:sp>
              <p:nvSpPr>
                <p:cNvPr id="2079" name="Google Shape;2079;p69"/>
                <p:cNvSpPr/>
                <p:nvPr/>
              </p:nvSpPr>
              <p:spPr>
                <a:xfrm>
                  <a:off x="10776489" y="3999547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80" name="Google Shape;2080;p69"/>
                <p:cNvSpPr/>
                <p:nvPr/>
              </p:nvSpPr>
              <p:spPr>
                <a:xfrm>
                  <a:off x="10776489" y="4052887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81" name="Google Shape;2081;p69"/>
                <p:cNvSpPr/>
                <p:nvPr/>
              </p:nvSpPr>
              <p:spPr>
                <a:xfrm>
                  <a:off x="10776489" y="4106322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82" name="Google Shape;2082;p69"/>
                <p:cNvSpPr/>
                <p:nvPr/>
              </p:nvSpPr>
              <p:spPr>
                <a:xfrm>
                  <a:off x="10776489" y="4159662"/>
                  <a:ext cx="184689" cy="21431"/>
                </a:xfrm>
                <a:custGeom>
                  <a:rect b="b" l="l" r="r" t="t"/>
                  <a:pathLst>
                    <a:path extrusionOk="0" h="21431" w="184689">
                      <a:moveTo>
                        <a:pt x="0" y="0"/>
                      </a:moveTo>
                      <a:lnTo>
                        <a:pt x="184690" y="0"/>
                      </a:lnTo>
                      <a:lnTo>
                        <a:pt x="184690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rgbClr val="42444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2083" name="Google Shape;2083;p69"/>
              <p:cNvSpPr/>
              <p:nvPr/>
            </p:nvSpPr>
            <p:spPr>
              <a:xfrm>
                <a:off x="11039951" y="3528536"/>
                <a:ext cx="112584" cy="112585"/>
              </a:xfrm>
              <a:custGeom>
                <a:rect b="b" l="l" r="r" t="t"/>
                <a:pathLst>
                  <a:path extrusionOk="0" h="112585" w="112584">
                    <a:moveTo>
                      <a:pt x="112585" y="112585"/>
                    </a:moveTo>
                    <a:lnTo>
                      <a:pt x="0" y="112585"/>
                    </a:lnTo>
                    <a:lnTo>
                      <a:pt x="0" y="0"/>
                    </a:lnTo>
                    <a:lnTo>
                      <a:pt x="0" y="0"/>
                    </a:lnTo>
                    <a:cubicBezTo>
                      <a:pt x="43910" y="43910"/>
                      <a:pt x="68580" y="68580"/>
                      <a:pt x="112585" y="112585"/>
                    </a:cubicBezTo>
                    <a:lnTo>
                      <a:pt x="112585" y="112585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084" name="Google Shape;2084;p69"/>
            <p:cNvGrpSpPr/>
            <p:nvPr/>
          </p:nvGrpSpPr>
          <p:grpSpPr>
            <a:xfrm>
              <a:off x="10572463" y="3657790"/>
              <a:ext cx="438817" cy="746569"/>
              <a:chOff x="10572463" y="3657790"/>
              <a:chExt cx="438817" cy="746569"/>
            </a:xfrm>
          </p:grpSpPr>
          <p:sp>
            <p:nvSpPr>
              <p:cNvPr id="2085" name="Google Shape;2085;p69"/>
              <p:cNvSpPr/>
              <p:nvPr/>
            </p:nvSpPr>
            <p:spPr>
              <a:xfrm>
                <a:off x="10572463" y="3657790"/>
                <a:ext cx="438817" cy="746569"/>
              </a:xfrm>
              <a:custGeom>
                <a:rect b="b" l="l" r="r" t="t"/>
                <a:pathLst>
                  <a:path extrusionOk="0" h="746569" w="438817">
                    <a:moveTo>
                      <a:pt x="438722" y="746570"/>
                    </a:moveTo>
                    <a:lnTo>
                      <a:pt x="0" y="746570"/>
                    </a:lnTo>
                    <a:lnTo>
                      <a:pt x="0" y="0"/>
                    </a:lnTo>
                    <a:lnTo>
                      <a:pt x="326231" y="0"/>
                    </a:lnTo>
                    <a:cubicBezTo>
                      <a:pt x="370141" y="43910"/>
                      <a:pt x="394812" y="68580"/>
                      <a:pt x="438817" y="112586"/>
                    </a:cubicBezTo>
                    <a:lnTo>
                      <a:pt x="438817" y="74657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2086" name="Google Shape;2086;p69"/>
              <p:cNvGrpSpPr/>
              <p:nvPr/>
            </p:nvGrpSpPr>
            <p:grpSpPr>
              <a:xfrm>
                <a:off x="10635138" y="3754469"/>
                <a:ext cx="313848" cy="288321"/>
                <a:chOff x="10635138" y="3754469"/>
                <a:chExt cx="313848" cy="288321"/>
              </a:xfrm>
            </p:grpSpPr>
            <p:sp>
              <p:nvSpPr>
                <p:cNvPr id="2087" name="Google Shape;2087;p69"/>
                <p:cNvSpPr/>
                <p:nvPr/>
              </p:nvSpPr>
              <p:spPr>
                <a:xfrm>
                  <a:off x="10635138" y="3754469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88" name="Google Shape;2088;p69"/>
                <p:cNvSpPr/>
                <p:nvPr/>
              </p:nvSpPr>
              <p:spPr>
                <a:xfrm>
                  <a:off x="10635138" y="3807904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89" name="Google Shape;2089;p69"/>
                <p:cNvSpPr/>
                <p:nvPr/>
              </p:nvSpPr>
              <p:spPr>
                <a:xfrm>
                  <a:off x="10635138" y="3861244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90" name="Google Shape;2090;p69"/>
                <p:cNvSpPr/>
                <p:nvPr/>
              </p:nvSpPr>
              <p:spPr>
                <a:xfrm>
                  <a:off x="10635138" y="3914584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91" name="Google Shape;2091;p69"/>
                <p:cNvSpPr/>
                <p:nvPr/>
              </p:nvSpPr>
              <p:spPr>
                <a:xfrm>
                  <a:off x="10635138" y="3968019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92" name="Google Shape;2092;p69"/>
                <p:cNvSpPr/>
                <p:nvPr/>
              </p:nvSpPr>
              <p:spPr>
                <a:xfrm>
                  <a:off x="10635138" y="4021359"/>
                  <a:ext cx="184689" cy="21431"/>
                </a:xfrm>
                <a:custGeom>
                  <a:rect b="b" l="l" r="r" t="t"/>
                  <a:pathLst>
                    <a:path extrusionOk="0" h="21431" w="184689">
                      <a:moveTo>
                        <a:pt x="0" y="0"/>
                      </a:moveTo>
                      <a:lnTo>
                        <a:pt x="184689" y="0"/>
                      </a:lnTo>
                      <a:lnTo>
                        <a:pt x="184689" y="21431"/>
                      </a:lnTo>
                      <a:lnTo>
                        <a:pt x="-1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2093" name="Google Shape;2093;p69"/>
              <p:cNvGrpSpPr/>
              <p:nvPr/>
            </p:nvGrpSpPr>
            <p:grpSpPr>
              <a:xfrm>
                <a:off x="10635138" y="4128801"/>
                <a:ext cx="313848" cy="181547"/>
                <a:chOff x="10635138" y="4128801"/>
                <a:chExt cx="313848" cy="181547"/>
              </a:xfrm>
            </p:grpSpPr>
            <p:sp>
              <p:nvSpPr>
                <p:cNvPr id="2094" name="Google Shape;2094;p69"/>
                <p:cNvSpPr/>
                <p:nvPr/>
              </p:nvSpPr>
              <p:spPr>
                <a:xfrm>
                  <a:off x="10635138" y="4128801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95" name="Google Shape;2095;p69"/>
                <p:cNvSpPr/>
                <p:nvPr/>
              </p:nvSpPr>
              <p:spPr>
                <a:xfrm>
                  <a:off x="10635138" y="4182141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96" name="Google Shape;2096;p69"/>
                <p:cNvSpPr/>
                <p:nvPr/>
              </p:nvSpPr>
              <p:spPr>
                <a:xfrm>
                  <a:off x="10635138" y="4235481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97" name="Google Shape;2097;p69"/>
                <p:cNvSpPr/>
                <p:nvPr/>
              </p:nvSpPr>
              <p:spPr>
                <a:xfrm>
                  <a:off x="10635138" y="4288917"/>
                  <a:ext cx="184689" cy="21431"/>
                </a:xfrm>
                <a:custGeom>
                  <a:rect b="b" l="l" r="r" t="t"/>
                  <a:pathLst>
                    <a:path extrusionOk="0" h="21431" w="184689">
                      <a:moveTo>
                        <a:pt x="0" y="0"/>
                      </a:moveTo>
                      <a:lnTo>
                        <a:pt x="184689" y="0"/>
                      </a:lnTo>
                      <a:lnTo>
                        <a:pt x="184689" y="21431"/>
                      </a:lnTo>
                      <a:lnTo>
                        <a:pt x="-1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2098" name="Google Shape;2098;p69"/>
              <p:cNvSpPr/>
              <p:nvPr/>
            </p:nvSpPr>
            <p:spPr>
              <a:xfrm>
                <a:off x="10898599" y="3657790"/>
                <a:ext cx="112586" cy="112585"/>
              </a:xfrm>
              <a:custGeom>
                <a:rect b="b" l="l" r="r" t="t"/>
                <a:pathLst>
                  <a:path extrusionOk="0" h="112585" w="112586">
                    <a:moveTo>
                      <a:pt x="112586" y="112586"/>
                    </a:moveTo>
                    <a:lnTo>
                      <a:pt x="0" y="112586"/>
                    </a:lnTo>
                    <a:lnTo>
                      <a:pt x="0" y="0"/>
                    </a:lnTo>
                    <a:lnTo>
                      <a:pt x="0" y="0"/>
                    </a:lnTo>
                    <a:cubicBezTo>
                      <a:pt x="43910" y="43910"/>
                      <a:pt x="68581" y="68580"/>
                      <a:pt x="112586" y="112586"/>
                    </a:cubicBezTo>
                    <a:lnTo>
                      <a:pt x="112586" y="112586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2099" name="Google Shape;2099;p69"/>
          <p:cNvSpPr/>
          <p:nvPr/>
        </p:nvSpPr>
        <p:spPr>
          <a:xfrm flipH="1" rot="-3657034">
            <a:off x="-1404232" y="-737971"/>
            <a:ext cx="2746020" cy="1627876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100" name="Google Shape;2100;p69"/>
          <p:cNvGrpSpPr/>
          <p:nvPr/>
        </p:nvGrpSpPr>
        <p:grpSpPr>
          <a:xfrm>
            <a:off x="8114970" y="266839"/>
            <a:ext cx="829992" cy="750888"/>
            <a:chOff x="8114596" y="445039"/>
            <a:chExt cx="633002" cy="572716"/>
          </a:xfrm>
        </p:grpSpPr>
        <p:grpSp>
          <p:nvGrpSpPr>
            <p:cNvPr id="2101" name="Google Shape;2101;p69"/>
            <p:cNvGrpSpPr/>
            <p:nvPr/>
          </p:nvGrpSpPr>
          <p:grpSpPr>
            <a:xfrm>
              <a:off x="8114596" y="445039"/>
              <a:ext cx="633002" cy="572716"/>
              <a:chOff x="7189660" y="520827"/>
              <a:chExt cx="598074" cy="541115"/>
            </a:xfrm>
          </p:grpSpPr>
          <p:sp>
            <p:nvSpPr>
              <p:cNvPr id="2102" name="Google Shape;2102;p69"/>
              <p:cNvSpPr/>
              <p:nvPr/>
            </p:nvSpPr>
            <p:spPr>
              <a:xfrm>
                <a:off x="7189660" y="520827"/>
                <a:ext cx="598074" cy="541115"/>
              </a:xfrm>
              <a:custGeom>
                <a:rect b="b" l="l" r="r" t="t"/>
                <a:pathLst>
                  <a:path extrusionOk="0" h="541115" w="598074">
                    <a:moveTo>
                      <a:pt x="557022" y="0"/>
                    </a:moveTo>
                    <a:cubicBezTo>
                      <a:pt x="579695" y="0"/>
                      <a:pt x="598075" y="18380"/>
                      <a:pt x="598075" y="41053"/>
                    </a:cubicBezTo>
                    <a:lnTo>
                      <a:pt x="598075" y="500063"/>
                    </a:lnTo>
                    <a:cubicBezTo>
                      <a:pt x="598075" y="522735"/>
                      <a:pt x="579695" y="541115"/>
                      <a:pt x="557022" y="541115"/>
                    </a:cubicBezTo>
                    <a:lnTo>
                      <a:pt x="41053" y="541115"/>
                    </a:lnTo>
                    <a:cubicBezTo>
                      <a:pt x="18380" y="541115"/>
                      <a:pt x="0" y="522735"/>
                      <a:pt x="0" y="500063"/>
                    </a:cubicBezTo>
                    <a:lnTo>
                      <a:pt x="0" y="41053"/>
                    </a:lnTo>
                    <a:cubicBezTo>
                      <a:pt x="0" y="18380"/>
                      <a:pt x="18380" y="0"/>
                      <a:pt x="410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2103" name="Google Shape;2103;p69"/>
              <p:cNvGrpSpPr/>
              <p:nvPr/>
            </p:nvGrpSpPr>
            <p:grpSpPr>
              <a:xfrm>
                <a:off x="7579137" y="551973"/>
                <a:ext cx="164782" cy="41529"/>
                <a:chOff x="7579137" y="551973"/>
                <a:chExt cx="164782" cy="41529"/>
              </a:xfrm>
            </p:grpSpPr>
            <p:sp>
              <p:nvSpPr>
                <p:cNvPr id="2104" name="Google Shape;2104;p69"/>
                <p:cNvSpPr/>
                <p:nvPr/>
              </p:nvSpPr>
              <p:spPr>
                <a:xfrm>
                  <a:off x="7702391" y="551973"/>
                  <a:ext cx="41528" cy="41529"/>
                </a:xfrm>
                <a:custGeom>
                  <a:rect b="b" l="l" r="r" t="t"/>
                  <a:pathLst>
                    <a:path extrusionOk="0" h="41529" w="41528">
                      <a:moveTo>
                        <a:pt x="41529" y="20765"/>
                      </a:moveTo>
                      <a:cubicBezTo>
                        <a:pt x="41529" y="32290"/>
                        <a:pt x="32195" y="41529"/>
                        <a:pt x="20764" y="41529"/>
                      </a:cubicBezTo>
                      <a:cubicBezTo>
                        <a:pt x="9334" y="41529"/>
                        <a:pt x="0" y="32195"/>
                        <a:pt x="0" y="20765"/>
                      </a:cubicBezTo>
                      <a:cubicBezTo>
                        <a:pt x="0" y="9335"/>
                        <a:pt x="9334" y="0"/>
                        <a:pt x="20764" y="0"/>
                      </a:cubicBezTo>
                      <a:cubicBezTo>
                        <a:pt x="32195" y="0"/>
                        <a:pt x="41529" y="9335"/>
                        <a:pt x="41529" y="20765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05" name="Google Shape;2105;p69"/>
                <p:cNvSpPr/>
                <p:nvPr/>
              </p:nvSpPr>
              <p:spPr>
                <a:xfrm>
                  <a:off x="7640764" y="551973"/>
                  <a:ext cx="41528" cy="41529"/>
                </a:xfrm>
                <a:custGeom>
                  <a:rect b="b" l="l" r="r" t="t"/>
                  <a:pathLst>
                    <a:path extrusionOk="0" h="41529" w="41528">
                      <a:moveTo>
                        <a:pt x="41529" y="20765"/>
                      </a:moveTo>
                      <a:cubicBezTo>
                        <a:pt x="41529" y="32290"/>
                        <a:pt x="32195" y="41529"/>
                        <a:pt x="20764" y="41529"/>
                      </a:cubicBezTo>
                      <a:cubicBezTo>
                        <a:pt x="9334" y="41529"/>
                        <a:pt x="0" y="32195"/>
                        <a:pt x="0" y="20765"/>
                      </a:cubicBezTo>
                      <a:cubicBezTo>
                        <a:pt x="0" y="9335"/>
                        <a:pt x="9334" y="0"/>
                        <a:pt x="20764" y="0"/>
                      </a:cubicBezTo>
                      <a:cubicBezTo>
                        <a:pt x="32195" y="0"/>
                        <a:pt x="41529" y="9335"/>
                        <a:pt x="41529" y="20765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06" name="Google Shape;2106;p69"/>
                <p:cNvSpPr/>
                <p:nvPr/>
              </p:nvSpPr>
              <p:spPr>
                <a:xfrm>
                  <a:off x="7579137" y="551973"/>
                  <a:ext cx="41528" cy="41529"/>
                </a:xfrm>
                <a:custGeom>
                  <a:rect b="b" l="l" r="r" t="t"/>
                  <a:pathLst>
                    <a:path extrusionOk="0" h="41529" w="41528">
                      <a:moveTo>
                        <a:pt x="41529" y="20765"/>
                      </a:moveTo>
                      <a:cubicBezTo>
                        <a:pt x="41529" y="32290"/>
                        <a:pt x="32195" y="41529"/>
                        <a:pt x="20764" y="41529"/>
                      </a:cubicBezTo>
                      <a:cubicBezTo>
                        <a:pt x="9334" y="41529"/>
                        <a:pt x="0" y="32195"/>
                        <a:pt x="0" y="20765"/>
                      </a:cubicBezTo>
                      <a:cubicBezTo>
                        <a:pt x="0" y="9335"/>
                        <a:pt x="9334" y="0"/>
                        <a:pt x="20764" y="0"/>
                      </a:cubicBezTo>
                      <a:cubicBezTo>
                        <a:pt x="32195" y="0"/>
                        <a:pt x="41529" y="9335"/>
                        <a:pt x="41529" y="20765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2107" name="Google Shape;2107;p69"/>
            <p:cNvGrpSpPr/>
            <p:nvPr/>
          </p:nvGrpSpPr>
          <p:grpSpPr>
            <a:xfrm>
              <a:off x="8184962" y="619646"/>
              <a:ext cx="498115" cy="257273"/>
              <a:chOff x="7256144" y="685800"/>
              <a:chExt cx="470630" cy="243077"/>
            </a:xfrm>
          </p:grpSpPr>
          <p:sp>
            <p:nvSpPr>
              <p:cNvPr id="2108" name="Google Shape;2108;p69"/>
              <p:cNvSpPr/>
              <p:nvPr/>
            </p:nvSpPr>
            <p:spPr>
              <a:xfrm>
                <a:off x="7256144" y="694753"/>
                <a:ext cx="218503" cy="218217"/>
              </a:xfrm>
              <a:custGeom>
                <a:rect b="b" l="l" r="r" t="t"/>
                <a:pathLst>
                  <a:path extrusionOk="0" h="218217" w="218503">
                    <a:moveTo>
                      <a:pt x="216598" y="129540"/>
                    </a:moveTo>
                    <a:cubicBezTo>
                      <a:pt x="217837" y="122968"/>
                      <a:pt x="218504" y="116110"/>
                      <a:pt x="218504" y="109156"/>
                    </a:cubicBezTo>
                    <a:cubicBezTo>
                      <a:pt x="218504" y="102203"/>
                      <a:pt x="217837" y="95440"/>
                      <a:pt x="216598" y="88773"/>
                    </a:cubicBezTo>
                    <a:lnTo>
                      <a:pt x="181261" y="88773"/>
                    </a:lnTo>
                    <a:cubicBezTo>
                      <a:pt x="179641" y="83058"/>
                      <a:pt x="177451" y="77724"/>
                      <a:pt x="174593" y="72676"/>
                    </a:cubicBezTo>
                    <a:lnTo>
                      <a:pt x="199549" y="47720"/>
                    </a:lnTo>
                    <a:cubicBezTo>
                      <a:pt x="191834" y="36385"/>
                      <a:pt x="182118" y="26670"/>
                      <a:pt x="170783" y="18955"/>
                    </a:cubicBezTo>
                    <a:lnTo>
                      <a:pt x="145732" y="44005"/>
                    </a:lnTo>
                    <a:cubicBezTo>
                      <a:pt x="140684" y="41148"/>
                      <a:pt x="135255" y="38957"/>
                      <a:pt x="129635" y="37338"/>
                    </a:cubicBezTo>
                    <a:lnTo>
                      <a:pt x="129635" y="1905"/>
                    </a:lnTo>
                    <a:cubicBezTo>
                      <a:pt x="123063" y="667"/>
                      <a:pt x="116205" y="0"/>
                      <a:pt x="109252" y="0"/>
                    </a:cubicBezTo>
                    <a:cubicBezTo>
                      <a:pt x="102298" y="0"/>
                      <a:pt x="95536" y="667"/>
                      <a:pt x="88868" y="1905"/>
                    </a:cubicBezTo>
                    <a:lnTo>
                      <a:pt x="88868" y="37338"/>
                    </a:lnTo>
                    <a:cubicBezTo>
                      <a:pt x="83154" y="38957"/>
                      <a:pt x="77819" y="41148"/>
                      <a:pt x="72771" y="44005"/>
                    </a:cubicBezTo>
                    <a:lnTo>
                      <a:pt x="47720" y="18955"/>
                    </a:lnTo>
                    <a:cubicBezTo>
                      <a:pt x="36386" y="26670"/>
                      <a:pt x="26670" y="36481"/>
                      <a:pt x="18955" y="47720"/>
                    </a:cubicBezTo>
                    <a:lnTo>
                      <a:pt x="43910" y="72676"/>
                    </a:lnTo>
                    <a:cubicBezTo>
                      <a:pt x="41053" y="77724"/>
                      <a:pt x="38862" y="83153"/>
                      <a:pt x="37243" y="88773"/>
                    </a:cubicBezTo>
                    <a:lnTo>
                      <a:pt x="1905" y="88773"/>
                    </a:lnTo>
                    <a:cubicBezTo>
                      <a:pt x="667" y="95345"/>
                      <a:pt x="0" y="102203"/>
                      <a:pt x="0" y="109156"/>
                    </a:cubicBezTo>
                    <a:cubicBezTo>
                      <a:pt x="0" y="116110"/>
                      <a:pt x="667" y="122873"/>
                      <a:pt x="1905" y="129540"/>
                    </a:cubicBezTo>
                    <a:lnTo>
                      <a:pt x="37243" y="129540"/>
                    </a:lnTo>
                    <a:cubicBezTo>
                      <a:pt x="38862" y="135255"/>
                      <a:pt x="41053" y="140589"/>
                      <a:pt x="43910" y="145637"/>
                    </a:cubicBezTo>
                    <a:lnTo>
                      <a:pt x="18955" y="170593"/>
                    </a:lnTo>
                    <a:cubicBezTo>
                      <a:pt x="26670" y="181928"/>
                      <a:pt x="36386" y="191643"/>
                      <a:pt x="47720" y="199358"/>
                    </a:cubicBezTo>
                    <a:lnTo>
                      <a:pt x="72771" y="174308"/>
                    </a:lnTo>
                    <a:cubicBezTo>
                      <a:pt x="77819" y="177165"/>
                      <a:pt x="83248" y="179356"/>
                      <a:pt x="88868" y="180975"/>
                    </a:cubicBezTo>
                    <a:lnTo>
                      <a:pt x="88868" y="216313"/>
                    </a:lnTo>
                    <a:cubicBezTo>
                      <a:pt x="95441" y="217551"/>
                      <a:pt x="102298" y="218218"/>
                      <a:pt x="109252" y="218218"/>
                    </a:cubicBezTo>
                    <a:cubicBezTo>
                      <a:pt x="116205" y="218218"/>
                      <a:pt x="122968" y="217551"/>
                      <a:pt x="129635" y="216313"/>
                    </a:cubicBezTo>
                    <a:lnTo>
                      <a:pt x="129635" y="180975"/>
                    </a:lnTo>
                    <a:cubicBezTo>
                      <a:pt x="135350" y="179356"/>
                      <a:pt x="140684" y="177070"/>
                      <a:pt x="145732" y="174308"/>
                    </a:cubicBezTo>
                    <a:lnTo>
                      <a:pt x="170783" y="199358"/>
                    </a:lnTo>
                    <a:cubicBezTo>
                      <a:pt x="182118" y="191643"/>
                      <a:pt x="191834" y="181928"/>
                      <a:pt x="199549" y="170593"/>
                    </a:cubicBezTo>
                    <a:lnTo>
                      <a:pt x="174593" y="145542"/>
                    </a:lnTo>
                    <a:cubicBezTo>
                      <a:pt x="177451" y="140494"/>
                      <a:pt x="179641" y="135064"/>
                      <a:pt x="181261" y="129445"/>
                    </a:cubicBezTo>
                    <a:lnTo>
                      <a:pt x="216598" y="129445"/>
                    </a:lnTo>
                    <a:close/>
                    <a:moveTo>
                      <a:pt x="109252" y="131255"/>
                    </a:moveTo>
                    <a:cubicBezTo>
                      <a:pt x="97060" y="131255"/>
                      <a:pt x="87249" y="121349"/>
                      <a:pt x="87249" y="109252"/>
                    </a:cubicBezTo>
                    <a:cubicBezTo>
                      <a:pt x="87249" y="97155"/>
                      <a:pt x="97155" y="87249"/>
                      <a:pt x="109252" y="87249"/>
                    </a:cubicBezTo>
                    <a:cubicBezTo>
                      <a:pt x="121348" y="87249"/>
                      <a:pt x="131255" y="97155"/>
                      <a:pt x="131255" y="109252"/>
                    </a:cubicBezTo>
                    <a:cubicBezTo>
                      <a:pt x="131255" y="121349"/>
                      <a:pt x="121348" y="131255"/>
                      <a:pt x="109252" y="131255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2109" name="Google Shape;2109;p69"/>
              <p:cNvGrpSpPr/>
              <p:nvPr/>
            </p:nvGrpSpPr>
            <p:grpSpPr>
              <a:xfrm>
                <a:off x="7512843" y="685800"/>
                <a:ext cx="213931" cy="243077"/>
                <a:chOff x="7512843" y="685800"/>
                <a:chExt cx="213931" cy="243077"/>
              </a:xfrm>
            </p:grpSpPr>
            <p:grpSp>
              <p:nvGrpSpPr>
                <p:cNvPr id="2110" name="Google Shape;2110;p69"/>
                <p:cNvGrpSpPr/>
                <p:nvPr/>
              </p:nvGrpSpPr>
              <p:grpSpPr>
                <a:xfrm>
                  <a:off x="7512843" y="836580"/>
                  <a:ext cx="213931" cy="92297"/>
                  <a:chOff x="7512843" y="836580"/>
                  <a:chExt cx="213931" cy="92297"/>
                </a:xfrm>
              </p:grpSpPr>
              <p:sp>
                <p:nvSpPr>
                  <p:cNvPr id="2111" name="Google Shape;2111;p69"/>
                  <p:cNvSpPr/>
                  <p:nvPr/>
                </p:nvSpPr>
                <p:spPr>
                  <a:xfrm>
                    <a:off x="7512843" y="856011"/>
                    <a:ext cx="213931" cy="72866"/>
                  </a:xfrm>
                  <a:custGeom>
                    <a:rect b="b" l="l" r="r" t="t"/>
                    <a:pathLst>
                      <a:path extrusionOk="0" h="72866" w="213931">
                        <a:moveTo>
                          <a:pt x="0" y="0"/>
                        </a:moveTo>
                        <a:lnTo>
                          <a:pt x="0" y="53435"/>
                        </a:lnTo>
                        <a:cubicBezTo>
                          <a:pt x="0" y="64199"/>
                          <a:pt x="47911" y="72866"/>
                          <a:pt x="106966" y="72866"/>
                        </a:cubicBezTo>
                        <a:cubicBezTo>
                          <a:pt x="166021" y="72866"/>
                          <a:pt x="213932" y="64199"/>
                          <a:pt x="213932" y="53435"/>
                        </a:cubicBezTo>
                        <a:lnTo>
                          <a:pt x="213932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112" name="Google Shape;2112;p69"/>
                  <p:cNvSpPr/>
                  <p:nvPr/>
                </p:nvSpPr>
                <p:spPr>
                  <a:xfrm>
                    <a:off x="7512843" y="836580"/>
                    <a:ext cx="213931" cy="38861"/>
                  </a:xfrm>
                  <a:custGeom>
                    <a:rect b="b" l="l" r="r" t="t"/>
                    <a:pathLst>
                      <a:path extrusionOk="0" h="38861" w="213931">
                        <a:moveTo>
                          <a:pt x="213932" y="19431"/>
                        </a:moveTo>
                        <a:cubicBezTo>
                          <a:pt x="213932" y="30162"/>
                          <a:pt x="166042" y="38862"/>
                          <a:pt x="106966" y="38862"/>
                        </a:cubicBezTo>
                        <a:cubicBezTo>
                          <a:pt x="47891" y="38862"/>
                          <a:pt x="1" y="30162"/>
                          <a:pt x="1" y="19431"/>
                        </a:cubicBezTo>
                        <a:cubicBezTo>
                          <a:pt x="1" y="8700"/>
                          <a:pt x="47891" y="0"/>
                          <a:pt x="106966" y="0"/>
                        </a:cubicBezTo>
                        <a:cubicBezTo>
                          <a:pt x="166042" y="0"/>
                          <a:pt x="213932" y="8700"/>
                          <a:pt x="213932" y="19431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2113" name="Google Shape;2113;p69"/>
                <p:cNvGrpSpPr/>
                <p:nvPr/>
              </p:nvGrpSpPr>
              <p:grpSpPr>
                <a:xfrm>
                  <a:off x="7512843" y="761238"/>
                  <a:ext cx="213931" cy="92296"/>
                  <a:chOff x="7512843" y="761238"/>
                  <a:chExt cx="213931" cy="92296"/>
                </a:xfrm>
              </p:grpSpPr>
              <p:sp>
                <p:nvSpPr>
                  <p:cNvPr id="2114" name="Google Shape;2114;p69"/>
                  <p:cNvSpPr/>
                  <p:nvPr/>
                </p:nvSpPr>
                <p:spPr>
                  <a:xfrm>
                    <a:off x="7512843" y="780668"/>
                    <a:ext cx="213931" cy="72866"/>
                  </a:xfrm>
                  <a:custGeom>
                    <a:rect b="b" l="l" r="r" t="t"/>
                    <a:pathLst>
                      <a:path extrusionOk="0" h="72866" w="213931">
                        <a:moveTo>
                          <a:pt x="0" y="0"/>
                        </a:moveTo>
                        <a:lnTo>
                          <a:pt x="0" y="53435"/>
                        </a:lnTo>
                        <a:cubicBezTo>
                          <a:pt x="0" y="64199"/>
                          <a:pt x="47911" y="72866"/>
                          <a:pt x="106966" y="72866"/>
                        </a:cubicBezTo>
                        <a:cubicBezTo>
                          <a:pt x="166021" y="72866"/>
                          <a:pt x="213932" y="64199"/>
                          <a:pt x="213932" y="53435"/>
                        </a:cubicBezTo>
                        <a:lnTo>
                          <a:pt x="213932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115" name="Google Shape;2115;p69"/>
                  <p:cNvSpPr/>
                  <p:nvPr/>
                </p:nvSpPr>
                <p:spPr>
                  <a:xfrm>
                    <a:off x="7512843" y="761238"/>
                    <a:ext cx="213931" cy="38861"/>
                  </a:xfrm>
                  <a:custGeom>
                    <a:rect b="b" l="l" r="r" t="t"/>
                    <a:pathLst>
                      <a:path extrusionOk="0" h="38861" w="213931">
                        <a:moveTo>
                          <a:pt x="213932" y="19431"/>
                        </a:moveTo>
                        <a:cubicBezTo>
                          <a:pt x="213932" y="30162"/>
                          <a:pt x="166042" y="38862"/>
                          <a:pt x="106966" y="38862"/>
                        </a:cubicBezTo>
                        <a:cubicBezTo>
                          <a:pt x="47891" y="38862"/>
                          <a:pt x="1" y="30162"/>
                          <a:pt x="1" y="19431"/>
                        </a:cubicBezTo>
                        <a:cubicBezTo>
                          <a:pt x="1" y="8700"/>
                          <a:pt x="47891" y="0"/>
                          <a:pt x="106966" y="0"/>
                        </a:cubicBezTo>
                        <a:cubicBezTo>
                          <a:pt x="166042" y="0"/>
                          <a:pt x="213932" y="8700"/>
                          <a:pt x="213932" y="19431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2116" name="Google Shape;2116;p69"/>
                <p:cNvGrpSpPr/>
                <p:nvPr/>
              </p:nvGrpSpPr>
              <p:grpSpPr>
                <a:xfrm>
                  <a:off x="7512843" y="685800"/>
                  <a:ext cx="213931" cy="92297"/>
                  <a:chOff x="7512843" y="685800"/>
                  <a:chExt cx="213931" cy="92297"/>
                </a:xfrm>
              </p:grpSpPr>
              <p:sp>
                <p:nvSpPr>
                  <p:cNvPr id="2117" name="Google Shape;2117;p69"/>
                  <p:cNvSpPr/>
                  <p:nvPr/>
                </p:nvSpPr>
                <p:spPr>
                  <a:xfrm>
                    <a:off x="7512843" y="705231"/>
                    <a:ext cx="213931" cy="72866"/>
                  </a:xfrm>
                  <a:custGeom>
                    <a:rect b="b" l="l" r="r" t="t"/>
                    <a:pathLst>
                      <a:path extrusionOk="0" h="72866" w="213931">
                        <a:moveTo>
                          <a:pt x="0" y="0"/>
                        </a:moveTo>
                        <a:lnTo>
                          <a:pt x="0" y="53435"/>
                        </a:lnTo>
                        <a:cubicBezTo>
                          <a:pt x="0" y="64198"/>
                          <a:pt x="47911" y="72866"/>
                          <a:pt x="106966" y="72866"/>
                        </a:cubicBezTo>
                        <a:cubicBezTo>
                          <a:pt x="166021" y="72866"/>
                          <a:pt x="213932" y="64198"/>
                          <a:pt x="213932" y="53435"/>
                        </a:cubicBezTo>
                        <a:lnTo>
                          <a:pt x="213932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118" name="Google Shape;2118;p69"/>
                  <p:cNvSpPr/>
                  <p:nvPr/>
                </p:nvSpPr>
                <p:spPr>
                  <a:xfrm>
                    <a:off x="7512843" y="685800"/>
                    <a:ext cx="213931" cy="38861"/>
                  </a:xfrm>
                  <a:custGeom>
                    <a:rect b="b" l="l" r="r" t="t"/>
                    <a:pathLst>
                      <a:path extrusionOk="0" h="38861" w="213931">
                        <a:moveTo>
                          <a:pt x="213932" y="19431"/>
                        </a:moveTo>
                        <a:cubicBezTo>
                          <a:pt x="213932" y="30162"/>
                          <a:pt x="166042" y="38862"/>
                          <a:pt x="106966" y="38862"/>
                        </a:cubicBezTo>
                        <a:cubicBezTo>
                          <a:pt x="47891" y="38862"/>
                          <a:pt x="1" y="30162"/>
                          <a:pt x="1" y="19431"/>
                        </a:cubicBezTo>
                        <a:cubicBezTo>
                          <a:pt x="1" y="8700"/>
                          <a:pt x="47891" y="0"/>
                          <a:pt x="106966" y="0"/>
                        </a:cubicBezTo>
                        <a:cubicBezTo>
                          <a:pt x="166042" y="0"/>
                          <a:pt x="213932" y="8700"/>
                          <a:pt x="213932" y="19431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</p:grpSp>
      </p:grp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TITLE_ONLY_2">
    <p:spTree>
      <p:nvGrpSpPr>
        <p:cNvPr id="2119" name="Shape 2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0" name="Google Shape;2120;p70"/>
          <p:cNvSpPr/>
          <p:nvPr/>
        </p:nvSpPr>
        <p:spPr>
          <a:xfrm flipH="1" rot="9076707">
            <a:off x="7972821" y="-586852"/>
            <a:ext cx="1683799" cy="1672812"/>
          </a:xfrm>
          <a:custGeom>
            <a:rect b="b" l="l" r="r" t="t"/>
            <a:pathLst>
              <a:path extrusionOk="0" h="30330" w="38869">
                <a:moveTo>
                  <a:pt x="24297" y="1"/>
                </a:moveTo>
                <a:cubicBezTo>
                  <a:pt x="23576" y="1"/>
                  <a:pt x="22813" y="81"/>
                  <a:pt x="22018" y="271"/>
                </a:cubicBezTo>
                <a:cubicBezTo>
                  <a:pt x="16904" y="1494"/>
                  <a:pt x="14626" y="5778"/>
                  <a:pt x="11611" y="8671"/>
                </a:cubicBezTo>
                <a:cubicBezTo>
                  <a:pt x="10032" y="10186"/>
                  <a:pt x="7766" y="10684"/>
                  <a:pt x="5916" y="11826"/>
                </a:cubicBezTo>
                <a:cubicBezTo>
                  <a:pt x="0" y="15481"/>
                  <a:pt x="539" y="24197"/>
                  <a:pt x="4874" y="27639"/>
                </a:cubicBezTo>
                <a:cubicBezTo>
                  <a:pt x="7150" y="29445"/>
                  <a:pt x="9815" y="30330"/>
                  <a:pt x="12976" y="30330"/>
                </a:cubicBezTo>
                <a:cubicBezTo>
                  <a:pt x="15025" y="30330"/>
                  <a:pt x="17282" y="29958"/>
                  <a:pt x="19778" y="29225"/>
                </a:cubicBezTo>
                <a:cubicBezTo>
                  <a:pt x="26123" y="27360"/>
                  <a:pt x="30656" y="26268"/>
                  <a:pt x="34763" y="20412"/>
                </a:cubicBezTo>
                <a:cubicBezTo>
                  <a:pt x="38869" y="14558"/>
                  <a:pt x="35544" y="6859"/>
                  <a:pt x="30907" y="2368"/>
                </a:cubicBezTo>
                <a:cubicBezTo>
                  <a:pt x="30907" y="2368"/>
                  <a:pt x="28215" y="1"/>
                  <a:pt x="24297" y="1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1" name="Google Shape;2121;p70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2122" name="Google Shape;2122;p70"/>
          <p:cNvGrpSpPr/>
          <p:nvPr/>
        </p:nvGrpSpPr>
        <p:grpSpPr>
          <a:xfrm flipH="1">
            <a:off x="683048" y="4696520"/>
            <a:ext cx="325927" cy="404808"/>
            <a:chOff x="7385113" y="1535430"/>
            <a:chExt cx="435673" cy="541115"/>
          </a:xfrm>
        </p:grpSpPr>
        <p:sp>
          <p:nvSpPr>
            <p:cNvPr id="2123" name="Google Shape;2123;p70"/>
            <p:cNvSpPr/>
            <p:nvPr/>
          </p:nvSpPr>
          <p:spPr>
            <a:xfrm>
              <a:off x="7385113" y="1535430"/>
              <a:ext cx="435673" cy="541115"/>
            </a:xfrm>
            <a:custGeom>
              <a:rect b="b" l="l" r="r" t="t"/>
              <a:pathLst>
                <a:path extrusionOk="0" h="541115" w="435673">
                  <a:moveTo>
                    <a:pt x="394621" y="0"/>
                  </a:moveTo>
                  <a:cubicBezTo>
                    <a:pt x="417294" y="0"/>
                    <a:pt x="435674" y="18380"/>
                    <a:pt x="435674" y="41053"/>
                  </a:cubicBezTo>
                  <a:lnTo>
                    <a:pt x="435674" y="500062"/>
                  </a:lnTo>
                  <a:cubicBezTo>
                    <a:pt x="435674" y="522735"/>
                    <a:pt x="417294" y="541115"/>
                    <a:pt x="394621" y="541115"/>
                  </a:cubicBezTo>
                  <a:lnTo>
                    <a:pt x="41053" y="541115"/>
                  </a:lnTo>
                  <a:cubicBezTo>
                    <a:pt x="18380" y="541115"/>
                    <a:pt x="0" y="522735"/>
                    <a:pt x="0" y="500062"/>
                  </a:cubicBezTo>
                  <a:lnTo>
                    <a:pt x="0" y="41053"/>
                  </a:lnTo>
                  <a:cubicBezTo>
                    <a:pt x="0" y="18380"/>
                    <a:pt x="18380" y="0"/>
                    <a:pt x="4105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124" name="Google Shape;2124;p70"/>
            <p:cNvGrpSpPr/>
            <p:nvPr/>
          </p:nvGrpSpPr>
          <p:grpSpPr>
            <a:xfrm>
              <a:off x="7612094" y="1566576"/>
              <a:ext cx="164781" cy="41529"/>
              <a:chOff x="7612094" y="1566576"/>
              <a:chExt cx="164781" cy="41529"/>
            </a:xfrm>
          </p:grpSpPr>
          <p:sp>
            <p:nvSpPr>
              <p:cNvPr id="2125" name="Google Shape;2125;p70"/>
              <p:cNvSpPr/>
              <p:nvPr/>
            </p:nvSpPr>
            <p:spPr>
              <a:xfrm>
                <a:off x="7735347" y="1566576"/>
                <a:ext cx="41528" cy="41529"/>
              </a:xfrm>
              <a:custGeom>
                <a:rect b="b" l="l" r="r" t="t"/>
                <a:pathLst>
                  <a:path extrusionOk="0" h="41529" w="41528">
                    <a:moveTo>
                      <a:pt x="41529" y="20765"/>
                    </a:moveTo>
                    <a:cubicBezTo>
                      <a:pt x="41529" y="32290"/>
                      <a:pt x="32195" y="41529"/>
                      <a:pt x="20764" y="41529"/>
                    </a:cubicBezTo>
                    <a:cubicBezTo>
                      <a:pt x="9335" y="41529"/>
                      <a:pt x="0" y="32194"/>
                      <a:pt x="0" y="20765"/>
                    </a:cubicBezTo>
                    <a:cubicBezTo>
                      <a:pt x="0" y="9334"/>
                      <a:pt x="9335" y="0"/>
                      <a:pt x="20764" y="0"/>
                    </a:cubicBezTo>
                    <a:cubicBezTo>
                      <a:pt x="32195" y="0"/>
                      <a:pt x="41529" y="9334"/>
                      <a:pt x="41529" y="20765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26" name="Google Shape;2126;p70"/>
              <p:cNvSpPr/>
              <p:nvPr/>
            </p:nvSpPr>
            <p:spPr>
              <a:xfrm>
                <a:off x="7673721" y="1566576"/>
                <a:ext cx="41528" cy="41529"/>
              </a:xfrm>
              <a:custGeom>
                <a:rect b="b" l="l" r="r" t="t"/>
                <a:pathLst>
                  <a:path extrusionOk="0" h="41529" w="41528">
                    <a:moveTo>
                      <a:pt x="41529" y="20765"/>
                    </a:moveTo>
                    <a:cubicBezTo>
                      <a:pt x="41529" y="32290"/>
                      <a:pt x="32195" y="41529"/>
                      <a:pt x="20764" y="41529"/>
                    </a:cubicBezTo>
                    <a:cubicBezTo>
                      <a:pt x="9334" y="41529"/>
                      <a:pt x="0" y="32194"/>
                      <a:pt x="0" y="20765"/>
                    </a:cubicBezTo>
                    <a:cubicBezTo>
                      <a:pt x="0" y="9334"/>
                      <a:pt x="9334" y="0"/>
                      <a:pt x="20764" y="0"/>
                    </a:cubicBezTo>
                    <a:cubicBezTo>
                      <a:pt x="32195" y="0"/>
                      <a:pt x="41529" y="9334"/>
                      <a:pt x="41529" y="2076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27" name="Google Shape;2127;p70"/>
              <p:cNvSpPr/>
              <p:nvPr/>
            </p:nvSpPr>
            <p:spPr>
              <a:xfrm>
                <a:off x="7612094" y="1566576"/>
                <a:ext cx="41529" cy="41529"/>
              </a:xfrm>
              <a:custGeom>
                <a:rect b="b" l="l" r="r" t="t"/>
                <a:pathLst>
                  <a:path extrusionOk="0" h="41529" w="41529">
                    <a:moveTo>
                      <a:pt x="41529" y="20765"/>
                    </a:moveTo>
                    <a:cubicBezTo>
                      <a:pt x="41529" y="32290"/>
                      <a:pt x="32195" y="41529"/>
                      <a:pt x="20764" y="41529"/>
                    </a:cubicBezTo>
                    <a:cubicBezTo>
                      <a:pt x="9335" y="41529"/>
                      <a:pt x="0" y="32194"/>
                      <a:pt x="0" y="20765"/>
                    </a:cubicBezTo>
                    <a:cubicBezTo>
                      <a:pt x="0" y="9334"/>
                      <a:pt x="9335" y="0"/>
                      <a:pt x="20764" y="0"/>
                    </a:cubicBezTo>
                    <a:cubicBezTo>
                      <a:pt x="32195" y="0"/>
                      <a:pt x="41529" y="9334"/>
                      <a:pt x="41529" y="20765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128" name="Google Shape;2128;p70"/>
          <p:cNvGrpSpPr/>
          <p:nvPr/>
        </p:nvGrpSpPr>
        <p:grpSpPr>
          <a:xfrm flipH="1">
            <a:off x="713902" y="4774546"/>
            <a:ext cx="268636" cy="280965"/>
            <a:chOff x="7420451" y="1639728"/>
            <a:chExt cx="359091" cy="375571"/>
          </a:xfrm>
        </p:grpSpPr>
        <p:sp>
          <p:nvSpPr>
            <p:cNvPr id="2129" name="Google Shape;2129;p70"/>
            <p:cNvSpPr/>
            <p:nvPr/>
          </p:nvSpPr>
          <p:spPr>
            <a:xfrm>
              <a:off x="7420451" y="1852041"/>
              <a:ext cx="357473" cy="163258"/>
            </a:xfrm>
            <a:custGeom>
              <a:rect b="b" l="l" r="r" t="t"/>
              <a:pathLst>
                <a:path extrusionOk="0" h="163258" w="357473">
                  <a:moveTo>
                    <a:pt x="40196" y="72962"/>
                  </a:moveTo>
                  <a:lnTo>
                    <a:pt x="0" y="72962"/>
                  </a:lnTo>
                  <a:lnTo>
                    <a:pt x="0" y="90297"/>
                  </a:lnTo>
                  <a:lnTo>
                    <a:pt x="40196" y="90297"/>
                  </a:lnTo>
                  <a:lnTo>
                    <a:pt x="40196" y="72962"/>
                  </a:lnTo>
                  <a:close/>
                  <a:moveTo>
                    <a:pt x="185166" y="126778"/>
                  </a:moveTo>
                  <a:lnTo>
                    <a:pt x="294894" y="126778"/>
                  </a:lnTo>
                  <a:lnTo>
                    <a:pt x="294894" y="109347"/>
                  </a:lnTo>
                  <a:lnTo>
                    <a:pt x="185166" y="109347"/>
                  </a:lnTo>
                  <a:lnTo>
                    <a:pt x="185166" y="126778"/>
                  </a:lnTo>
                  <a:close/>
                  <a:moveTo>
                    <a:pt x="294894" y="0"/>
                  </a:moveTo>
                  <a:lnTo>
                    <a:pt x="38291" y="0"/>
                  </a:lnTo>
                  <a:lnTo>
                    <a:pt x="38291" y="17335"/>
                  </a:lnTo>
                  <a:lnTo>
                    <a:pt x="294894" y="17335"/>
                  </a:lnTo>
                  <a:lnTo>
                    <a:pt x="294894" y="0"/>
                  </a:lnTo>
                  <a:close/>
                  <a:moveTo>
                    <a:pt x="0" y="163259"/>
                  </a:moveTo>
                  <a:lnTo>
                    <a:pt x="99632" y="163259"/>
                  </a:lnTo>
                  <a:lnTo>
                    <a:pt x="99632" y="145828"/>
                  </a:lnTo>
                  <a:lnTo>
                    <a:pt x="0" y="145828"/>
                  </a:lnTo>
                  <a:lnTo>
                    <a:pt x="0" y="163259"/>
                  </a:lnTo>
                  <a:close/>
                  <a:moveTo>
                    <a:pt x="76581" y="36481"/>
                  </a:moveTo>
                  <a:lnTo>
                    <a:pt x="0" y="36481"/>
                  </a:lnTo>
                  <a:lnTo>
                    <a:pt x="0" y="53816"/>
                  </a:lnTo>
                  <a:lnTo>
                    <a:pt x="76581" y="53816"/>
                  </a:lnTo>
                  <a:lnTo>
                    <a:pt x="76581" y="36481"/>
                  </a:lnTo>
                  <a:close/>
                  <a:moveTo>
                    <a:pt x="52483" y="90297"/>
                  </a:moveTo>
                  <a:lnTo>
                    <a:pt x="207836" y="90297"/>
                  </a:lnTo>
                  <a:lnTo>
                    <a:pt x="207836" y="72962"/>
                  </a:lnTo>
                  <a:lnTo>
                    <a:pt x="52483" y="72962"/>
                  </a:lnTo>
                  <a:lnTo>
                    <a:pt x="52483" y="90297"/>
                  </a:lnTo>
                  <a:close/>
                  <a:moveTo>
                    <a:pt x="164402" y="109347"/>
                  </a:moveTo>
                  <a:lnTo>
                    <a:pt x="0" y="109347"/>
                  </a:lnTo>
                  <a:lnTo>
                    <a:pt x="0" y="126778"/>
                  </a:lnTo>
                  <a:lnTo>
                    <a:pt x="164402" y="126778"/>
                  </a:lnTo>
                  <a:lnTo>
                    <a:pt x="164402" y="109347"/>
                  </a:lnTo>
                  <a:close/>
                  <a:moveTo>
                    <a:pt x="220218" y="90297"/>
                  </a:moveTo>
                  <a:lnTo>
                    <a:pt x="357378" y="90297"/>
                  </a:lnTo>
                  <a:lnTo>
                    <a:pt x="357378" y="72962"/>
                  </a:lnTo>
                  <a:lnTo>
                    <a:pt x="220218" y="72962"/>
                  </a:lnTo>
                  <a:lnTo>
                    <a:pt x="220218" y="90297"/>
                  </a:lnTo>
                  <a:close/>
                  <a:moveTo>
                    <a:pt x="97441" y="53816"/>
                  </a:moveTo>
                  <a:lnTo>
                    <a:pt x="357474" y="53816"/>
                  </a:lnTo>
                  <a:lnTo>
                    <a:pt x="357474" y="36481"/>
                  </a:lnTo>
                  <a:lnTo>
                    <a:pt x="97441" y="36481"/>
                  </a:lnTo>
                  <a:lnTo>
                    <a:pt x="97441" y="53816"/>
                  </a:lnTo>
                  <a:close/>
                  <a:moveTo>
                    <a:pt x="305371" y="0"/>
                  </a:moveTo>
                  <a:lnTo>
                    <a:pt x="305371" y="17335"/>
                  </a:lnTo>
                  <a:lnTo>
                    <a:pt x="357378" y="17335"/>
                  </a:lnTo>
                  <a:lnTo>
                    <a:pt x="357378" y="0"/>
                  </a:lnTo>
                  <a:lnTo>
                    <a:pt x="305371" y="0"/>
                  </a:lnTo>
                  <a:close/>
                  <a:moveTo>
                    <a:pt x="315659" y="126778"/>
                  </a:moveTo>
                  <a:lnTo>
                    <a:pt x="357378" y="126778"/>
                  </a:lnTo>
                  <a:lnTo>
                    <a:pt x="357378" y="109347"/>
                  </a:lnTo>
                  <a:lnTo>
                    <a:pt x="315659" y="109347"/>
                  </a:lnTo>
                  <a:lnTo>
                    <a:pt x="315659" y="126778"/>
                  </a:lnTo>
                  <a:close/>
                  <a:moveTo>
                    <a:pt x="120396" y="163259"/>
                  </a:moveTo>
                  <a:lnTo>
                    <a:pt x="222981" y="163259"/>
                  </a:lnTo>
                  <a:lnTo>
                    <a:pt x="222981" y="145828"/>
                  </a:lnTo>
                  <a:lnTo>
                    <a:pt x="120396" y="145828"/>
                  </a:lnTo>
                  <a:lnTo>
                    <a:pt x="120396" y="163259"/>
                  </a:lnTo>
                  <a:close/>
                  <a:moveTo>
                    <a:pt x="235363" y="163259"/>
                  </a:moveTo>
                  <a:lnTo>
                    <a:pt x="313563" y="163259"/>
                  </a:lnTo>
                  <a:lnTo>
                    <a:pt x="313563" y="145828"/>
                  </a:lnTo>
                  <a:lnTo>
                    <a:pt x="235363" y="145828"/>
                  </a:lnTo>
                  <a:lnTo>
                    <a:pt x="235363" y="163259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30" name="Google Shape;2130;p70"/>
            <p:cNvSpPr/>
            <p:nvPr/>
          </p:nvSpPr>
          <p:spPr>
            <a:xfrm>
              <a:off x="7425594" y="1639728"/>
              <a:ext cx="353948" cy="180117"/>
            </a:xfrm>
            <a:custGeom>
              <a:rect b="b" l="l" r="r" t="t"/>
              <a:pathLst>
                <a:path extrusionOk="0" h="180117" w="353948">
                  <a:moveTo>
                    <a:pt x="0" y="0"/>
                  </a:moveTo>
                  <a:lnTo>
                    <a:pt x="353949" y="0"/>
                  </a:lnTo>
                  <a:lnTo>
                    <a:pt x="353949" y="180118"/>
                  </a:lnTo>
                  <a:lnTo>
                    <a:pt x="0" y="180118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131" name="Google Shape;2131;p70"/>
          <p:cNvGrpSpPr/>
          <p:nvPr/>
        </p:nvGrpSpPr>
        <p:grpSpPr>
          <a:xfrm flipH="1">
            <a:off x="96200" y="4469347"/>
            <a:ext cx="355444" cy="644072"/>
            <a:chOff x="1945386" y="5582316"/>
            <a:chExt cx="470725" cy="852963"/>
          </a:xfrm>
        </p:grpSpPr>
        <p:grpSp>
          <p:nvGrpSpPr>
            <p:cNvPr id="2132" name="Google Shape;2132;p70"/>
            <p:cNvGrpSpPr/>
            <p:nvPr/>
          </p:nvGrpSpPr>
          <p:grpSpPr>
            <a:xfrm>
              <a:off x="1945386" y="5582316"/>
              <a:ext cx="470725" cy="852963"/>
              <a:chOff x="1945386" y="5582316"/>
              <a:chExt cx="470725" cy="852963"/>
            </a:xfrm>
          </p:grpSpPr>
          <p:sp>
            <p:nvSpPr>
              <p:cNvPr id="2133" name="Google Shape;2133;p70"/>
              <p:cNvSpPr/>
              <p:nvPr/>
            </p:nvSpPr>
            <p:spPr>
              <a:xfrm>
                <a:off x="1945386" y="5582316"/>
                <a:ext cx="470725" cy="852963"/>
              </a:xfrm>
              <a:custGeom>
                <a:rect b="b" l="l" r="r" t="t"/>
                <a:pathLst>
                  <a:path extrusionOk="0" h="852963" w="470725">
                    <a:moveTo>
                      <a:pt x="435388" y="0"/>
                    </a:moveTo>
                    <a:cubicBezTo>
                      <a:pt x="454904" y="0"/>
                      <a:pt x="470726" y="15821"/>
                      <a:pt x="470726" y="35338"/>
                    </a:cubicBezTo>
                    <a:lnTo>
                      <a:pt x="470726" y="817626"/>
                    </a:lnTo>
                    <a:cubicBezTo>
                      <a:pt x="470726" y="837143"/>
                      <a:pt x="454904" y="852964"/>
                      <a:pt x="435388" y="852964"/>
                    </a:cubicBezTo>
                    <a:lnTo>
                      <a:pt x="35338" y="852964"/>
                    </a:lnTo>
                    <a:cubicBezTo>
                      <a:pt x="15821" y="852964"/>
                      <a:pt x="0" y="837143"/>
                      <a:pt x="0" y="817626"/>
                    </a:cubicBezTo>
                    <a:lnTo>
                      <a:pt x="0" y="35338"/>
                    </a:lnTo>
                    <a:cubicBezTo>
                      <a:pt x="0" y="15822"/>
                      <a:pt x="15821" y="0"/>
                      <a:pt x="35338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34" name="Google Shape;2134;p70"/>
              <p:cNvSpPr/>
              <p:nvPr/>
            </p:nvSpPr>
            <p:spPr>
              <a:xfrm>
                <a:off x="1965864" y="5625846"/>
                <a:ext cx="429577" cy="699420"/>
              </a:xfrm>
              <a:custGeom>
                <a:rect b="b" l="l" r="r" t="t"/>
                <a:pathLst>
                  <a:path extrusionOk="0" h="699420" w="429577">
                    <a:moveTo>
                      <a:pt x="0" y="0"/>
                    </a:moveTo>
                    <a:lnTo>
                      <a:pt x="429578" y="0"/>
                    </a:lnTo>
                    <a:lnTo>
                      <a:pt x="429578" y="699421"/>
                    </a:lnTo>
                    <a:lnTo>
                      <a:pt x="0" y="69942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135" name="Google Shape;2135;p70"/>
            <p:cNvSpPr/>
            <p:nvPr/>
          </p:nvSpPr>
          <p:spPr>
            <a:xfrm>
              <a:off x="1986438" y="6371462"/>
              <a:ext cx="388334" cy="32194"/>
            </a:xfrm>
            <a:custGeom>
              <a:rect b="b" l="l" r="r" t="t"/>
              <a:pathLst>
                <a:path extrusionOk="0" h="32194" w="388334">
                  <a:moveTo>
                    <a:pt x="88011" y="0"/>
                  </a:moveTo>
                  <a:lnTo>
                    <a:pt x="16097" y="0"/>
                  </a:lnTo>
                  <a:cubicBezTo>
                    <a:pt x="7239" y="0"/>
                    <a:pt x="0" y="7239"/>
                    <a:pt x="0" y="16097"/>
                  </a:cubicBezTo>
                  <a:cubicBezTo>
                    <a:pt x="0" y="24955"/>
                    <a:pt x="7239" y="32195"/>
                    <a:pt x="16097" y="32195"/>
                  </a:cubicBezTo>
                  <a:lnTo>
                    <a:pt x="88011" y="32195"/>
                  </a:lnTo>
                  <a:cubicBezTo>
                    <a:pt x="96869" y="32195"/>
                    <a:pt x="104108" y="24955"/>
                    <a:pt x="104108" y="16097"/>
                  </a:cubicBezTo>
                  <a:cubicBezTo>
                    <a:pt x="104108" y="7239"/>
                    <a:pt x="96869" y="0"/>
                    <a:pt x="88011" y="0"/>
                  </a:cubicBezTo>
                  <a:close/>
                  <a:moveTo>
                    <a:pt x="230124" y="0"/>
                  </a:moveTo>
                  <a:lnTo>
                    <a:pt x="158210" y="0"/>
                  </a:lnTo>
                  <a:cubicBezTo>
                    <a:pt x="149352" y="0"/>
                    <a:pt x="142113" y="7239"/>
                    <a:pt x="142113" y="16097"/>
                  </a:cubicBezTo>
                  <a:cubicBezTo>
                    <a:pt x="142113" y="24955"/>
                    <a:pt x="149352" y="32195"/>
                    <a:pt x="158210" y="32195"/>
                  </a:cubicBezTo>
                  <a:lnTo>
                    <a:pt x="230124" y="32195"/>
                  </a:lnTo>
                  <a:cubicBezTo>
                    <a:pt x="238982" y="32195"/>
                    <a:pt x="246221" y="24955"/>
                    <a:pt x="246221" y="16097"/>
                  </a:cubicBezTo>
                  <a:cubicBezTo>
                    <a:pt x="246221" y="7239"/>
                    <a:pt x="238982" y="0"/>
                    <a:pt x="230124" y="0"/>
                  </a:cubicBezTo>
                  <a:close/>
                  <a:moveTo>
                    <a:pt x="372237" y="0"/>
                  </a:moveTo>
                  <a:lnTo>
                    <a:pt x="300323" y="0"/>
                  </a:lnTo>
                  <a:cubicBezTo>
                    <a:pt x="291465" y="0"/>
                    <a:pt x="284226" y="7239"/>
                    <a:pt x="284226" y="16097"/>
                  </a:cubicBezTo>
                  <a:cubicBezTo>
                    <a:pt x="284226" y="24955"/>
                    <a:pt x="291465" y="32195"/>
                    <a:pt x="300323" y="32195"/>
                  </a:cubicBezTo>
                  <a:lnTo>
                    <a:pt x="372237" y="32195"/>
                  </a:lnTo>
                  <a:cubicBezTo>
                    <a:pt x="381095" y="32195"/>
                    <a:pt x="388334" y="24955"/>
                    <a:pt x="388334" y="16097"/>
                  </a:cubicBezTo>
                  <a:cubicBezTo>
                    <a:pt x="388334" y="7239"/>
                    <a:pt x="381095" y="0"/>
                    <a:pt x="37223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136" name="Google Shape;2136;p70"/>
          <p:cNvGrpSpPr/>
          <p:nvPr/>
        </p:nvGrpSpPr>
        <p:grpSpPr>
          <a:xfrm>
            <a:off x="7975988" y="116167"/>
            <a:ext cx="1061979" cy="558999"/>
            <a:chOff x="3859815" y="2867310"/>
            <a:chExt cx="1262157" cy="664368"/>
          </a:xfrm>
        </p:grpSpPr>
        <p:sp>
          <p:nvSpPr>
            <p:cNvPr id="2137" name="Google Shape;2137;p70"/>
            <p:cNvSpPr/>
            <p:nvPr/>
          </p:nvSpPr>
          <p:spPr>
            <a:xfrm>
              <a:off x="3859815" y="2867310"/>
              <a:ext cx="1262157" cy="664368"/>
            </a:xfrm>
            <a:custGeom>
              <a:rect b="b" l="l" r="r" t="t"/>
              <a:pathLst>
                <a:path extrusionOk="0" h="664368" w="1262157">
                  <a:moveTo>
                    <a:pt x="1102233" y="344424"/>
                  </a:moveTo>
                  <a:cubicBezTo>
                    <a:pt x="1090231" y="344424"/>
                    <a:pt x="1078611" y="345757"/>
                    <a:pt x="1067372" y="348234"/>
                  </a:cubicBezTo>
                  <a:cubicBezTo>
                    <a:pt x="1048131" y="223838"/>
                    <a:pt x="945166" y="127159"/>
                    <a:pt x="817816" y="117348"/>
                  </a:cubicBezTo>
                  <a:cubicBezTo>
                    <a:pt x="756856" y="45625"/>
                    <a:pt x="666083" y="0"/>
                    <a:pt x="564547" y="0"/>
                  </a:cubicBezTo>
                  <a:cubicBezTo>
                    <a:pt x="398526" y="0"/>
                    <a:pt x="260890" y="121825"/>
                    <a:pt x="236220" y="280988"/>
                  </a:cubicBezTo>
                  <a:cubicBezTo>
                    <a:pt x="222599" y="277939"/>
                    <a:pt x="208502" y="276320"/>
                    <a:pt x="194024" y="276320"/>
                  </a:cubicBezTo>
                  <a:cubicBezTo>
                    <a:pt x="86868" y="276320"/>
                    <a:pt x="0" y="363188"/>
                    <a:pt x="0" y="470345"/>
                  </a:cubicBezTo>
                  <a:cubicBezTo>
                    <a:pt x="0" y="577501"/>
                    <a:pt x="86868" y="664369"/>
                    <a:pt x="194024" y="664369"/>
                  </a:cubicBezTo>
                  <a:lnTo>
                    <a:pt x="1102138" y="664369"/>
                  </a:lnTo>
                  <a:cubicBezTo>
                    <a:pt x="1190530" y="664369"/>
                    <a:pt x="1262158" y="592741"/>
                    <a:pt x="1262158" y="504349"/>
                  </a:cubicBezTo>
                  <a:cubicBezTo>
                    <a:pt x="1262158" y="415957"/>
                    <a:pt x="1190530" y="344329"/>
                    <a:pt x="1102138" y="344329"/>
                  </a:cubicBezTo>
                  <a:close/>
                </a:path>
              </a:pathLst>
            </a:custGeom>
            <a:solidFill>
              <a:srgbClr val="42444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138" name="Google Shape;2138;p70"/>
            <p:cNvGrpSpPr/>
            <p:nvPr/>
          </p:nvGrpSpPr>
          <p:grpSpPr>
            <a:xfrm>
              <a:off x="4275677" y="3065525"/>
              <a:ext cx="334517" cy="380047"/>
              <a:chOff x="4275677" y="3065525"/>
              <a:chExt cx="334517" cy="380047"/>
            </a:xfrm>
          </p:grpSpPr>
          <p:grpSp>
            <p:nvGrpSpPr>
              <p:cNvPr id="2139" name="Google Shape;2139;p70"/>
              <p:cNvGrpSpPr/>
              <p:nvPr/>
            </p:nvGrpSpPr>
            <p:grpSpPr>
              <a:xfrm>
                <a:off x="4275677" y="3065525"/>
                <a:ext cx="334517" cy="380047"/>
                <a:chOff x="4275677" y="3065525"/>
                <a:chExt cx="334517" cy="380047"/>
              </a:xfrm>
            </p:grpSpPr>
            <p:grpSp>
              <p:nvGrpSpPr>
                <p:cNvPr id="2140" name="Google Shape;2140;p70"/>
                <p:cNvGrpSpPr/>
                <p:nvPr/>
              </p:nvGrpSpPr>
              <p:grpSpPr>
                <a:xfrm>
                  <a:off x="4275677" y="3301269"/>
                  <a:ext cx="334422" cy="144303"/>
                  <a:chOff x="4275677" y="3301269"/>
                  <a:chExt cx="334422" cy="144303"/>
                </a:xfrm>
              </p:grpSpPr>
              <p:sp>
                <p:nvSpPr>
                  <p:cNvPr id="2141" name="Google Shape;2141;p70"/>
                  <p:cNvSpPr/>
                  <p:nvPr/>
                </p:nvSpPr>
                <p:spPr>
                  <a:xfrm>
                    <a:off x="4275677" y="3331654"/>
                    <a:ext cx="334422" cy="113918"/>
                  </a:xfrm>
                  <a:custGeom>
                    <a:rect b="b" l="l" r="r" t="t"/>
                    <a:pathLst>
                      <a:path extrusionOk="0" h="113918" w="334422">
                        <a:moveTo>
                          <a:pt x="95" y="0"/>
                        </a:moveTo>
                        <a:lnTo>
                          <a:pt x="95" y="83534"/>
                        </a:lnTo>
                        <a:cubicBezTo>
                          <a:pt x="95" y="100298"/>
                          <a:pt x="74962" y="113919"/>
                          <a:pt x="167259" y="113919"/>
                        </a:cubicBezTo>
                        <a:cubicBezTo>
                          <a:pt x="259556" y="113919"/>
                          <a:pt x="334423" y="100298"/>
                          <a:pt x="334423" y="83534"/>
                        </a:cubicBezTo>
                        <a:lnTo>
                          <a:pt x="334423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CFD3D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142" name="Google Shape;2142;p70"/>
                  <p:cNvSpPr/>
                  <p:nvPr/>
                </p:nvSpPr>
                <p:spPr>
                  <a:xfrm>
                    <a:off x="4275772" y="3301269"/>
                    <a:ext cx="334327" cy="60769"/>
                  </a:xfrm>
                  <a:custGeom>
                    <a:rect b="b" l="l" r="r" t="t"/>
                    <a:pathLst>
                      <a:path extrusionOk="0" h="60769" w="334327">
                        <a:moveTo>
                          <a:pt x="334328" y="30385"/>
                        </a:moveTo>
                        <a:cubicBezTo>
                          <a:pt x="334328" y="47166"/>
                          <a:pt x="259486" y="60770"/>
                          <a:pt x="167164" y="60770"/>
                        </a:cubicBezTo>
                        <a:cubicBezTo>
                          <a:pt x="74842" y="60770"/>
                          <a:pt x="0" y="47166"/>
                          <a:pt x="0" y="30385"/>
                        </a:cubicBezTo>
                        <a:cubicBezTo>
                          <a:pt x="0" y="13604"/>
                          <a:pt x="74842" y="0"/>
                          <a:pt x="167164" y="0"/>
                        </a:cubicBezTo>
                        <a:cubicBezTo>
                          <a:pt x="259486" y="0"/>
                          <a:pt x="334328" y="13604"/>
                          <a:pt x="334328" y="30385"/>
                        </a:cubicBezTo>
                        <a:close/>
                      </a:path>
                    </a:pathLst>
                  </a:custGeom>
                  <a:solidFill>
                    <a:srgbClr val="E6EAF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2143" name="Google Shape;2143;p70"/>
                <p:cNvGrpSpPr/>
                <p:nvPr/>
              </p:nvGrpSpPr>
              <p:grpSpPr>
                <a:xfrm>
                  <a:off x="4275677" y="3183350"/>
                  <a:ext cx="334422" cy="144302"/>
                  <a:chOff x="4275677" y="3183350"/>
                  <a:chExt cx="334422" cy="144302"/>
                </a:xfrm>
              </p:grpSpPr>
              <p:sp>
                <p:nvSpPr>
                  <p:cNvPr id="2144" name="Google Shape;2144;p70"/>
                  <p:cNvSpPr/>
                  <p:nvPr/>
                </p:nvSpPr>
                <p:spPr>
                  <a:xfrm>
                    <a:off x="4275677" y="3213734"/>
                    <a:ext cx="334422" cy="113918"/>
                  </a:xfrm>
                  <a:custGeom>
                    <a:rect b="b" l="l" r="r" t="t"/>
                    <a:pathLst>
                      <a:path extrusionOk="0" h="113918" w="334422">
                        <a:moveTo>
                          <a:pt x="95" y="0"/>
                        </a:moveTo>
                        <a:lnTo>
                          <a:pt x="95" y="83534"/>
                        </a:lnTo>
                        <a:cubicBezTo>
                          <a:pt x="95" y="100298"/>
                          <a:pt x="74962" y="113919"/>
                          <a:pt x="167259" y="113919"/>
                        </a:cubicBezTo>
                        <a:cubicBezTo>
                          <a:pt x="259556" y="113919"/>
                          <a:pt x="334423" y="100298"/>
                          <a:pt x="334423" y="83534"/>
                        </a:cubicBezTo>
                        <a:lnTo>
                          <a:pt x="334423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CFD3D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145" name="Google Shape;2145;p70"/>
                  <p:cNvSpPr/>
                  <p:nvPr/>
                </p:nvSpPr>
                <p:spPr>
                  <a:xfrm>
                    <a:off x="4275772" y="3183350"/>
                    <a:ext cx="334327" cy="60769"/>
                  </a:xfrm>
                  <a:custGeom>
                    <a:rect b="b" l="l" r="r" t="t"/>
                    <a:pathLst>
                      <a:path extrusionOk="0" h="60769" w="334327">
                        <a:moveTo>
                          <a:pt x="334328" y="30385"/>
                        </a:moveTo>
                        <a:cubicBezTo>
                          <a:pt x="334328" y="47166"/>
                          <a:pt x="259486" y="60769"/>
                          <a:pt x="167164" y="60769"/>
                        </a:cubicBezTo>
                        <a:cubicBezTo>
                          <a:pt x="74842" y="60769"/>
                          <a:pt x="0" y="47166"/>
                          <a:pt x="0" y="30385"/>
                        </a:cubicBezTo>
                        <a:cubicBezTo>
                          <a:pt x="0" y="13604"/>
                          <a:pt x="74842" y="0"/>
                          <a:pt x="167164" y="0"/>
                        </a:cubicBezTo>
                        <a:cubicBezTo>
                          <a:pt x="259486" y="0"/>
                          <a:pt x="334328" y="13604"/>
                          <a:pt x="334328" y="30385"/>
                        </a:cubicBezTo>
                        <a:close/>
                      </a:path>
                    </a:pathLst>
                  </a:custGeom>
                  <a:solidFill>
                    <a:srgbClr val="E6EAF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2146" name="Google Shape;2146;p70"/>
                <p:cNvGrpSpPr/>
                <p:nvPr/>
              </p:nvGrpSpPr>
              <p:grpSpPr>
                <a:xfrm>
                  <a:off x="4275677" y="3065525"/>
                  <a:ext cx="334517" cy="144303"/>
                  <a:chOff x="4275677" y="3065525"/>
                  <a:chExt cx="334517" cy="144303"/>
                </a:xfrm>
              </p:grpSpPr>
              <p:sp>
                <p:nvSpPr>
                  <p:cNvPr id="2147" name="Google Shape;2147;p70"/>
                  <p:cNvSpPr/>
                  <p:nvPr/>
                </p:nvSpPr>
                <p:spPr>
                  <a:xfrm>
                    <a:off x="4275677" y="3095910"/>
                    <a:ext cx="334422" cy="113918"/>
                  </a:xfrm>
                  <a:custGeom>
                    <a:rect b="b" l="l" r="r" t="t"/>
                    <a:pathLst>
                      <a:path extrusionOk="0" h="113918" w="334422">
                        <a:moveTo>
                          <a:pt x="95" y="0"/>
                        </a:moveTo>
                        <a:lnTo>
                          <a:pt x="95" y="83534"/>
                        </a:lnTo>
                        <a:cubicBezTo>
                          <a:pt x="95" y="100298"/>
                          <a:pt x="74962" y="113919"/>
                          <a:pt x="167259" y="113919"/>
                        </a:cubicBezTo>
                        <a:cubicBezTo>
                          <a:pt x="259556" y="113919"/>
                          <a:pt x="334423" y="100298"/>
                          <a:pt x="334423" y="83534"/>
                        </a:cubicBezTo>
                        <a:lnTo>
                          <a:pt x="334423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CFD3D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148" name="Google Shape;2148;p70"/>
                  <p:cNvSpPr/>
                  <p:nvPr/>
                </p:nvSpPr>
                <p:spPr>
                  <a:xfrm>
                    <a:off x="4275867" y="3065525"/>
                    <a:ext cx="334327" cy="60769"/>
                  </a:xfrm>
                  <a:custGeom>
                    <a:rect b="b" l="l" r="r" t="t"/>
                    <a:pathLst>
                      <a:path extrusionOk="0" h="60769" w="334327">
                        <a:moveTo>
                          <a:pt x="334328" y="30385"/>
                        </a:moveTo>
                        <a:cubicBezTo>
                          <a:pt x="334328" y="47149"/>
                          <a:pt x="259461" y="60770"/>
                          <a:pt x="167164" y="60770"/>
                        </a:cubicBezTo>
                        <a:cubicBezTo>
                          <a:pt x="74866" y="60770"/>
                          <a:pt x="0" y="47149"/>
                          <a:pt x="0" y="30385"/>
                        </a:cubicBezTo>
                        <a:cubicBezTo>
                          <a:pt x="0" y="13621"/>
                          <a:pt x="74866" y="0"/>
                          <a:pt x="167164" y="0"/>
                        </a:cubicBezTo>
                        <a:cubicBezTo>
                          <a:pt x="259461" y="0"/>
                          <a:pt x="334328" y="13621"/>
                          <a:pt x="334328" y="30385"/>
                        </a:cubicBezTo>
                        <a:close/>
                      </a:path>
                    </a:pathLst>
                  </a:custGeom>
                  <a:solidFill>
                    <a:srgbClr val="E6EAF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2149" name="Google Shape;2149;p70"/>
              <p:cNvSpPr/>
              <p:nvPr/>
            </p:nvSpPr>
            <p:spPr>
              <a:xfrm>
                <a:off x="4529994" y="3140487"/>
                <a:ext cx="38100" cy="38100"/>
              </a:xfrm>
              <a:custGeom>
                <a:rect b="b" l="l" r="r" t="t"/>
                <a:pathLst>
                  <a:path extrusionOk="0" h="38100" w="38100">
                    <a:moveTo>
                      <a:pt x="38100" y="19050"/>
                    </a:moveTo>
                    <a:cubicBezTo>
                      <a:pt x="38100" y="29623"/>
                      <a:pt x="29528" y="38100"/>
                      <a:pt x="19050" y="38100"/>
                    </a:cubicBezTo>
                    <a:cubicBezTo>
                      <a:pt x="8572" y="38100"/>
                      <a:pt x="0" y="29528"/>
                      <a:pt x="0" y="19050"/>
                    </a:cubicBezTo>
                    <a:cubicBezTo>
                      <a:pt x="0" y="8572"/>
                      <a:pt x="8572" y="0"/>
                      <a:pt x="19050" y="0"/>
                    </a:cubicBezTo>
                    <a:cubicBezTo>
                      <a:pt x="29528" y="0"/>
                      <a:pt x="38100" y="8572"/>
                      <a:pt x="38100" y="19050"/>
                    </a:cubicBezTo>
                    <a:close/>
                  </a:path>
                </a:pathLst>
              </a:custGeom>
              <a:solidFill>
                <a:srgbClr val="55C0E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50" name="Google Shape;2150;p70"/>
              <p:cNvSpPr/>
              <p:nvPr/>
            </p:nvSpPr>
            <p:spPr>
              <a:xfrm>
                <a:off x="4529994" y="3256216"/>
                <a:ext cx="38100" cy="38100"/>
              </a:xfrm>
              <a:custGeom>
                <a:rect b="b" l="l" r="r" t="t"/>
                <a:pathLst>
                  <a:path extrusionOk="0" h="38100" w="38100">
                    <a:moveTo>
                      <a:pt x="38100" y="19050"/>
                    </a:moveTo>
                    <a:cubicBezTo>
                      <a:pt x="38100" y="29623"/>
                      <a:pt x="29528" y="38100"/>
                      <a:pt x="19050" y="38100"/>
                    </a:cubicBezTo>
                    <a:cubicBezTo>
                      <a:pt x="8572" y="38100"/>
                      <a:pt x="0" y="29528"/>
                      <a:pt x="0" y="19050"/>
                    </a:cubicBezTo>
                    <a:cubicBezTo>
                      <a:pt x="0" y="8573"/>
                      <a:pt x="8572" y="0"/>
                      <a:pt x="19050" y="0"/>
                    </a:cubicBezTo>
                    <a:cubicBezTo>
                      <a:pt x="29528" y="0"/>
                      <a:pt x="38100" y="8573"/>
                      <a:pt x="38100" y="19050"/>
                    </a:cubicBezTo>
                    <a:close/>
                  </a:path>
                </a:pathLst>
              </a:custGeom>
              <a:solidFill>
                <a:srgbClr val="E6EAF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51" name="Google Shape;2151;p70"/>
              <p:cNvSpPr/>
              <p:nvPr/>
            </p:nvSpPr>
            <p:spPr>
              <a:xfrm>
                <a:off x="4529994" y="3377088"/>
                <a:ext cx="38100" cy="38100"/>
              </a:xfrm>
              <a:custGeom>
                <a:rect b="b" l="l" r="r" t="t"/>
                <a:pathLst>
                  <a:path extrusionOk="0" h="38100" w="38100">
                    <a:moveTo>
                      <a:pt x="38100" y="19050"/>
                    </a:moveTo>
                    <a:cubicBezTo>
                      <a:pt x="38100" y="29623"/>
                      <a:pt x="29528" y="38100"/>
                      <a:pt x="19050" y="38100"/>
                    </a:cubicBezTo>
                    <a:cubicBezTo>
                      <a:pt x="8572" y="38100"/>
                      <a:pt x="0" y="29528"/>
                      <a:pt x="0" y="19050"/>
                    </a:cubicBezTo>
                    <a:cubicBezTo>
                      <a:pt x="0" y="8573"/>
                      <a:pt x="8572" y="0"/>
                      <a:pt x="19050" y="0"/>
                    </a:cubicBezTo>
                    <a:cubicBezTo>
                      <a:pt x="29528" y="0"/>
                      <a:pt x="38100" y="8573"/>
                      <a:pt x="38100" y="19050"/>
                    </a:cubicBezTo>
                    <a:close/>
                  </a:path>
                </a:pathLst>
              </a:custGeom>
              <a:solidFill>
                <a:srgbClr val="E6EAF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152" name="Google Shape;2152;p70"/>
          <p:cNvGrpSpPr/>
          <p:nvPr/>
        </p:nvGrpSpPr>
        <p:grpSpPr>
          <a:xfrm flipH="1" rot="5400000">
            <a:off x="557972" y="4696603"/>
            <a:ext cx="16329" cy="218290"/>
            <a:chOff x="10809827" y="4402455"/>
            <a:chExt cx="24764" cy="330993"/>
          </a:xfrm>
        </p:grpSpPr>
        <p:sp>
          <p:nvSpPr>
            <p:cNvPr id="2153" name="Google Shape;2153;p70"/>
            <p:cNvSpPr/>
            <p:nvPr/>
          </p:nvSpPr>
          <p:spPr>
            <a:xfrm>
              <a:off x="10822209" y="4414266"/>
              <a:ext cx="9525" cy="307467"/>
            </a:xfrm>
            <a:custGeom>
              <a:rect b="b" l="l" r="r" t="t"/>
              <a:pathLst>
                <a:path extrusionOk="0" h="307467" w="9525">
                  <a:moveTo>
                    <a:pt x="-1" y="307467"/>
                  </a:moveTo>
                  <a:lnTo>
                    <a:pt x="-1" y="0"/>
                  </a:lnTo>
                </a:path>
              </a:pathLst>
            </a:custGeom>
            <a:solidFill>
              <a:schemeClr val="accent4"/>
            </a:solidFill>
            <a:ln cap="flat" cmpd="sng" w="10950">
              <a:solidFill>
                <a:schemeClr val="accent4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54" name="Google Shape;2154;p70"/>
            <p:cNvSpPr/>
            <p:nvPr/>
          </p:nvSpPr>
          <p:spPr>
            <a:xfrm>
              <a:off x="10809827" y="4708683"/>
              <a:ext cx="24764" cy="24765"/>
            </a:xfrm>
            <a:custGeom>
              <a:rect b="b" l="l" r="r" t="t"/>
              <a:pathLst>
                <a:path extrusionOk="0" h="24765" w="24764">
                  <a:moveTo>
                    <a:pt x="24765" y="12382"/>
                  </a:moveTo>
                  <a:cubicBezTo>
                    <a:pt x="24765" y="19240"/>
                    <a:pt x="19241" y="24765"/>
                    <a:pt x="12382" y="24765"/>
                  </a:cubicBezTo>
                  <a:cubicBezTo>
                    <a:pt x="5524" y="24765"/>
                    <a:pt x="0" y="19240"/>
                    <a:pt x="0" y="12382"/>
                  </a:cubicBezTo>
                  <a:cubicBezTo>
                    <a:pt x="0" y="5524"/>
                    <a:pt x="5524" y="0"/>
                    <a:pt x="12382" y="0"/>
                  </a:cubicBezTo>
                  <a:cubicBezTo>
                    <a:pt x="19241" y="0"/>
                    <a:pt x="24765" y="5524"/>
                    <a:pt x="24765" y="12382"/>
                  </a:cubicBezTo>
                  <a:close/>
                </a:path>
              </a:pathLst>
            </a:cu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55" name="Google Shape;2155;p70"/>
            <p:cNvSpPr/>
            <p:nvPr/>
          </p:nvSpPr>
          <p:spPr>
            <a:xfrm>
              <a:off x="10809827" y="4402455"/>
              <a:ext cx="24764" cy="24764"/>
            </a:xfrm>
            <a:custGeom>
              <a:rect b="b" l="l" r="r" t="t"/>
              <a:pathLst>
                <a:path extrusionOk="0" h="24764" w="24764">
                  <a:moveTo>
                    <a:pt x="24765" y="12382"/>
                  </a:moveTo>
                  <a:cubicBezTo>
                    <a:pt x="24765" y="5524"/>
                    <a:pt x="19241" y="0"/>
                    <a:pt x="12382" y="0"/>
                  </a:cubicBezTo>
                  <a:cubicBezTo>
                    <a:pt x="5524" y="0"/>
                    <a:pt x="0" y="5524"/>
                    <a:pt x="0" y="12382"/>
                  </a:cubicBezTo>
                  <a:cubicBezTo>
                    <a:pt x="0" y="19240"/>
                    <a:pt x="5524" y="24765"/>
                    <a:pt x="12382" y="24765"/>
                  </a:cubicBezTo>
                  <a:cubicBezTo>
                    <a:pt x="19241" y="24765"/>
                    <a:pt x="24765" y="19240"/>
                    <a:pt x="24765" y="12382"/>
                  </a:cubicBezTo>
                  <a:close/>
                </a:path>
              </a:pathLst>
            </a:cu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156" name="Google Shape;2156;p70"/>
          <p:cNvSpPr/>
          <p:nvPr/>
        </p:nvSpPr>
        <p:spPr>
          <a:xfrm rot="-532595">
            <a:off x="7984139" y="4422751"/>
            <a:ext cx="1661199" cy="1343241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7" name="Google Shape;2157;p70"/>
          <p:cNvSpPr/>
          <p:nvPr/>
        </p:nvSpPr>
        <p:spPr>
          <a:xfrm flipH="1" rot="-5145822">
            <a:off x="-1235221" y="72085"/>
            <a:ext cx="2404292" cy="1318592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3_1">
    <p:spTree>
      <p:nvGrpSpPr>
        <p:cNvPr id="2158" name="Shape 2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9" name="Google Shape;2159;p71"/>
          <p:cNvSpPr txBox="1"/>
          <p:nvPr>
            <p:ph type="title"/>
          </p:nvPr>
        </p:nvSpPr>
        <p:spPr>
          <a:xfrm>
            <a:off x="2347938" y="997200"/>
            <a:ext cx="4448100" cy="105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85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160" name="Google Shape;2160;p71"/>
          <p:cNvSpPr txBox="1"/>
          <p:nvPr>
            <p:ph idx="1" type="subTitle"/>
          </p:nvPr>
        </p:nvSpPr>
        <p:spPr>
          <a:xfrm>
            <a:off x="2347900" y="1841450"/>
            <a:ext cx="4448100" cy="105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161" name="Google Shape;2161;p71"/>
          <p:cNvSpPr txBox="1"/>
          <p:nvPr/>
        </p:nvSpPr>
        <p:spPr>
          <a:xfrm>
            <a:off x="2099100" y="3611950"/>
            <a:ext cx="4945800" cy="5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3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CREDITS:</a:t>
            </a:r>
            <a:r>
              <a:rPr lang="en"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This presentation template was created by </a:t>
            </a:r>
            <a:r>
              <a:rPr b="1" lang="en" sz="1200" u="sng">
                <a:solidFill>
                  <a:schemeClr val="hlink"/>
                </a:solidFill>
                <a:latin typeface="Open Sans"/>
                <a:ea typeface="Open Sans"/>
                <a:cs typeface="Open Sans"/>
                <a:sym typeface="Open Sans"/>
                <a:hlinkClick r:id="rId2"/>
              </a:rPr>
              <a:t>Slidesgo</a:t>
            </a:r>
            <a:r>
              <a:rPr lang="en"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, and includes icons, infographics &amp; images by </a:t>
            </a:r>
            <a:r>
              <a:rPr b="1" lang="en" sz="1200" u="sng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lang="en" sz="1200" u="sng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endParaRPr b="1" sz="1200" u="sng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162" name="Google Shape;2162;p71"/>
          <p:cNvSpPr/>
          <p:nvPr/>
        </p:nvSpPr>
        <p:spPr>
          <a:xfrm flipH="1" rot="-2493044">
            <a:off x="-1086706" y="-570280"/>
            <a:ext cx="2902912" cy="2347287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3" name="Google Shape;2163;p71"/>
          <p:cNvSpPr/>
          <p:nvPr/>
        </p:nvSpPr>
        <p:spPr>
          <a:xfrm flipH="1" rot="-5051288">
            <a:off x="7227752" y="3451481"/>
            <a:ext cx="2997828" cy="2576307"/>
          </a:xfrm>
          <a:custGeom>
            <a:rect b="b" l="l" r="r" t="t"/>
            <a:pathLst>
              <a:path extrusionOk="0" h="30330" w="38869">
                <a:moveTo>
                  <a:pt x="24297" y="1"/>
                </a:moveTo>
                <a:cubicBezTo>
                  <a:pt x="23576" y="1"/>
                  <a:pt x="22813" y="81"/>
                  <a:pt x="22018" y="271"/>
                </a:cubicBezTo>
                <a:cubicBezTo>
                  <a:pt x="16904" y="1494"/>
                  <a:pt x="14626" y="5778"/>
                  <a:pt x="11611" y="8671"/>
                </a:cubicBezTo>
                <a:cubicBezTo>
                  <a:pt x="10032" y="10186"/>
                  <a:pt x="7766" y="10684"/>
                  <a:pt x="5916" y="11826"/>
                </a:cubicBezTo>
                <a:cubicBezTo>
                  <a:pt x="0" y="15481"/>
                  <a:pt x="539" y="24197"/>
                  <a:pt x="4874" y="27639"/>
                </a:cubicBezTo>
                <a:cubicBezTo>
                  <a:pt x="7150" y="29445"/>
                  <a:pt x="9815" y="30330"/>
                  <a:pt x="12976" y="30330"/>
                </a:cubicBezTo>
                <a:cubicBezTo>
                  <a:pt x="15025" y="30330"/>
                  <a:pt x="17282" y="29958"/>
                  <a:pt x="19778" y="29225"/>
                </a:cubicBezTo>
                <a:cubicBezTo>
                  <a:pt x="26123" y="27360"/>
                  <a:pt x="30656" y="26268"/>
                  <a:pt x="34763" y="20412"/>
                </a:cubicBezTo>
                <a:cubicBezTo>
                  <a:pt x="38869" y="14558"/>
                  <a:pt x="35544" y="6859"/>
                  <a:pt x="30907" y="2368"/>
                </a:cubicBezTo>
                <a:cubicBezTo>
                  <a:pt x="30907" y="2368"/>
                  <a:pt x="28215" y="1"/>
                  <a:pt x="24297" y="1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4" name="Google Shape;2164;p71"/>
          <p:cNvSpPr/>
          <p:nvPr/>
        </p:nvSpPr>
        <p:spPr>
          <a:xfrm flipH="1" rot="460638">
            <a:off x="178423" y="3742788"/>
            <a:ext cx="1359611" cy="1222555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5" name="Google Shape;2165;p71"/>
          <p:cNvSpPr/>
          <p:nvPr/>
        </p:nvSpPr>
        <p:spPr>
          <a:xfrm flipH="1" rot="460623">
            <a:off x="6683138" y="-2074210"/>
            <a:ext cx="4087061" cy="3304707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9">
    <p:spTree>
      <p:nvGrpSpPr>
        <p:cNvPr id="2166" name="Shape 2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7" name="Google Shape;2167;p72"/>
          <p:cNvSpPr/>
          <p:nvPr/>
        </p:nvSpPr>
        <p:spPr>
          <a:xfrm flipH="1" rot="-1900174">
            <a:off x="-500059" y="-436065"/>
            <a:ext cx="1729608" cy="1398556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8" name="Google Shape;2168;p72"/>
          <p:cNvSpPr/>
          <p:nvPr/>
        </p:nvSpPr>
        <p:spPr>
          <a:xfrm flipH="1" rot="-3263452">
            <a:off x="5847147" y="3927927"/>
            <a:ext cx="2997856" cy="2576292"/>
          </a:xfrm>
          <a:custGeom>
            <a:rect b="b" l="l" r="r" t="t"/>
            <a:pathLst>
              <a:path extrusionOk="0" h="30330" w="38869">
                <a:moveTo>
                  <a:pt x="24297" y="1"/>
                </a:moveTo>
                <a:cubicBezTo>
                  <a:pt x="23576" y="1"/>
                  <a:pt x="22813" y="81"/>
                  <a:pt x="22018" y="271"/>
                </a:cubicBezTo>
                <a:cubicBezTo>
                  <a:pt x="16904" y="1494"/>
                  <a:pt x="14626" y="5778"/>
                  <a:pt x="11611" y="8671"/>
                </a:cubicBezTo>
                <a:cubicBezTo>
                  <a:pt x="10032" y="10186"/>
                  <a:pt x="7766" y="10684"/>
                  <a:pt x="5916" y="11826"/>
                </a:cubicBezTo>
                <a:cubicBezTo>
                  <a:pt x="0" y="15481"/>
                  <a:pt x="539" y="24197"/>
                  <a:pt x="4874" y="27639"/>
                </a:cubicBezTo>
                <a:cubicBezTo>
                  <a:pt x="7150" y="29445"/>
                  <a:pt x="9815" y="30330"/>
                  <a:pt x="12976" y="30330"/>
                </a:cubicBezTo>
                <a:cubicBezTo>
                  <a:pt x="15025" y="30330"/>
                  <a:pt x="17282" y="29958"/>
                  <a:pt x="19778" y="29225"/>
                </a:cubicBezTo>
                <a:cubicBezTo>
                  <a:pt x="26123" y="27360"/>
                  <a:pt x="30656" y="26268"/>
                  <a:pt x="34763" y="20412"/>
                </a:cubicBezTo>
                <a:cubicBezTo>
                  <a:pt x="38869" y="14558"/>
                  <a:pt x="35544" y="6859"/>
                  <a:pt x="30907" y="2368"/>
                </a:cubicBezTo>
                <a:cubicBezTo>
                  <a:pt x="30907" y="2368"/>
                  <a:pt x="28215" y="1"/>
                  <a:pt x="24297" y="1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9" name="Google Shape;2169;p72"/>
          <p:cNvSpPr/>
          <p:nvPr/>
        </p:nvSpPr>
        <p:spPr>
          <a:xfrm flipH="1" rot="460623">
            <a:off x="6387251" y="-1517085"/>
            <a:ext cx="4087061" cy="3304707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0" name="Google Shape;2170;p72"/>
          <p:cNvSpPr/>
          <p:nvPr/>
        </p:nvSpPr>
        <p:spPr>
          <a:xfrm flipH="1" rot="531593">
            <a:off x="-1222788" y="3829381"/>
            <a:ext cx="2902962" cy="2347327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171" name="Google Shape;2171;p72"/>
          <p:cNvGrpSpPr/>
          <p:nvPr/>
        </p:nvGrpSpPr>
        <p:grpSpPr>
          <a:xfrm>
            <a:off x="7931872" y="177093"/>
            <a:ext cx="997823" cy="737095"/>
            <a:chOff x="7931872" y="177093"/>
            <a:chExt cx="997823" cy="737095"/>
          </a:xfrm>
        </p:grpSpPr>
        <p:grpSp>
          <p:nvGrpSpPr>
            <p:cNvPr id="2172" name="Google Shape;2172;p72"/>
            <p:cNvGrpSpPr/>
            <p:nvPr/>
          </p:nvGrpSpPr>
          <p:grpSpPr>
            <a:xfrm>
              <a:off x="7931872" y="177093"/>
              <a:ext cx="919725" cy="318025"/>
              <a:chOff x="7230903" y="4635722"/>
              <a:chExt cx="652843" cy="225742"/>
            </a:xfrm>
          </p:grpSpPr>
          <p:sp>
            <p:nvSpPr>
              <p:cNvPr id="2173" name="Google Shape;2173;p72"/>
              <p:cNvSpPr/>
              <p:nvPr/>
            </p:nvSpPr>
            <p:spPr>
              <a:xfrm>
                <a:off x="7230903" y="4635722"/>
                <a:ext cx="652843" cy="225742"/>
              </a:xfrm>
              <a:custGeom>
                <a:rect b="b" l="l" r="r" t="t"/>
                <a:pathLst>
                  <a:path extrusionOk="0" h="225742" w="652843">
                    <a:moveTo>
                      <a:pt x="619030" y="0"/>
                    </a:moveTo>
                    <a:cubicBezTo>
                      <a:pt x="637705" y="0"/>
                      <a:pt x="652844" y="15139"/>
                      <a:pt x="652844" y="33814"/>
                    </a:cubicBezTo>
                    <a:lnTo>
                      <a:pt x="652844" y="191929"/>
                    </a:lnTo>
                    <a:cubicBezTo>
                      <a:pt x="652844" y="210603"/>
                      <a:pt x="637704" y="225742"/>
                      <a:pt x="619030" y="225742"/>
                    </a:cubicBezTo>
                    <a:lnTo>
                      <a:pt x="33814" y="225742"/>
                    </a:lnTo>
                    <a:cubicBezTo>
                      <a:pt x="15139" y="225742"/>
                      <a:pt x="0" y="210603"/>
                      <a:pt x="0" y="191929"/>
                    </a:cubicBezTo>
                    <a:lnTo>
                      <a:pt x="0" y="33814"/>
                    </a:lnTo>
                    <a:cubicBezTo>
                      <a:pt x="0" y="15139"/>
                      <a:pt x="15139" y="0"/>
                      <a:pt x="33814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74" name="Google Shape;2174;p72"/>
              <p:cNvSpPr/>
              <p:nvPr/>
            </p:nvSpPr>
            <p:spPr>
              <a:xfrm>
                <a:off x="7287577" y="4672107"/>
                <a:ext cx="151161" cy="151161"/>
              </a:xfrm>
              <a:custGeom>
                <a:rect b="b" l="l" r="r" t="t"/>
                <a:pathLst>
                  <a:path extrusionOk="0" h="151161" w="151161">
                    <a:moveTo>
                      <a:pt x="0" y="0"/>
                    </a:moveTo>
                    <a:lnTo>
                      <a:pt x="151161" y="0"/>
                    </a:lnTo>
                    <a:lnTo>
                      <a:pt x="151161" y="151162"/>
                    </a:lnTo>
                    <a:lnTo>
                      <a:pt x="0" y="151162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2175" name="Google Shape;2175;p72"/>
              <p:cNvGrpSpPr/>
              <p:nvPr/>
            </p:nvGrpSpPr>
            <p:grpSpPr>
              <a:xfrm>
                <a:off x="7487126" y="4676394"/>
                <a:ext cx="332041" cy="142684"/>
                <a:chOff x="7487126" y="4676394"/>
                <a:chExt cx="332041" cy="142684"/>
              </a:xfrm>
            </p:grpSpPr>
            <p:sp>
              <p:nvSpPr>
                <p:cNvPr id="2176" name="Google Shape;2176;p72"/>
                <p:cNvSpPr/>
                <p:nvPr/>
              </p:nvSpPr>
              <p:spPr>
                <a:xfrm>
                  <a:off x="7487126" y="4676394"/>
                  <a:ext cx="332041" cy="20383"/>
                </a:xfrm>
                <a:custGeom>
                  <a:rect b="b" l="l" r="r" t="t"/>
                  <a:pathLst>
                    <a:path extrusionOk="0" h="20383" w="332041">
                      <a:moveTo>
                        <a:pt x="0" y="0"/>
                      </a:moveTo>
                      <a:lnTo>
                        <a:pt x="332041" y="0"/>
                      </a:lnTo>
                      <a:lnTo>
                        <a:pt x="332041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77" name="Google Shape;2177;p72"/>
                <p:cNvSpPr/>
                <p:nvPr/>
              </p:nvSpPr>
              <p:spPr>
                <a:xfrm>
                  <a:off x="7487126" y="4717161"/>
                  <a:ext cx="290322" cy="20383"/>
                </a:xfrm>
                <a:custGeom>
                  <a:rect b="b" l="l" r="r" t="t"/>
                  <a:pathLst>
                    <a:path extrusionOk="0" h="20383" w="290322">
                      <a:moveTo>
                        <a:pt x="0" y="0"/>
                      </a:moveTo>
                      <a:lnTo>
                        <a:pt x="290322" y="0"/>
                      </a:lnTo>
                      <a:lnTo>
                        <a:pt x="290322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78" name="Google Shape;2178;p72"/>
                <p:cNvSpPr/>
                <p:nvPr/>
              </p:nvSpPr>
              <p:spPr>
                <a:xfrm>
                  <a:off x="7487126" y="4757928"/>
                  <a:ext cx="303942" cy="20383"/>
                </a:xfrm>
                <a:custGeom>
                  <a:rect b="b" l="l" r="r" t="t"/>
                  <a:pathLst>
                    <a:path extrusionOk="0" h="20383" w="303942">
                      <a:moveTo>
                        <a:pt x="0" y="0"/>
                      </a:moveTo>
                      <a:lnTo>
                        <a:pt x="303942" y="0"/>
                      </a:lnTo>
                      <a:lnTo>
                        <a:pt x="303942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79" name="Google Shape;2179;p72"/>
                <p:cNvSpPr/>
                <p:nvPr/>
              </p:nvSpPr>
              <p:spPr>
                <a:xfrm>
                  <a:off x="7487126" y="4798695"/>
                  <a:ext cx="171545" cy="20383"/>
                </a:xfrm>
                <a:custGeom>
                  <a:rect b="b" l="l" r="r" t="t"/>
                  <a:pathLst>
                    <a:path extrusionOk="0" h="20383" w="171545">
                      <a:moveTo>
                        <a:pt x="0" y="0"/>
                      </a:moveTo>
                      <a:lnTo>
                        <a:pt x="171545" y="0"/>
                      </a:lnTo>
                      <a:lnTo>
                        <a:pt x="171545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2180" name="Google Shape;2180;p72"/>
            <p:cNvGrpSpPr/>
            <p:nvPr/>
          </p:nvGrpSpPr>
          <p:grpSpPr>
            <a:xfrm>
              <a:off x="7931872" y="596163"/>
              <a:ext cx="919725" cy="318025"/>
              <a:chOff x="7230903" y="4933188"/>
              <a:chExt cx="652843" cy="225742"/>
            </a:xfrm>
          </p:grpSpPr>
          <p:grpSp>
            <p:nvGrpSpPr>
              <p:cNvPr id="2181" name="Google Shape;2181;p72"/>
              <p:cNvGrpSpPr/>
              <p:nvPr/>
            </p:nvGrpSpPr>
            <p:grpSpPr>
              <a:xfrm>
                <a:off x="7230903" y="4933188"/>
                <a:ext cx="652843" cy="225742"/>
                <a:chOff x="7230903" y="4933188"/>
                <a:chExt cx="652843" cy="225742"/>
              </a:xfrm>
            </p:grpSpPr>
            <p:sp>
              <p:nvSpPr>
                <p:cNvPr id="2182" name="Google Shape;2182;p72"/>
                <p:cNvSpPr/>
                <p:nvPr/>
              </p:nvSpPr>
              <p:spPr>
                <a:xfrm>
                  <a:off x="7230903" y="4933188"/>
                  <a:ext cx="652843" cy="225742"/>
                </a:xfrm>
                <a:custGeom>
                  <a:rect b="b" l="l" r="r" t="t"/>
                  <a:pathLst>
                    <a:path extrusionOk="0" h="225742" w="652843">
                      <a:moveTo>
                        <a:pt x="619030" y="0"/>
                      </a:moveTo>
                      <a:cubicBezTo>
                        <a:pt x="637705" y="0"/>
                        <a:pt x="652844" y="15139"/>
                        <a:pt x="652844" y="33814"/>
                      </a:cubicBezTo>
                      <a:lnTo>
                        <a:pt x="652844" y="191929"/>
                      </a:lnTo>
                      <a:cubicBezTo>
                        <a:pt x="652844" y="210604"/>
                        <a:pt x="637704" y="225742"/>
                        <a:pt x="619030" y="225742"/>
                      </a:cubicBezTo>
                      <a:lnTo>
                        <a:pt x="33814" y="225742"/>
                      </a:lnTo>
                      <a:cubicBezTo>
                        <a:pt x="15139" y="225742"/>
                        <a:pt x="0" y="210604"/>
                        <a:pt x="0" y="191929"/>
                      </a:cubicBezTo>
                      <a:lnTo>
                        <a:pt x="0" y="33814"/>
                      </a:lnTo>
                      <a:cubicBezTo>
                        <a:pt x="0" y="15139"/>
                        <a:pt x="15139" y="0"/>
                        <a:pt x="33814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83" name="Google Shape;2183;p72"/>
                <p:cNvSpPr/>
                <p:nvPr/>
              </p:nvSpPr>
              <p:spPr>
                <a:xfrm>
                  <a:off x="7287577" y="4969668"/>
                  <a:ext cx="151161" cy="151161"/>
                </a:xfrm>
                <a:custGeom>
                  <a:rect b="b" l="l" r="r" t="t"/>
                  <a:pathLst>
                    <a:path extrusionOk="0" h="151161" w="151161">
                      <a:moveTo>
                        <a:pt x="75534" y="151162"/>
                      </a:moveTo>
                      <a:lnTo>
                        <a:pt x="75534" y="151162"/>
                      </a:lnTo>
                      <a:cubicBezTo>
                        <a:pt x="33814" y="151162"/>
                        <a:pt x="0" y="117348"/>
                        <a:pt x="0" y="75629"/>
                      </a:cubicBezTo>
                      <a:lnTo>
                        <a:pt x="0" y="75629"/>
                      </a:lnTo>
                      <a:cubicBezTo>
                        <a:pt x="0" y="33909"/>
                        <a:pt x="33814" y="0"/>
                        <a:pt x="75534" y="0"/>
                      </a:cubicBezTo>
                      <a:lnTo>
                        <a:pt x="75534" y="0"/>
                      </a:lnTo>
                      <a:cubicBezTo>
                        <a:pt x="117253" y="0"/>
                        <a:pt x="151162" y="33814"/>
                        <a:pt x="151162" y="75533"/>
                      </a:cubicBezTo>
                      <a:lnTo>
                        <a:pt x="151162" y="75533"/>
                      </a:lnTo>
                      <a:cubicBezTo>
                        <a:pt x="151162" y="117253"/>
                        <a:pt x="117348" y="151162"/>
                        <a:pt x="75534" y="151162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2184" name="Google Shape;2184;p72"/>
                <p:cNvGrpSpPr/>
                <p:nvPr/>
              </p:nvGrpSpPr>
              <p:grpSpPr>
                <a:xfrm>
                  <a:off x="7487126" y="4973859"/>
                  <a:ext cx="332041" cy="142684"/>
                  <a:chOff x="7487126" y="4973859"/>
                  <a:chExt cx="332041" cy="142684"/>
                </a:xfrm>
              </p:grpSpPr>
              <p:sp>
                <p:nvSpPr>
                  <p:cNvPr id="2185" name="Google Shape;2185;p72"/>
                  <p:cNvSpPr/>
                  <p:nvPr/>
                </p:nvSpPr>
                <p:spPr>
                  <a:xfrm>
                    <a:off x="7506747" y="4973859"/>
                    <a:ext cx="280034" cy="20383"/>
                  </a:xfrm>
                  <a:custGeom>
                    <a:rect b="b" l="l" r="r" t="t"/>
                    <a:pathLst>
                      <a:path extrusionOk="0" h="20383" w="280034">
                        <a:moveTo>
                          <a:pt x="0" y="0"/>
                        </a:moveTo>
                        <a:lnTo>
                          <a:pt x="280035" y="0"/>
                        </a:lnTo>
                        <a:lnTo>
                          <a:pt x="280035" y="20384"/>
                        </a:lnTo>
                        <a:lnTo>
                          <a:pt x="0" y="2038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186" name="Google Shape;2186;p72"/>
                  <p:cNvSpPr/>
                  <p:nvPr/>
                </p:nvSpPr>
                <p:spPr>
                  <a:xfrm>
                    <a:off x="7487126" y="5014626"/>
                    <a:ext cx="205073" cy="20383"/>
                  </a:xfrm>
                  <a:custGeom>
                    <a:rect b="b" l="l" r="r" t="t"/>
                    <a:pathLst>
                      <a:path extrusionOk="0" h="20383" w="205073">
                        <a:moveTo>
                          <a:pt x="0" y="0"/>
                        </a:moveTo>
                        <a:lnTo>
                          <a:pt x="205073" y="0"/>
                        </a:lnTo>
                        <a:lnTo>
                          <a:pt x="205073" y="20384"/>
                        </a:lnTo>
                        <a:lnTo>
                          <a:pt x="0" y="2038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187" name="Google Shape;2187;p72"/>
                  <p:cNvSpPr/>
                  <p:nvPr/>
                </p:nvSpPr>
                <p:spPr>
                  <a:xfrm>
                    <a:off x="7487126" y="5055393"/>
                    <a:ext cx="332041" cy="20383"/>
                  </a:xfrm>
                  <a:custGeom>
                    <a:rect b="b" l="l" r="r" t="t"/>
                    <a:pathLst>
                      <a:path extrusionOk="0" h="20383" w="332041">
                        <a:moveTo>
                          <a:pt x="0" y="0"/>
                        </a:moveTo>
                        <a:lnTo>
                          <a:pt x="332041" y="0"/>
                        </a:lnTo>
                        <a:lnTo>
                          <a:pt x="332041" y="20384"/>
                        </a:lnTo>
                        <a:lnTo>
                          <a:pt x="0" y="2038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188" name="Google Shape;2188;p72"/>
                  <p:cNvSpPr/>
                  <p:nvPr/>
                </p:nvSpPr>
                <p:spPr>
                  <a:xfrm>
                    <a:off x="7487126" y="5096160"/>
                    <a:ext cx="171545" cy="20383"/>
                  </a:xfrm>
                  <a:custGeom>
                    <a:rect b="b" l="l" r="r" t="t"/>
                    <a:pathLst>
                      <a:path extrusionOk="0" h="20383" w="171545">
                        <a:moveTo>
                          <a:pt x="0" y="0"/>
                        </a:moveTo>
                        <a:lnTo>
                          <a:pt x="171545" y="0"/>
                        </a:lnTo>
                        <a:lnTo>
                          <a:pt x="171545" y="20384"/>
                        </a:lnTo>
                        <a:lnTo>
                          <a:pt x="0" y="2038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2189" name="Google Shape;2189;p72"/>
              <p:cNvSpPr/>
              <p:nvPr/>
            </p:nvSpPr>
            <p:spPr>
              <a:xfrm>
                <a:off x="7338250" y="5011639"/>
                <a:ext cx="50734" cy="60632"/>
              </a:xfrm>
              <a:custGeom>
                <a:rect b="b" l="l" r="r" t="t"/>
                <a:pathLst>
                  <a:path extrusionOk="0" h="60632" w="50734">
                    <a:moveTo>
                      <a:pt x="0" y="4892"/>
                    </a:moveTo>
                    <a:lnTo>
                      <a:pt x="0" y="55851"/>
                    </a:lnTo>
                    <a:cubicBezTo>
                      <a:pt x="0" y="59566"/>
                      <a:pt x="4001" y="61851"/>
                      <a:pt x="7239" y="59947"/>
                    </a:cubicBezTo>
                    <a:lnTo>
                      <a:pt x="48387" y="35563"/>
                    </a:lnTo>
                    <a:cubicBezTo>
                      <a:pt x="51435" y="33753"/>
                      <a:pt x="51531" y="29371"/>
                      <a:pt x="48578" y="27371"/>
                    </a:cubicBezTo>
                    <a:lnTo>
                      <a:pt x="7430" y="796"/>
                    </a:lnTo>
                    <a:cubicBezTo>
                      <a:pt x="4191" y="-1299"/>
                      <a:pt x="0" y="987"/>
                      <a:pt x="0" y="4797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190" name="Google Shape;2190;p72"/>
            <p:cNvGrpSpPr/>
            <p:nvPr/>
          </p:nvGrpSpPr>
          <p:grpSpPr>
            <a:xfrm>
              <a:off x="8756326" y="539537"/>
              <a:ext cx="173370" cy="112691"/>
              <a:chOff x="7816120" y="4892994"/>
              <a:chExt cx="123062" cy="79991"/>
            </a:xfrm>
          </p:grpSpPr>
          <p:grpSp>
            <p:nvGrpSpPr>
              <p:cNvPr id="2191" name="Google Shape;2191;p72"/>
              <p:cNvGrpSpPr/>
              <p:nvPr/>
            </p:nvGrpSpPr>
            <p:grpSpPr>
              <a:xfrm>
                <a:off x="7816120" y="4902803"/>
                <a:ext cx="123062" cy="63817"/>
                <a:chOff x="7816120" y="4902803"/>
                <a:chExt cx="123062" cy="63817"/>
              </a:xfrm>
            </p:grpSpPr>
            <p:sp>
              <p:nvSpPr>
                <p:cNvPr id="2192" name="Google Shape;2192;p72"/>
                <p:cNvSpPr/>
                <p:nvPr/>
              </p:nvSpPr>
              <p:spPr>
                <a:xfrm>
                  <a:off x="7816120" y="4902803"/>
                  <a:ext cx="123062" cy="63817"/>
                </a:xfrm>
                <a:custGeom>
                  <a:rect b="b" l="l" r="r" t="t"/>
                  <a:pathLst>
                    <a:path extrusionOk="0" h="63817" w="123062">
                      <a:moveTo>
                        <a:pt x="61531" y="63817"/>
                      </a:moveTo>
                      <a:cubicBezTo>
                        <a:pt x="86963" y="63817"/>
                        <a:pt x="109442" y="51244"/>
                        <a:pt x="123063" y="31909"/>
                      </a:cubicBezTo>
                      <a:cubicBezTo>
                        <a:pt x="109442" y="12573"/>
                        <a:pt x="86963" y="0"/>
                        <a:pt x="61531" y="0"/>
                      </a:cubicBezTo>
                      <a:cubicBezTo>
                        <a:pt x="36100" y="0"/>
                        <a:pt x="13621" y="12573"/>
                        <a:pt x="0" y="31909"/>
                      </a:cubicBezTo>
                      <a:cubicBezTo>
                        <a:pt x="13621" y="51244"/>
                        <a:pt x="36100" y="63817"/>
                        <a:pt x="61531" y="63817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93" name="Google Shape;2193;p72"/>
                <p:cNvSpPr/>
                <p:nvPr/>
              </p:nvSpPr>
              <p:spPr>
                <a:xfrm>
                  <a:off x="7858029" y="4915090"/>
                  <a:ext cx="39242" cy="39243"/>
                </a:xfrm>
                <a:custGeom>
                  <a:rect b="b" l="l" r="r" t="t"/>
                  <a:pathLst>
                    <a:path extrusionOk="0" h="39243" w="39242">
                      <a:moveTo>
                        <a:pt x="39243" y="19621"/>
                      </a:moveTo>
                      <a:cubicBezTo>
                        <a:pt x="39243" y="30458"/>
                        <a:pt x="30458" y="39243"/>
                        <a:pt x="19621" y="39243"/>
                      </a:cubicBezTo>
                      <a:cubicBezTo>
                        <a:pt x="8785" y="39243"/>
                        <a:pt x="0" y="30458"/>
                        <a:pt x="0" y="19621"/>
                      </a:cubicBezTo>
                      <a:cubicBezTo>
                        <a:pt x="0" y="8785"/>
                        <a:pt x="8785" y="0"/>
                        <a:pt x="19621" y="0"/>
                      </a:cubicBezTo>
                      <a:cubicBezTo>
                        <a:pt x="30458" y="0"/>
                        <a:pt x="39243" y="8785"/>
                        <a:pt x="39243" y="1962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2194" name="Google Shape;2194;p72"/>
              <p:cNvSpPr/>
              <p:nvPr/>
            </p:nvSpPr>
            <p:spPr>
              <a:xfrm rot="-2700000">
                <a:off x="7825456" y="4928129"/>
                <a:ext cx="103403" cy="9720"/>
              </a:xfrm>
              <a:custGeom>
                <a:rect b="b" l="l" r="r" t="t"/>
                <a:pathLst>
                  <a:path extrusionOk="0" h="9715" w="103346">
                    <a:moveTo>
                      <a:pt x="0" y="0"/>
                    </a:moveTo>
                    <a:lnTo>
                      <a:pt x="103346" y="0"/>
                    </a:lnTo>
                    <a:lnTo>
                      <a:pt x="103346" y="9716"/>
                    </a:lnTo>
                    <a:lnTo>
                      <a:pt x="0" y="9716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9_1">
    <p:spTree>
      <p:nvGrpSpPr>
        <p:cNvPr id="2195" name="Shape 2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6" name="Google Shape;2196;p73"/>
          <p:cNvSpPr/>
          <p:nvPr/>
        </p:nvSpPr>
        <p:spPr>
          <a:xfrm flipH="1" rot="8819869">
            <a:off x="7035528" y="3933627"/>
            <a:ext cx="3158468" cy="2509642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7" name="Google Shape;2197;p73"/>
          <p:cNvSpPr/>
          <p:nvPr/>
        </p:nvSpPr>
        <p:spPr>
          <a:xfrm flipH="1" rot="-3657034">
            <a:off x="-1336268" y="-858934"/>
            <a:ext cx="2746020" cy="1921695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198" name="Google Shape;2198;p73"/>
          <p:cNvGrpSpPr/>
          <p:nvPr/>
        </p:nvGrpSpPr>
        <p:grpSpPr>
          <a:xfrm>
            <a:off x="65066" y="4373044"/>
            <a:ext cx="878158" cy="654532"/>
            <a:chOff x="1114425" y="4361211"/>
            <a:chExt cx="573023" cy="427101"/>
          </a:xfrm>
        </p:grpSpPr>
        <p:grpSp>
          <p:nvGrpSpPr>
            <p:cNvPr id="2199" name="Google Shape;2199;p73"/>
            <p:cNvGrpSpPr/>
            <p:nvPr/>
          </p:nvGrpSpPr>
          <p:grpSpPr>
            <a:xfrm>
              <a:off x="1114425" y="4361211"/>
              <a:ext cx="573023" cy="427101"/>
              <a:chOff x="1114425" y="4361211"/>
              <a:chExt cx="573023" cy="427101"/>
            </a:xfrm>
          </p:grpSpPr>
          <p:sp>
            <p:nvSpPr>
              <p:cNvPr id="2200" name="Google Shape;2200;p73"/>
              <p:cNvSpPr/>
              <p:nvPr/>
            </p:nvSpPr>
            <p:spPr>
              <a:xfrm>
                <a:off x="1241964" y="4361211"/>
                <a:ext cx="445484" cy="299466"/>
              </a:xfrm>
              <a:custGeom>
                <a:rect b="b" l="l" r="r" t="t"/>
                <a:pathLst>
                  <a:path extrusionOk="0" h="299466" w="445484">
                    <a:moveTo>
                      <a:pt x="139160" y="7715"/>
                    </a:moveTo>
                    <a:lnTo>
                      <a:pt x="173450" y="42005"/>
                    </a:lnTo>
                    <a:cubicBezTo>
                      <a:pt x="178403" y="46958"/>
                      <a:pt x="185166" y="49721"/>
                      <a:pt x="192215" y="49721"/>
                    </a:cubicBezTo>
                    <a:lnTo>
                      <a:pt x="419005" y="49721"/>
                    </a:lnTo>
                    <a:cubicBezTo>
                      <a:pt x="433673" y="49721"/>
                      <a:pt x="445484" y="61627"/>
                      <a:pt x="445484" y="76200"/>
                    </a:cubicBezTo>
                    <a:lnTo>
                      <a:pt x="445484" y="272987"/>
                    </a:lnTo>
                    <a:cubicBezTo>
                      <a:pt x="445484" y="287655"/>
                      <a:pt x="433578" y="299466"/>
                      <a:pt x="419005" y="299466"/>
                    </a:cubicBezTo>
                    <a:lnTo>
                      <a:pt x="26479" y="299466"/>
                    </a:lnTo>
                    <a:cubicBezTo>
                      <a:pt x="11811" y="299466"/>
                      <a:pt x="0" y="287560"/>
                      <a:pt x="0" y="272987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79" y="0"/>
                    </a:cubicBezTo>
                    <a:lnTo>
                      <a:pt x="120396" y="0"/>
                    </a:lnTo>
                    <a:cubicBezTo>
                      <a:pt x="127445" y="0"/>
                      <a:pt x="134207" y="2762"/>
                      <a:pt x="139160" y="7715"/>
                    </a:cubicBezTo>
                    <a:close/>
                  </a:path>
                </a:pathLst>
              </a:custGeom>
              <a:solidFill>
                <a:srgbClr val="35363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01" name="Google Shape;2201;p73"/>
              <p:cNvSpPr/>
              <p:nvPr/>
            </p:nvSpPr>
            <p:spPr>
              <a:xfrm>
                <a:off x="1178242" y="4425029"/>
                <a:ext cx="445484" cy="299466"/>
              </a:xfrm>
              <a:custGeom>
                <a:rect b="b" l="l" r="r" t="t"/>
                <a:pathLst>
                  <a:path extrusionOk="0" h="299466" w="445484">
                    <a:moveTo>
                      <a:pt x="139160" y="7620"/>
                    </a:moveTo>
                    <a:lnTo>
                      <a:pt x="173450" y="41910"/>
                    </a:lnTo>
                    <a:cubicBezTo>
                      <a:pt x="178403" y="46863"/>
                      <a:pt x="185166" y="49721"/>
                      <a:pt x="192215" y="49721"/>
                    </a:cubicBezTo>
                    <a:lnTo>
                      <a:pt x="419005" y="49721"/>
                    </a:lnTo>
                    <a:cubicBezTo>
                      <a:pt x="433673" y="49721"/>
                      <a:pt x="445484" y="61627"/>
                      <a:pt x="445484" y="76200"/>
                    </a:cubicBezTo>
                    <a:lnTo>
                      <a:pt x="445484" y="272987"/>
                    </a:lnTo>
                    <a:cubicBezTo>
                      <a:pt x="445484" y="287655"/>
                      <a:pt x="433578" y="299466"/>
                      <a:pt x="419005" y="299466"/>
                    </a:cubicBezTo>
                    <a:lnTo>
                      <a:pt x="26479" y="299466"/>
                    </a:lnTo>
                    <a:cubicBezTo>
                      <a:pt x="11811" y="299466"/>
                      <a:pt x="0" y="287560"/>
                      <a:pt x="0" y="272987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79" y="0"/>
                    </a:cubicBezTo>
                    <a:lnTo>
                      <a:pt x="120396" y="0"/>
                    </a:lnTo>
                    <a:cubicBezTo>
                      <a:pt x="127445" y="0"/>
                      <a:pt x="134207" y="2762"/>
                      <a:pt x="139160" y="7715"/>
                    </a:cubicBezTo>
                    <a:close/>
                  </a:path>
                </a:pathLst>
              </a:custGeom>
              <a:solidFill>
                <a:srgbClr val="42444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02" name="Google Shape;2202;p73"/>
              <p:cNvSpPr/>
              <p:nvPr/>
            </p:nvSpPr>
            <p:spPr>
              <a:xfrm>
                <a:off x="1114425" y="4488846"/>
                <a:ext cx="445484" cy="299466"/>
              </a:xfrm>
              <a:custGeom>
                <a:rect b="b" l="l" r="r" t="t"/>
                <a:pathLst>
                  <a:path extrusionOk="0" h="299466" w="445484">
                    <a:moveTo>
                      <a:pt x="139160" y="7620"/>
                    </a:moveTo>
                    <a:lnTo>
                      <a:pt x="173450" y="41910"/>
                    </a:lnTo>
                    <a:cubicBezTo>
                      <a:pt x="178403" y="46863"/>
                      <a:pt x="185166" y="49721"/>
                      <a:pt x="192215" y="49721"/>
                    </a:cubicBezTo>
                    <a:lnTo>
                      <a:pt x="419005" y="49721"/>
                    </a:lnTo>
                    <a:cubicBezTo>
                      <a:pt x="433673" y="49721"/>
                      <a:pt x="445484" y="61627"/>
                      <a:pt x="445484" y="76200"/>
                    </a:cubicBezTo>
                    <a:lnTo>
                      <a:pt x="445484" y="272987"/>
                    </a:lnTo>
                    <a:cubicBezTo>
                      <a:pt x="445484" y="287655"/>
                      <a:pt x="433578" y="299466"/>
                      <a:pt x="419005" y="299466"/>
                    </a:cubicBezTo>
                    <a:lnTo>
                      <a:pt x="26480" y="299466"/>
                    </a:lnTo>
                    <a:cubicBezTo>
                      <a:pt x="11811" y="299466"/>
                      <a:pt x="0" y="287560"/>
                      <a:pt x="0" y="272987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80" y="0"/>
                    </a:cubicBezTo>
                    <a:lnTo>
                      <a:pt x="120396" y="0"/>
                    </a:lnTo>
                    <a:cubicBezTo>
                      <a:pt x="127445" y="0"/>
                      <a:pt x="134207" y="2762"/>
                      <a:pt x="139160" y="7811"/>
                    </a:cubicBezTo>
                    <a:close/>
                  </a:path>
                </a:pathLst>
              </a:custGeom>
              <a:solidFill>
                <a:srgbClr val="6F708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203" name="Google Shape;2203;p73"/>
            <p:cNvSpPr/>
            <p:nvPr/>
          </p:nvSpPr>
          <p:spPr>
            <a:xfrm>
              <a:off x="1303210" y="4628965"/>
              <a:ext cx="68735" cy="82063"/>
            </a:xfrm>
            <a:custGeom>
              <a:rect b="b" l="l" r="r" t="t"/>
              <a:pathLst>
                <a:path extrusionOk="0" h="82063" w="68735">
                  <a:moveTo>
                    <a:pt x="0" y="6471"/>
                  </a:moveTo>
                  <a:lnTo>
                    <a:pt x="0" y="75527"/>
                  </a:lnTo>
                  <a:cubicBezTo>
                    <a:pt x="0" y="80575"/>
                    <a:pt x="5524" y="83719"/>
                    <a:pt x="9811" y="81147"/>
                  </a:cubicBezTo>
                  <a:lnTo>
                    <a:pt x="65532" y="48095"/>
                  </a:lnTo>
                  <a:cubicBezTo>
                    <a:pt x="69723" y="45619"/>
                    <a:pt x="69818" y="39618"/>
                    <a:pt x="65723" y="37046"/>
                  </a:cubicBezTo>
                  <a:lnTo>
                    <a:pt x="10001" y="1042"/>
                  </a:lnTo>
                  <a:cubicBezTo>
                    <a:pt x="5715" y="-1721"/>
                    <a:pt x="0" y="1327"/>
                    <a:pt x="0" y="647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204" name="Google Shape;2204;p73"/>
          <p:cNvGrpSpPr/>
          <p:nvPr/>
        </p:nvGrpSpPr>
        <p:grpSpPr>
          <a:xfrm>
            <a:off x="8114970" y="266839"/>
            <a:ext cx="829992" cy="750888"/>
            <a:chOff x="8114596" y="445039"/>
            <a:chExt cx="633002" cy="572716"/>
          </a:xfrm>
        </p:grpSpPr>
        <p:grpSp>
          <p:nvGrpSpPr>
            <p:cNvPr id="2205" name="Google Shape;2205;p73"/>
            <p:cNvGrpSpPr/>
            <p:nvPr/>
          </p:nvGrpSpPr>
          <p:grpSpPr>
            <a:xfrm>
              <a:off x="8114596" y="445039"/>
              <a:ext cx="633002" cy="572716"/>
              <a:chOff x="7189660" y="520827"/>
              <a:chExt cx="598074" cy="541115"/>
            </a:xfrm>
          </p:grpSpPr>
          <p:sp>
            <p:nvSpPr>
              <p:cNvPr id="2206" name="Google Shape;2206;p73"/>
              <p:cNvSpPr/>
              <p:nvPr/>
            </p:nvSpPr>
            <p:spPr>
              <a:xfrm>
                <a:off x="7189660" y="520827"/>
                <a:ext cx="598074" cy="541115"/>
              </a:xfrm>
              <a:custGeom>
                <a:rect b="b" l="l" r="r" t="t"/>
                <a:pathLst>
                  <a:path extrusionOk="0" h="541115" w="598074">
                    <a:moveTo>
                      <a:pt x="557022" y="0"/>
                    </a:moveTo>
                    <a:cubicBezTo>
                      <a:pt x="579695" y="0"/>
                      <a:pt x="598075" y="18380"/>
                      <a:pt x="598075" y="41053"/>
                    </a:cubicBezTo>
                    <a:lnTo>
                      <a:pt x="598075" y="500063"/>
                    </a:lnTo>
                    <a:cubicBezTo>
                      <a:pt x="598075" y="522735"/>
                      <a:pt x="579695" y="541115"/>
                      <a:pt x="557022" y="541115"/>
                    </a:cubicBezTo>
                    <a:lnTo>
                      <a:pt x="41053" y="541115"/>
                    </a:lnTo>
                    <a:cubicBezTo>
                      <a:pt x="18380" y="541115"/>
                      <a:pt x="0" y="522735"/>
                      <a:pt x="0" y="500063"/>
                    </a:cubicBezTo>
                    <a:lnTo>
                      <a:pt x="0" y="41053"/>
                    </a:lnTo>
                    <a:cubicBezTo>
                      <a:pt x="0" y="18380"/>
                      <a:pt x="18380" y="0"/>
                      <a:pt x="410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2207" name="Google Shape;2207;p73"/>
              <p:cNvGrpSpPr/>
              <p:nvPr/>
            </p:nvGrpSpPr>
            <p:grpSpPr>
              <a:xfrm>
                <a:off x="7579137" y="551973"/>
                <a:ext cx="164782" cy="41529"/>
                <a:chOff x="7579137" y="551973"/>
                <a:chExt cx="164782" cy="41529"/>
              </a:xfrm>
            </p:grpSpPr>
            <p:sp>
              <p:nvSpPr>
                <p:cNvPr id="2208" name="Google Shape;2208;p73"/>
                <p:cNvSpPr/>
                <p:nvPr/>
              </p:nvSpPr>
              <p:spPr>
                <a:xfrm>
                  <a:off x="7702391" y="551973"/>
                  <a:ext cx="41528" cy="41529"/>
                </a:xfrm>
                <a:custGeom>
                  <a:rect b="b" l="l" r="r" t="t"/>
                  <a:pathLst>
                    <a:path extrusionOk="0" h="41529" w="41528">
                      <a:moveTo>
                        <a:pt x="41529" y="20765"/>
                      </a:moveTo>
                      <a:cubicBezTo>
                        <a:pt x="41529" y="32290"/>
                        <a:pt x="32195" y="41529"/>
                        <a:pt x="20764" y="41529"/>
                      </a:cubicBezTo>
                      <a:cubicBezTo>
                        <a:pt x="9334" y="41529"/>
                        <a:pt x="0" y="32195"/>
                        <a:pt x="0" y="20765"/>
                      </a:cubicBezTo>
                      <a:cubicBezTo>
                        <a:pt x="0" y="9335"/>
                        <a:pt x="9334" y="0"/>
                        <a:pt x="20764" y="0"/>
                      </a:cubicBezTo>
                      <a:cubicBezTo>
                        <a:pt x="32195" y="0"/>
                        <a:pt x="41529" y="9335"/>
                        <a:pt x="41529" y="20765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209" name="Google Shape;2209;p73"/>
                <p:cNvSpPr/>
                <p:nvPr/>
              </p:nvSpPr>
              <p:spPr>
                <a:xfrm>
                  <a:off x="7640764" y="551973"/>
                  <a:ext cx="41528" cy="41529"/>
                </a:xfrm>
                <a:custGeom>
                  <a:rect b="b" l="l" r="r" t="t"/>
                  <a:pathLst>
                    <a:path extrusionOk="0" h="41529" w="41528">
                      <a:moveTo>
                        <a:pt x="41529" y="20765"/>
                      </a:moveTo>
                      <a:cubicBezTo>
                        <a:pt x="41529" y="32290"/>
                        <a:pt x="32195" y="41529"/>
                        <a:pt x="20764" y="41529"/>
                      </a:cubicBezTo>
                      <a:cubicBezTo>
                        <a:pt x="9334" y="41529"/>
                        <a:pt x="0" y="32195"/>
                        <a:pt x="0" y="20765"/>
                      </a:cubicBezTo>
                      <a:cubicBezTo>
                        <a:pt x="0" y="9335"/>
                        <a:pt x="9334" y="0"/>
                        <a:pt x="20764" y="0"/>
                      </a:cubicBezTo>
                      <a:cubicBezTo>
                        <a:pt x="32195" y="0"/>
                        <a:pt x="41529" y="9335"/>
                        <a:pt x="41529" y="20765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210" name="Google Shape;2210;p73"/>
                <p:cNvSpPr/>
                <p:nvPr/>
              </p:nvSpPr>
              <p:spPr>
                <a:xfrm>
                  <a:off x="7579137" y="551973"/>
                  <a:ext cx="41528" cy="41529"/>
                </a:xfrm>
                <a:custGeom>
                  <a:rect b="b" l="l" r="r" t="t"/>
                  <a:pathLst>
                    <a:path extrusionOk="0" h="41529" w="41528">
                      <a:moveTo>
                        <a:pt x="41529" y="20765"/>
                      </a:moveTo>
                      <a:cubicBezTo>
                        <a:pt x="41529" y="32290"/>
                        <a:pt x="32195" y="41529"/>
                        <a:pt x="20764" y="41529"/>
                      </a:cubicBezTo>
                      <a:cubicBezTo>
                        <a:pt x="9334" y="41529"/>
                        <a:pt x="0" y="32195"/>
                        <a:pt x="0" y="20765"/>
                      </a:cubicBezTo>
                      <a:cubicBezTo>
                        <a:pt x="0" y="9335"/>
                        <a:pt x="9334" y="0"/>
                        <a:pt x="20764" y="0"/>
                      </a:cubicBezTo>
                      <a:cubicBezTo>
                        <a:pt x="32195" y="0"/>
                        <a:pt x="41529" y="9335"/>
                        <a:pt x="41529" y="20765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2211" name="Google Shape;2211;p73"/>
            <p:cNvGrpSpPr/>
            <p:nvPr/>
          </p:nvGrpSpPr>
          <p:grpSpPr>
            <a:xfrm>
              <a:off x="8184962" y="619646"/>
              <a:ext cx="498115" cy="257273"/>
              <a:chOff x="7256144" y="685800"/>
              <a:chExt cx="470630" cy="243077"/>
            </a:xfrm>
          </p:grpSpPr>
          <p:sp>
            <p:nvSpPr>
              <p:cNvPr id="2212" name="Google Shape;2212;p73"/>
              <p:cNvSpPr/>
              <p:nvPr/>
            </p:nvSpPr>
            <p:spPr>
              <a:xfrm>
                <a:off x="7256144" y="694753"/>
                <a:ext cx="218503" cy="218217"/>
              </a:xfrm>
              <a:custGeom>
                <a:rect b="b" l="l" r="r" t="t"/>
                <a:pathLst>
                  <a:path extrusionOk="0" h="218217" w="218503">
                    <a:moveTo>
                      <a:pt x="216598" y="129540"/>
                    </a:moveTo>
                    <a:cubicBezTo>
                      <a:pt x="217837" y="122968"/>
                      <a:pt x="218504" y="116110"/>
                      <a:pt x="218504" y="109156"/>
                    </a:cubicBezTo>
                    <a:cubicBezTo>
                      <a:pt x="218504" y="102203"/>
                      <a:pt x="217837" y="95440"/>
                      <a:pt x="216598" y="88773"/>
                    </a:cubicBezTo>
                    <a:lnTo>
                      <a:pt x="181261" y="88773"/>
                    </a:lnTo>
                    <a:cubicBezTo>
                      <a:pt x="179641" y="83058"/>
                      <a:pt x="177451" y="77724"/>
                      <a:pt x="174593" y="72676"/>
                    </a:cubicBezTo>
                    <a:lnTo>
                      <a:pt x="199549" y="47720"/>
                    </a:lnTo>
                    <a:cubicBezTo>
                      <a:pt x="191834" y="36385"/>
                      <a:pt x="182118" y="26670"/>
                      <a:pt x="170783" y="18955"/>
                    </a:cubicBezTo>
                    <a:lnTo>
                      <a:pt x="145732" y="44005"/>
                    </a:lnTo>
                    <a:cubicBezTo>
                      <a:pt x="140684" y="41148"/>
                      <a:pt x="135255" y="38957"/>
                      <a:pt x="129635" y="37338"/>
                    </a:cubicBezTo>
                    <a:lnTo>
                      <a:pt x="129635" y="1905"/>
                    </a:lnTo>
                    <a:cubicBezTo>
                      <a:pt x="123063" y="667"/>
                      <a:pt x="116205" y="0"/>
                      <a:pt x="109252" y="0"/>
                    </a:cubicBezTo>
                    <a:cubicBezTo>
                      <a:pt x="102298" y="0"/>
                      <a:pt x="95536" y="667"/>
                      <a:pt x="88868" y="1905"/>
                    </a:cubicBezTo>
                    <a:lnTo>
                      <a:pt x="88868" y="37338"/>
                    </a:lnTo>
                    <a:cubicBezTo>
                      <a:pt x="83154" y="38957"/>
                      <a:pt x="77819" y="41148"/>
                      <a:pt x="72771" y="44005"/>
                    </a:cubicBezTo>
                    <a:lnTo>
                      <a:pt x="47720" y="18955"/>
                    </a:lnTo>
                    <a:cubicBezTo>
                      <a:pt x="36386" y="26670"/>
                      <a:pt x="26670" y="36481"/>
                      <a:pt x="18955" y="47720"/>
                    </a:cubicBezTo>
                    <a:lnTo>
                      <a:pt x="43910" y="72676"/>
                    </a:lnTo>
                    <a:cubicBezTo>
                      <a:pt x="41053" y="77724"/>
                      <a:pt x="38862" y="83153"/>
                      <a:pt x="37243" y="88773"/>
                    </a:cubicBezTo>
                    <a:lnTo>
                      <a:pt x="1905" y="88773"/>
                    </a:lnTo>
                    <a:cubicBezTo>
                      <a:pt x="667" y="95345"/>
                      <a:pt x="0" y="102203"/>
                      <a:pt x="0" y="109156"/>
                    </a:cubicBezTo>
                    <a:cubicBezTo>
                      <a:pt x="0" y="116110"/>
                      <a:pt x="667" y="122873"/>
                      <a:pt x="1905" y="129540"/>
                    </a:cubicBezTo>
                    <a:lnTo>
                      <a:pt x="37243" y="129540"/>
                    </a:lnTo>
                    <a:cubicBezTo>
                      <a:pt x="38862" y="135255"/>
                      <a:pt x="41053" y="140589"/>
                      <a:pt x="43910" y="145637"/>
                    </a:cubicBezTo>
                    <a:lnTo>
                      <a:pt x="18955" y="170593"/>
                    </a:lnTo>
                    <a:cubicBezTo>
                      <a:pt x="26670" y="181928"/>
                      <a:pt x="36386" y="191643"/>
                      <a:pt x="47720" y="199358"/>
                    </a:cubicBezTo>
                    <a:lnTo>
                      <a:pt x="72771" y="174308"/>
                    </a:lnTo>
                    <a:cubicBezTo>
                      <a:pt x="77819" y="177165"/>
                      <a:pt x="83248" y="179356"/>
                      <a:pt x="88868" y="180975"/>
                    </a:cubicBezTo>
                    <a:lnTo>
                      <a:pt x="88868" y="216313"/>
                    </a:lnTo>
                    <a:cubicBezTo>
                      <a:pt x="95441" y="217551"/>
                      <a:pt x="102298" y="218218"/>
                      <a:pt x="109252" y="218218"/>
                    </a:cubicBezTo>
                    <a:cubicBezTo>
                      <a:pt x="116205" y="218218"/>
                      <a:pt x="122968" y="217551"/>
                      <a:pt x="129635" y="216313"/>
                    </a:cubicBezTo>
                    <a:lnTo>
                      <a:pt x="129635" y="180975"/>
                    </a:lnTo>
                    <a:cubicBezTo>
                      <a:pt x="135350" y="179356"/>
                      <a:pt x="140684" y="177070"/>
                      <a:pt x="145732" y="174308"/>
                    </a:cubicBezTo>
                    <a:lnTo>
                      <a:pt x="170783" y="199358"/>
                    </a:lnTo>
                    <a:cubicBezTo>
                      <a:pt x="182118" y="191643"/>
                      <a:pt x="191834" y="181928"/>
                      <a:pt x="199549" y="170593"/>
                    </a:cubicBezTo>
                    <a:lnTo>
                      <a:pt x="174593" y="145542"/>
                    </a:lnTo>
                    <a:cubicBezTo>
                      <a:pt x="177451" y="140494"/>
                      <a:pt x="179641" y="135064"/>
                      <a:pt x="181261" y="129445"/>
                    </a:cubicBezTo>
                    <a:lnTo>
                      <a:pt x="216598" y="129445"/>
                    </a:lnTo>
                    <a:close/>
                    <a:moveTo>
                      <a:pt x="109252" y="131255"/>
                    </a:moveTo>
                    <a:cubicBezTo>
                      <a:pt x="97060" y="131255"/>
                      <a:pt x="87249" y="121349"/>
                      <a:pt x="87249" y="109252"/>
                    </a:cubicBezTo>
                    <a:cubicBezTo>
                      <a:pt x="87249" y="97155"/>
                      <a:pt x="97155" y="87249"/>
                      <a:pt x="109252" y="87249"/>
                    </a:cubicBezTo>
                    <a:cubicBezTo>
                      <a:pt x="121348" y="87249"/>
                      <a:pt x="131255" y="97155"/>
                      <a:pt x="131255" y="109252"/>
                    </a:cubicBezTo>
                    <a:cubicBezTo>
                      <a:pt x="131255" y="121349"/>
                      <a:pt x="121348" y="131255"/>
                      <a:pt x="109252" y="131255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2213" name="Google Shape;2213;p73"/>
              <p:cNvGrpSpPr/>
              <p:nvPr/>
            </p:nvGrpSpPr>
            <p:grpSpPr>
              <a:xfrm>
                <a:off x="7512843" y="685800"/>
                <a:ext cx="213931" cy="243077"/>
                <a:chOff x="7512843" y="685800"/>
                <a:chExt cx="213931" cy="243077"/>
              </a:xfrm>
            </p:grpSpPr>
            <p:grpSp>
              <p:nvGrpSpPr>
                <p:cNvPr id="2214" name="Google Shape;2214;p73"/>
                <p:cNvGrpSpPr/>
                <p:nvPr/>
              </p:nvGrpSpPr>
              <p:grpSpPr>
                <a:xfrm>
                  <a:off x="7512843" y="836580"/>
                  <a:ext cx="213931" cy="92297"/>
                  <a:chOff x="7512843" y="836580"/>
                  <a:chExt cx="213931" cy="92297"/>
                </a:xfrm>
              </p:grpSpPr>
              <p:sp>
                <p:nvSpPr>
                  <p:cNvPr id="2215" name="Google Shape;2215;p73"/>
                  <p:cNvSpPr/>
                  <p:nvPr/>
                </p:nvSpPr>
                <p:spPr>
                  <a:xfrm>
                    <a:off x="7512843" y="856011"/>
                    <a:ext cx="213931" cy="72866"/>
                  </a:xfrm>
                  <a:custGeom>
                    <a:rect b="b" l="l" r="r" t="t"/>
                    <a:pathLst>
                      <a:path extrusionOk="0" h="72866" w="213931">
                        <a:moveTo>
                          <a:pt x="0" y="0"/>
                        </a:moveTo>
                        <a:lnTo>
                          <a:pt x="0" y="53435"/>
                        </a:lnTo>
                        <a:cubicBezTo>
                          <a:pt x="0" y="64199"/>
                          <a:pt x="47911" y="72866"/>
                          <a:pt x="106966" y="72866"/>
                        </a:cubicBezTo>
                        <a:cubicBezTo>
                          <a:pt x="166021" y="72866"/>
                          <a:pt x="213932" y="64199"/>
                          <a:pt x="213932" y="53435"/>
                        </a:cubicBezTo>
                        <a:lnTo>
                          <a:pt x="213932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216" name="Google Shape;2216;p73"/>
                  <p:cNvSpPr/>
                  <p:nvPr/>
                </p:nvSpPr>
                <p:spPr>
                  <a:xfrm>
                    <a:off x="7512843" y="836580"/>
                    <a:ext cx="213931" cy="38861"/>
                  </a:xfrm>
                  <a:custGeom>
                    <a:rect b="b" l="l" r="r" t="t"/>
                    <a:pathLst>
                      <a:path extrusionOk="0" h="38861" w="213931">
                        <a:moveTo>
                          <a:pt x="213932" y="19431"/>
                        </a:moveTo>
                        <a:cubicBezTo>
                          <a:pt x="213932" y="30162"/>
                          <a:pt x="166042" y="38862"/>
                          <a:pt x="106966" y="38862"/>
                        </a:cubicBezTo>
                        <a:cubicBezTo>
                          <a:pt x="47891" y="38862"/>
                          <a:pt x="1" y="30162"/>
                          <a:pt x="1" y="19431"/>
                        </a:cubicBezTo>
                        <a:cubicBezTo>
                          <a:pt x="1" y="8700"/>
                          <a:pt x="47891" y="0"/>
                          <a:pt x="106966" y="0"/>
                        </a:cubicBezTo>
                        <a:cubicBezTo>
                          <a:pt x="166042" y="0"/>
                          <a:pt x="213932" y="8700"/>
                          <a:pt x="213932" y="19431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2217" name="Google Shape;2217;p73"/>
                <p:cNvGrpSpPr/>
                <p:nvPr/>
              </p:nvGrpSpPr>
              <p:grpSpPr>
                <a:xfrm>
                  <a:off x="7512843" y="761238"/>
                  <a:ext cx="213931" cy="92296"/>
                  <a:chOff x="7512843" y="761238"/>
                  <a:chExt cx="213931" cy="92296"/>
                </a:xfrm>
              </p:grpSpPr>
              <p:sp>
                <p:nvSpPr>
                  <p:cNvPr id="2218" name="Google Shape;2218;p73"/>
                  <p:cNvSpPr/>
                  <p:nvPr/>
                </p:nvSpPr>
                <p:spPr>
                  <a:xfrm>
                    <a:off x="7512843" y="780668"/>
                    <a:ext cx="213931" cy="72866"/>
                  </a:xfrm>
                  <a:custGeom>
                    <a:rect b="b" l="l" r="r" t="t"/>
                    <a:pathLst>
                      <a:path extrusionOk="0" h="72866" w="213931">
                        <a:moveTo>
                          <a:pt x="0" y="0"/>
                        </a:moveTo>
                        <a:lnTo>
                          <a:pt x="0" y="53435"/>
                        </a:lnTo>
                        <a:cubicBezTo>
                          <a:pt x="0" y="64199"/>
                          <a:pt x="47911" y="72866"/>
                          <a:pt x="106966" y="72866"/>
                        </a:cubicBezTo>
                        <a:cubicBezTo>
                          <a:pt x="166021" y="72866"/>
                          <a:pt x="213932" y="64199"/>
                          <a:pt x="213932" y="53435"/>
                        </a:cubicBezTo>
                        <a:lnTo>
                          <a:pt x="213932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219" name="Google Shape;2219;p73"/>
                  <p:cNvSpPr/>
                  <p:nvPr/>
                </p:nvSpPr>
                <p:spPr>
                  <a:xfrm>
                    <a:off x="7512843" y="761238"/>
                    <a:ext cx="213931" cy="38861"/>
                  </a:xfrm>
                  <a:custGeom>
                    <a:rect b="b" l="l" r="r" t="t"/>
                    <a:pathLst>
                      <a:path extrusionOk="0" h="38861" w="213931">
                        <a:moveTo>
                          <a:pt x="213932" y="19431"/>
                        </a:moveTo>
                        <a:cubicBezTo>
                          <a:pt x="213932" y="30162"/>
                          <a:pt x="166042" y="38862"/>
                          <a:pt x="106966" y="38862"/>
                        </a:cubicBezTo>
                        <a:cubicBezTo>
                          <a:pt x="47891" y="38862"/>
                          <a:pt x="1" y="30162"/>
                          <a:pt x="1" y="19431"/>
                        </a:cubicBezTo>
                        <a:cubicBezTo>
                          <a:pt x="1" y="8700"/>
                          <a:pt x="47891" y="0"/>
                          <a:pt x="106966" y="0"/>
                        </a:cubicBezTo>
                        <a:cubicBezTo>
                          <a:pt x="166042" y="0"/>
                          <a:pt x="213932" y="8700"/>
                          <a:pt x="213932" y="19431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2220" name="Google Shape;2220;p73"/>
                <p:cNvGrpSpPr/>
                <p:nvPr/>
              </p:nvGrpSpPr>
              <p:grpSpPr>
                <a:xfrm>
                  <a:off x="7512843" y="685800"/>
                  <a:ext cx="213931" cy="92297"/>
                  <a:chOff x="7512843" y="685800"/>
                  <a:chExt cx="213931" cy="92297"/>
                </a:xfrm>
              </p:grpSpPr>
              <p:sp>
                <p:nvSpPr>
                  <p:cNvPr id="2221" name="Google Shape;2221;p73"/>
                  <p:cNvSpPr/>
                  <p:nvPr/>
                </p:nvSpPr>
                <p:spPr>
                  <a:xfrm>
                    <a:off x="7512843" y="705231"/>
                    <a:ext cx="213931" cy="72866"/>
                  </a:xfrm>
                  <a:custGeom>
                    <a:rect b="b" l="l" r="r" t="t"/>
                    <a:pathLst>
                      <a:path extrusionOk="0" h="72866" w="213931">
                        <a:moveTo>
                          <a:pt x="0" y="0"/>
                        </a:moveTo>
                        <a:lnTo>
                          <a:pt x="0" y="53435"/>
                        </a:lnTo>
                        <a:cubicBezTo>
                          <a:pt x="0" y="64198"/>
                          <a:pt x="47911" y="72866"/>
                          <a:pt x="106966" y="72866"/>
                        </a:cubicBezTo>
                        <a:cubicBezTo>
                          <a:pt x="166021" y="72866"/>
                          <a:pt x="213932" y="64198"/>
                          <a:pt x="213932" y="53435"/>
                        </a:cubicBezTo>
                        <a:lnTo>
                          <a:pt x="213932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222" name="Google Shape;2222;p73"/>
                  <p:cNvSpPr/>
                  <p:nvPr/>
                </p:nvSpPr>
                <p:spPr>
                  <a:xfrm>
                    <a:off x="7512843" y="685800"/>
                    <a:ext cx="213931" cy="38861"/>
                  </a:xfrm>
                  <a:custGeom>
                    <a:rect b="b" l="l" r="r" t="t"/>
                    <a:pathLst>
                      <a:path extrusionOk="0" h="38861" w="213931">
                        <a:moveTo>
                          <a:pt x="213932" y="19431"/>
                        </a:moveTo>
                        <a:cubicBezTo>
                          <a:pt x="213932" y="30162"/>
                          <a:pt x="166042" y="38862"/>
                          <a:pt x="106966" y="38862"/>
                        </a:cubicBezTo>
                        <a:cubicBezTo>
                          <a:pt x="47891" y="38862"/>
                          <a:pt x="1" y="30162"/>
                          <a:pt x="1" y="19431"/>
                        </a:cubicBezTo>
                        <a:cubicBezTo>
                          <a:pt x="1" y="8700"/>
                          <a:pt x="47891" y="0"/>
                          <a:pt x="106966" y="0"/>
                        </a:cubicBezTo>
                        <a:cubicBezTo>
                          <a:pt x="166042" y="0"/>
                          <a:pt x="213932" y="8700"/>
                          <a:pt x="213932" y="19431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</p:grpSp>
      </p:grp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(g3f3a86e2076_6_0)">
  <p:cSld name="Generated (g3f3a86e2076_6_0)">
    <p:spTree>
      <p:nvGrpSpPr>
        <p:cNvPr id="2223" name="Shape 222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227" name="Shape 2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8" name="Google Shape;2228;p76"/>
          <p:cNvSpPr txBox="1"/>
          <p:nvPr>
            <p:ph type="ctrTitle"/>
          </p:nvPr>
        </p:nvSpPr>
        <p:spPr>
          <a:xfrm>
            <a:off x="713225" y="1144500"/>
            <a:ext cx="4112100" cy="237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000">
                <a:latin typeface="Epilogue"/>
                <a:ea typeface="Epilogue"/>
                <a:cs typeface="Epilogue"/>
                <a:sym typeface="Epilogue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/>
        </p:txBody>
      </p:sp>
      <p:sp>
        <p:nvSpPr>
          <p:cNvPr id="2229" name="Google Shape;2229;p76"/>
          <p:cNvSpPr txBox="1"/>
          <p:nvPr>
            <p:ph idx="1" type="subTitle"/>
          </p:nvPr>
        </p:nvSpPr>
        <p:spPr>
          <a:xfrm>
            <a:off x="713225" y="3523200"/>
            <a:ext cx="4112100" cy="47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230" name="Google Shape;2230;p76"/>
          <p:cNvSpPr/>
          <p:nvPr/>
        </p:nvSpPr>
        <p:spPr>
          <a:xfrm rot="10800000">
            <a:off x="-1604593" y="-845132"/>
            <a:ext cx="3281418" cy="2132806"/>
          </a:xfrm>
          <a:custGeom>
            <a:rect b="b" l="l" r="r" t="t"/>
            <a:pathLst>
              <a:path extrusionOk="0" h="30330" w="38869">
                <a:moveTo>
                  <a:pt x="24297" y="1"/>
                </a:moveTo>
                <a:cubicBezTo>
                  <a:pt x="23576" y="1"/>
                  <a:pt x="22813" y="81"/>
                  <a:pt x="22018" y="271"/>
                </a:cubicBezTo>
                <a:cubicBezTo>
                  <a:pt x="16904" y="1494"/>
                  <a:pt x="14626" y="5778"/>
                  <a:pt x="11611" y="8671"/>
                </a:cubicBezTo>
                <a:cubicBezTo>
                  <a:pt x="10032" y="10186"/>
                  <a:pt x="7766" y="10684"/>
                  <a:pt x="5916" y="11826"/>
                </a:cubicBezTo>
                <a:cubicBezTo>
                  <a:pt x="0" y="15481"/>
                  <a:pt x="539" y="24197"/>
                  <a:pt x="4874" y="27639"/>
                </a:cubicBezTo>
                <a:cubicBezTo>
                  <a:pt x="7150" y="29445"/>
                  <a:pt x="9815" y="30330"/>
                  <a:pt x="12976" y="30330"/>
                </a:cubicBezTo>
                <a:cubicBezTo>
                  <a:pt x="15025" y="30330"/>
                  <a:pt x="17282" y="29958"/>
                  <a:pt x="19778" y="29225"/>
                </a:cubicBezTo>
                <a:cubicBezTo>
                  <a:pt x="26123" y="27360"/>
                  <a:pt x="30656" y="26268"/>
                  <a:pt x="34763" y="20412"/>
                </a:cubicBezTo>
                <a:cubicBezTo>
                  <a:pt x="38869" y="14558"/>
                  <a:pt x="35544" y="6859"/>
                  <a:pt x="30907" y="2368"/>
                </a:cubicBezTo>
                <a:cubicBezTo>
                  <a:pt x="30907" y="2368"/>
                  <a:pt x="28215" y="1"/>
                  <a:pt x="24297" y="1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1" name="Google Shape;2231;p76"/>
          <p:cNvSpPr/>
          <p:nvPr/>
        </p:nvSpPr>
        <p:spPr>
          <a:xfrm flipH="1" rot="-9899992">
            <a:off x="-1515196" y="4121356"/>
            <a:ext cx="3953580" cy="1921771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232" name="Shape 2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3" name="Google Shape;2233;p77"/>
          <p:cNvSpPr txBox="1"/>
          <p:nvPr>
            <p:ph type="title"/>
          </p:nvPr>
        </p:nvSpPr>
        <p:spPr>
          <a:xfrm>
            <a:off x="4047175" y="2571975"/>
            <a:ext cx="4383600" cy="84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234" name="Google Shape;2234;p77"/>
          <p:cNvSpPr txBox="1"/>
          <p:nvPr>
            <p:ph hasCustomPrompt="1" idx="2" type="title"/>
          </p:nvPr>
        </p:nvSpPr>
        <p:spPr>
          <a:xfrm>
            <a:off x="4047175" y="1321975"/>
            <a:ext cx="1235700" cy="8418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2235" name="Google Shape;2235;p77"/>
          <p:cNvSpPr/>
          <p:nvPr>
            <p:ph idx="3" type="pic"/>
          </p:nvPr>
        </p:nvSpPr>
        <p:spPr>
          <a:xfrm>
            <a:off x="484625" y="1076550"/>
            <a:ext cx="2990400" cy="29904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2236" name="Google Shape;2236;p77"/>
          <p:cNvSpPr/>
          <p:nvPr/>
        </p:nvSpPr>
        <p:spPr>
          <a:xfrm flipH="1" rot="-3263452">
            <a:off x="5847147" y="3927927"/>
            <a:ext cx="2997856" cy="2576292"/>
          </a:xfrm>
          <a:custGeom>
            <a:rect b="b" l="l" r="r" t="t"/>
            <a:pathLst>
              <a:path extrusionOk="0" h="30330" w="38869">
                <a:moveTo>
                  <a:pt x="24297" y="1"/>
                </a:moveTo>
                <a:cubicBezTo>
                  <a:pt x="23576" y="1"/>
                  <a:pt x="22813" y="81"/>
                  <a:pt x="22018" y="271"/>
                </a:cubicBezTo>
                <a:cubicBezTo>
                  <a:pt x="16904" y="1494"/>
                  <a:pt x="14626" y="5778"/>
                  <a:pt x="11611" y="8671"/>
                </a:cubicBezTo>
                <a:cubicBezTo>
                  <a:pt x="10032" y="10186"/>
                  <a:pt x="7766" y="10684"/>
                  <a:pt x="5916" y="11826"/>
                </a:cubicBezTo>
                <a:cubicBezTo>
                  <a:pt x="0" y="15481"/>
                  <a:pt x="539" y="24197"/>
                  <a:pt x="4874" y="27639"/>
                </a:cubicBezTo>
                <a:cubicBezTo>
                  <a:pt x="7150" y="29445"/>
                  <a:pt x="9815" y="30330"/>
                  <a:pt x="12976" y="30330"/>
                </a:cubicBezTo>
                <a:cubicBezTo>
                  <a:pt x="15025" y="30330"/>
                  <a:pt x="17282" y="29958"/>
                  <a:pt x="19778" y="29225"/>
                </a:cubicBezTo>
                <a:cubicBezTo>
                  <a:pt x="26123" y="27360"/>
                  <a:pt x="30656" y="26268"/>
                  <a:pt x="34763" y="20412"/>
                </a:cubicBezTo>
                <a:cubicBezTo>
                  <a:pt x="38869" y="14558"/>
                  <a:pt x="35544" y="6859"/>
                  <a:pt x="30907" y="2368"/>
                </a:cubicBezTo>
                <a:cubicBezTo>
                  <a:pt x="30907" y="2368"/>
                  <a:pt x="28215" y="1"/>
                  <a:pt x="24297" y="1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7" name="Google Shape;2237;p77"/>
          <p:cNvSpPr/>
          <p:nvPr/>
        </p:nvSpPr>
        <p:spPr>
          <a:xfrm flipH="1" rot="460623">
            <a:off x="6387251" y="-1517085"/>
            <a:ext cx="4087061" cy="3304707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8" name="Google Shape;2238;p77"/>
          <p:cNvSpPr/>
          <p:nvPr/>
        </p:nvSpPr>
        <p:spPr>
          <a:xfrm flipH="1" rot="-4592116">
            <a:off x="6189" y="113200"/>
            <a:ext cx="642877" cy="519829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239" name="Shape 2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0" name="Google Shape;2240;p7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241" name="Google Shape;2241;p78"/>
          <p:cNvSpPr txBox="1"/>
          <p:nvPr>
            <p:ph idx="1" type="body"/>
          </p:nvPr>
        </p:nvSpPr>
        <p:spPr>
          <a:xfrm>
            <a:off x="720000" y="1215752"/>
            <a:ext cx="77040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1pPr>
            <a:lvl2pPr indent="-3048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2pPr>
            <a:lvl3pPr indent="-3048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3pPr>
            <a:lvl4pPr indent="-3048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4pPr>
            <a:lvl5pPr indent="-3048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5pPr>
            <a:lvl6pPr indent="-3048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6pPr>
            <a:lvl7pPr indent="-3048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7pPr>
            <a:lvl8pPr indent="-3048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8pPr>
            <a:lvl9pPr indent="-3048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9pPr>
          </a:lstStyle>
          <a:p/>
        </p:txBody>
      </p:sp>
      <p:sp>
        <p:nvSpPr>
          <p:cNvPr id="2242" name="Google Shape;2242;p78"/>
          <p:cNvSpPr/>
          <p:nvPr/>
        </p:nvSpPr>
        <p:spPr>
          <a:xfrm flipH="1" rot="-4014673">
            <a:off x="-1798429" y="-1029372"/>
            <a:ext cx="3158476" cy="2509636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3" name="Google Shape;2243;p78"/>
          <p:cNvSpPr/>
          <p:nvPr/>
        </p:nvSpPr>
        <p:spPr>
          <a:xfrm flipH="1">
            <a:off x="8355841" y="2667287"/>
            <a:ext cx="734045" cy="45268"/>
          </a:xfrm>
          <a:custGeom>
            <a:rect b="b" l="l" r="r" t="t"/>
            <a:pathLst>
              <a:path extrusionOk="0" h="50863" w="824770">
                <a:moveTo>
                  <a:pt x="799338" y="50863"/>
                </a:moveTo>
                <a:lnTo>
                  <a:pt x="25432" y="50863"/>
                </a:lnTo>
                <a:cubicBezTo>
                  <a:pt x="11430" y="50863"/>
                  <a:pt x="0" y="39433"/>
                  <a:pt x="0" y="25432"/>
                </a:cubicBezTo>
                <a:lnTo>
                  <a:pt x="0" y="25432"/>
                </a:lnTo>
                <a:cubicBezTo>
                  <a:pt x="0" y="11430"/>
                  <a:pt x="11430" y="0"/>
                  <a:pt x="25432" y="0"/>
                </a:cubicBezTo>
                <a:lnTo>
                  <a:pt x="799338" y="0"/>
                </a:lnTo>
                <a:cubicBezTo>
                  <a:pt x="813339" y="0"/>
                  <a:pt x="824770" y="11430"/>
                  <a:pt x="824770" y="25432"/>
                </a:cubicBezTo>
                <a:lnTo>
                  <a:pt x="824770" y="25432"/>
                </a:lnTo>
                <a:cubicBezTo>
                  <a:pt x="824770" y="39433"/>
                  <a:pt x="813339" y="50863"/>
                  <a:pt x="799338" y="50863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244" name="Google Shape;2244;p78"/>
          <p:cNvGrpSpPr/>
          <p:nvPr/>
        </p:nvGrpSpPr>
        <p:grpSpPr>
          <a:xfrm flipH="1">
            <a:off x="8380540" y="1729933"/>
            <a:ext cx="668783" cy="959747"/>
            <a:chOff x="10519314" y="4728596"/>
            <a:chExt cx="751780" cy="1078731"/>
          </a:xfrm>
        </p:grpSpPr>
        <p:grpSp>
          <p:nvGrpSpPr>
            <p:cNvPr id="2245" name="Google Shape;2245;p78"/>
            <p:cNvGrpSpPr/>
            <p:nvPr/>
          </p:nvGrpSpPr>
          <p:grpSpPr>
            <a:xfrm>
              <a:off x="10519314" y="4728596"/>
              <a:ext cx="626662" cy="1078731"/>
              <a:chOff x="10519314" y="4728596"/>
              <a:chExt cx="626662" cy="1078731"/>
            </a:xfrm>
          </p:grpSpPr>
          <p:grpSp>
            <p:nvGrpSpPr>
              <p:cNvPr id="2246" name="Google Shape;2246;p78"/>
              <p:cNvGrpSpPr/>
              <p:nvPr/>
            </p:nvGrpSpPr>
            <p:grpSpPr>
              <a:xfrm>
                <a:off x="10903220" y="4888205"/>
                <a:ext cx="242756" cy="919122"/>
                <a:chOff x="10903220" y="4888205"/>
                <a:chExt cx="242756" cy="919122"/>
              </a:xfrm>
            </p:grpSpPr>
            <p:sp>
              <p:nvSpPr>
                <p:cNvPr id="2247" name="Google Shape;2247;p78"/>
                <p:cNvSpPr/>
                <p:nvPr/>
              </p:nvSpPr>
              <p:spPr>
                <a:xfrm rot="-447735">
                  <a:off x="10961814" y="4892503"/>
                  <a:ext cx="125567" cy="910526"/>
                </a:xfrm>
                <a:custGeom>
                  <a:rect b="b" l="l" r="r" t="t"/>
                  <a:pathLst>
                    <a:path extrusionOk="0" h="909637" w="125444">
                      <a:moveTo>
                        <a:pt x="0" y="0"/>
                      </a:moveTo>
                      <a:lnTo>
                        <a:pt x="125445" y="0"/>
                      </a:lnTo>
                      <a:lnTo>
                        <a:pt x="125445" y="909637"/>
                      </a:lnTo>
                      <a:lnTo>
                        <a:pt x="0" y="909637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248" name="Google Shape;2248;p78"/>
                <p:cNvSpPr/>
                <p:nvPr/>
              </p:nvSpPr>
              <p:spPr>
                <a:xfrm>
                  <a:off x="10952422" y="4933194"/>
                  <a:ext cx="42088" cy="42088"/>
                </a:xfrm>
                <a:custGeom>
                  <a:rect b="b" l="l" r="r" t="t"/>
                  <a:pathLst>
                    <a:path extrusionOk="0" h="42088" w="42088">
                      <a:moveTo>
                        <a:pt x="41904" y="18282"/>
                      </a:moveTo>
                      <a:cubicBezTo>
                        <a:pt x="43428" y="29807"/>
                        <a:pt x="35331" y="40380"/>
                        <a:pt x="23806" y="41904"/>
                      </a:cubicBezTo>
                      <a:cubicBezTo>
                        <a:pt x="12281" y="43428"/>
                        <a:pt x="1709" y="35332"/>
                        <a:pt x="184" y="23806"/>
                      </a:cubicBezTo>
                      <a:cubicBezTo>
                        <a:pt x="-1340" y="12281"/>
                        <a:pt x="6756" y="1708"/>
                        <a:pt x="18282" y="184"/>
                      </a:cubicBezTo>
                      <a:cubicBezTo>
                        <a:pt x="29807" y="-1340"/>
                        <a:pt x="40380" y="6757"/>
                        <a:pt x="41904" y="18282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249" name="Google Shape;2249;p78"/>
                <p:cNvSpPr/>
                <p:nvPr/>
              </p:nvSpPr>
              <p:spPr>
                <a:xfrm>
                  <a:off x="10961186" y="5000250"/>
                  <a:ext cx="42087" cy="42087"/>
                </a:xfrm>
                <a:custGeom>
                  <a:rect b="b" l="l" r="r" t="t"/>
                  <a:pathLst>
                    <a:path extrusionOk="0" h="42087" w="42087">
                      <a:moveTo>
                        <a:pt x="41904" y="18282"/>
                      </a:moveTo>
                      <a:cubicBezTo>
                        <a:pt x="43427" y="29807"/>
                        <a:pt x="35331" y="40380"/>
                        <a:pt x="23806" y="41904"/>
                      </a:cubicBezTo>
                      <a:cubicBezTo>
                        <a:pt x="12280" y="43428"/>
                        <a:pt x="1708" y="35332"/>
                        <a:pt x="184" y="23806"/>
                      </a:cubicBezTo>
                      <a:cubicBezTo>
                        <a:pt x="-1340" y="12281"/>
                        <a:pt x="6756" y="1708"/>
                        <a:pt x="18281" y="184"/>
                      </a:cubicBezTo>
                      <a:cubicBezTo>
                        <a:pt x="29807" y="-1340"/>
                        <a:pt x="40380" y="6757"/>
                        <a:pt x="41904" y="18282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2250" name="Google Shape;2250;p78"/>
                <p:cNvGrpSpPr/>
                <p:nvPr/>
              </p:nvGrpSpPr>
              <p:grpSpPr>
                <a:xfrm>
                  <a:off x="11014221" y="5588618"/>
                  <a:ext cx="100021" cy="114784"/>
                  <a:chOff x="11014221" y="5588618"/>
                  <a:chExt cx="100021" cy="114784"/>
                </a:xfrm>
              </p:grpSpPr>
              <p:sp>
                <p:nvSpPr>
                  <p:cNvPr id="2251" name="Google Shape;2251;p78"/>
                  <p:cNvSpPr/>
                  <p:nvPr/>
                </p:nvSpPr>
                <p:spPr>
                  <a:xfrm rot="-447735">
                    <a:off x="11014826" y="5594269"/>
                    <a:ext cx="88001" cy="15064"/>
                  </a:xfrm>
                  <a:custGeom>
                    <a:rect b="b" l="l" r="r" t="t"/>
                    <a:pathLst>
                      <a:path extrusionOk="0" h="15049" w="87915">
                        <a:moveTo>
                          <a:pt x="0" y="0"/>
                        </a:moveTo>
                        <a:lnTo>
                          <a:pt x="87916" y="0"/>
                        </a:lnTo>
                        <a:lnTo>
                          <a:pt x="87916" y="15049"/>
                        </a:lnTo>
                        <a:lnTo>
                          <a:pt x="0" y="15049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252" name="Google Shape;2252;p78"/>
                  <p:cNvSpPr/>
                  <p:nvPr/>
                </p:nvSpPr>
                <p:spPr>
                  <a:xfrm rot="-447735">
                    <a:off x="11018646" y="5623150"/>
                    <a:ext cx="88001" cy="15064"/>
                  </a:xfrm>
                  <a:custGeom>
                    <a:rect b="b" l="l" r="r" t="t"/>
                    <a:pathLst>
                      <a:path extrusionOk="0" h="15049" w="87915">
                        <a:moveTo>
                          <a:pt x="0" y="0"/>
                        </a:moveTo>
                        <a:lnTo>
                          <a:pt x="87916" y="0"/>
                        </a:lnTo>
                        <a:lnTo>
                          <a:pt x="87916" y="15050"/>
                        </a:lnTo>
                        <a:lnTo>
                          <a:pt x="0" y="1505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253" name="Google Shape;2253;p78"/>
                  <p:cNvSpPr/>
                  <p:nvPr/>
                </p:nvSpPr>
                <p:spPr>
                  <a:xfrm rot="-447735">
                    <a:off x="11021820" y="5653805"/>
                    <a:ext cx="88001" cy="15064"/>
                  </a:xfrm>
                  <a:custGeom>
                    <a:rect b="b" l="l" r="r" t="t"/>
                    <a:pathLst>
                      <a:path extrusionOk="0" h="15049" w="87915">
                        <a:moveTo>
                          <a:pt x="0" y="0"/>
                        </a:moveTo>
                        <a:lnTo>
                          <a:pt x="87916" y="0"/>
                        </a:lnTo>
                        <a:lnTo>
                          <a:pt x="87916" y="15050"/>
                        </a:lnTo>
                        <a:lnTo>
                          <a:pt x="0" y="1505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254" name="Google Shape;2254;p78"/>
                  <p:cNvSpPr/>
                  <p:nvPr/>
                </p:nvSpPr>
                <p:spPr>
                  <a:xfrm rot="-447735">
                    <a:off x="11025635" y="5682688"/>
                    <a:ext cx="88001" cy="15064"/>
                  </a:xfrm>
                  <a:custGeom>
                    <a:rect b="b" l="l" r="r" t="t"/>
                    <a:pathLst>
                      <a:path extrusionOk="0" h="15049" w="87915">
                        <a:moveTo>
                          <a:pt x="0" y="0"/>
                        </a:moveTo>
                        <a:lnTo>
                          <a:pt x="87915" y="0"/>
                        </a:lnTo>
                        <a:lnTo>
                          <a:pt x="87915" y="15050"/>
                        </a:lnTo>
                        <a:lnTo>
                          <a:pt x="0" y="1505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grpSp>
            <p:nvGrpSpPr>
              <p:cNvPr id="2255" name="Google Shape;2255;p78"/>
              <p:cNvGrpSpPr/>
              <p:nvPr/>
            </p:nvGrpSpPr>
            <p:grpSpPr>
              <a:xfrm>
                <a:off x="10718623" y="4728596"/>
                <a:ext cx="229169" cy="1075979"/>
                <a:chOff x="10718623" y="4728596"/>
                <a:chExt cx="229169" cy="1075979"/>
              </a:xfrm>
            </p:grpSpPr>
            <p:sp>
              <p:nvSpPr>
                <p:cNvPr id="2256" name="Google Shape;2256;p78"/>
                <p:cNvSpPr/>
                <p:nvPr/>
              </p:nvSpPr>
              <p:spPr>
                <a:xfrm rot="-172174">
                  <a:off x="10745259" y="4732329"/>
                  <a:ext cx="175897" cy="1068513"/>
                </a:xfrm>
                <a:custGeom>
                  <a:rect b="b" l="l" r="r" t="t"/>
                  <a:pathLst>
                    <a:path extrusionOk="0" h="1069848" w="176117">
                      <a:moveTo>
                        <a:pt x="0" y="0"/>
                      </a:moveTo>
                      <a:lnTo>
                        <a:pt x="176117" y="0"/>
                      </a:lnTo>
                      <a:lnTo>
                        <a:pt x="176117" y="1069848"/>
                      </a:lnTo>
                      <a:lnTo>
                        <a:pt x="0" y="1069848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257" name="Google Shape;2257;p78"/>
                <p:cNvSpPr/>
                <p:nvPr/>
              </p:nvSpPr>
              <p:spPr>
                <a:xfrm>
                  <a:off x="10787634" y="5182743"/>
                  <a:ext cx="87629" cy="87630"/>
                </a:xfrm>
                <a:custGeom>
                  <a:rect b="b" l="l" r="r" t="t"/>
                  <a:pathLst>
                    <a:path extrusionOk="0" h="87630" w="87629">
                      <a:moveTo>
                        <a:pt x="87630" y="43815"/>
                      </a:moveTo>
                      <a:cubicBezTo>
                        <a:pt x="87630" y="68013"/>
                        <a:pt x="68014" y="87630"/>
                        <a:pt x="43815" y="87630"/>
                      </a:cubicBezTo>
                      <a:cubicBezTo>
                        <a:pt x="19617" y="87630"/>
                        <a:pt x="1" y="68014"/>
                        <a:pt x="1" y="43815"/>
                      </a:cubicBezTo>
                      <a:cubicBezTo>
                        <a:pt x="1" y="19617"/>
                        <a:pt x="19617" y="0"/>
                        <a:pt x="43815" y="0"/>
                      </a:cubicBezTo>
                      <a:cubicBezTo>
                        <a:pt x="68014" y="0"/>
                        <a:pt x="87630" y="19616"/>
                        <a:pt x="87630" y="43815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2258" name="Google Shape;2258;p78"/>
                <p:cNvGrpSpPr/>
                <p:nvPr/>
              </p:nvGrpSpPr>
              <p:grpSpPr>
                <a:xfrm>
                  <a:off x="10765015" y="5040134"/>
                  <a:ext cx="116314" cy="49775"/>
                  <a:chOff x="10765015" y="5040134"/>
                  <a:chExt cx="116314" cy="49775"/>
                </a:xfrm>
              </p:grpSpPr>
              <p:sp>
                <p:nvSpPr>
                  <p:cNvPr id="2259" name="Google Shape;2259;p78"/>
                  <p:cNvSpPr/>
                  <p:nvPr/>
                </p:nvSpPr>
                <p:spPr>
                  <a:xfrm rot="-172174">
                    <a:off x="10765318" y="5042987"/>
                    <a:ext cx="114347" cy="14935"/>
                  </a:xfrm>
                  <a:custGeom>
                    <a:rect b="b" l="l" r="r" t="t"/>
                    <a:pathLst>
                      <a:path extrusionOk="0" h="14954" w="114490">
                        <a:moveTo>
                          <a:pt x="0" y="0"/>
                        </a:moveTo>
                        <a:lnTo>
                          <a:pt x="114490" y="0"/>
                        </a:lnTo>
                        <a:lnTo>
                          <a:pt x="114490" y="14954"/>
                        </a:lnTo>
                        <a:lnTo>
                          <a:pt x="0" y="1495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260" name="Google Shape;2260;p78"/>
                  <p:cNvSpPr/>
                  <p:nvPr/>
                </p:nvSpPr>
                <p:spPr>
                  <a:xfrm rot="-172174">
                    <a:off x="10766681" y="5072121"/>
                    <a:ext cx="114347" cy="14935"/>
                  </a:xfrm>
                  <a:custGeom>
                    <a:rect b="b" l="l" r="r" t="t"/>
                    <a:pathLst>
                      <a:path extrusionOk="0" h="14954" w="114490">
                        <a:moveTo>
                          <a:pt x="0" y="0"/>
                        </a:moveTo>
                        <a:lnTo>
                          <a:pt x="114491" y="0"/>
                        </a:lnTo>
                        <a:lnTo>
                          <a:pt x="114491" y="14954"/>
                        </a:lnTo>
                        <a:lnTo>
                          <a:pt x="0" y="1495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2261" name="Google Shape;2261;p78"/>
                <p:cNvGrpSpPr/>
                <p:nvPr/>
              </p:nvGrpSpPr>
              <p:grpSpPr>
                <a:xfrm>
                  <a:off x="10784825" y="5436314"/>
                  <a:ext cx="116414" cy="49961"/>
                  <a:chOff x="10784825" y="5436314"/>
                  <a:chExt cx="116414" cy="49961"/>
                </a:xfrm>
              </p:grpSpPr>
              <p:sp>
                <p:nvSpPr>
                  <p:cNvPr id="2262" name="Google Shape;2262;p78"/>
                  <p:cNvSpPr/>
                  <p:nvPr/>
                </p:nvSpPr>
                <p:spPr>
                  <a:xfrm rot="-172174">
                    <a:off x="10785128" y="5439167"/>
                    <a:ext cx="114347" cy="14935"/>
                  </a:xfrm>
                  <a:custGeom>
                    <a:rect b="b" l="l" r="r" t="t"/>
                    <a:pathLst>
                      <a:path extrusionOk="0" h="14954" w="114490">
                        <a:moveTo>
                          <a:pt x="0" y="0"/>
                        </a:moveTo>
                        <a:lnTo>
                          <a:pt x="114491" y="0"/>
                        </a:lnTo>
                        <a:lnTo>
                          <a:pt x="114491" y="14955"/>
                        </a:lnTo>
                        <a:lnTo>
                          <a:pt x="0" y="14955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263" name="Google Shape;2263;p78"/>
                  <p:cNvSpPr/>
                  <p:nvPr/>
                </p:nvSpPr>
                <p:spPr>
                  <a:xfrm rot="-172174">
                    <a:off x="10786591" y="5468487"/>
                    <a:ext cx="114347" cy="14935"/>
                  </a:xfrm>
                  <a:custGeom>
                    <a:rect b="b" l="l" r="r" t="t"/>
                    <a:pathLst>
                      <a:path extrusionOk="0" h="14954" w="114490">
                        <a:moveTo>
                          <a:pt x="0" y="0"/>
                        </a:moveTo>
                        <a:lnTo>
                          <a:pt x="114490" y="0"/>
                        </a:lnTo>
                        <a:lnTo>
                          <a:pt x="114490" y="14955"/>
                        </a:lnTo>
                        <a:lnTo>
                          <a:pt x="0" y="14955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grpSp>
            <p:nvGrpSpPr>
              <p:cNvPr id="2264" name="Google Shape;2264;p78"/>
              <p:cNvGrpSpPr/>
              <p:nvPr/>
            </p:nvGrpSpPr>
            <p:grpSpPr>
              <a:xfrm>
                <a:off x="10519314" y="4813458"/>
                <a:ext cx="202120" cy="992123"/>
                <a:chOff x="10519314" y="4813458"/>
                <a:chExt cx="202120" cy="992123"/>
              </a:xfrm>
            </p:grpSpPr>
            <p:sp>
              <p:nvSpPr>
                <p:cNvPr id="2265" name="Google Shape;2265;p78"/>
                <p:cNvSpPr/>
                <p:nvPr/>
              </p:nvSpPr>
              <p:spPr>
                <a:xfrm>
                  <a:off x="10519314" y="4813458"/>
                  <a:ext cx="202120" cy="992123"/>
                </a:xfrm>
                <a:custGeom>
                  <a:rect b="b" l="l" r="r" t="t"/>
                  <a:pathLst>
                    <a:path extrusionOk="0" h="992123" w="202120">
                      <a:moveTo>
                        <a:pt x="0" y="0"/>
                      </a:moveTo>
                      <a:lnTo>
                        <a:pt x="202120" y="0"/>
                      </a:lnTo>
                      <a:lnTo>
                        <a:pt x="202120" y="992124"/>
                      </a:lnTo>
                      <a:lnTo>
                        <a:pt x="0" y="992124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266" name="Google Shape;2266;p78"/>
                <p:cNvSpPr/>
                <p:nvPr/>
              </p:nvSpPr>
              <p:spPr>
                <a:xfrm>
                  <a:off x="10558843" y="4891468"/>
                  <a:ext cx="123063" cy="123062"/>
                </a:xfrm>
                <a:custGeom>
                  <a:rect b="b" l="l" r="r" t="t"/>
                  <a:pathLst>
                    <a:path extrusionOk="0" h="123062" w="123063">
                      <a:moveTo>
                        <a:pt x="123063" y="61532"/>
                      </a:moveTo>
                      <a:cubicBezTo>
                        <a:pt x="123063" y="95514"/>
                        <a:pt x="95514" y="123063"/>
                        <a:pt x="61531" y="123063"/>
                      </a:cubicBezTo>
                      <a:cubicBezTo>
                        <a:pt x="27548" y="123063"/>
                        <a:pt x="-1" y="95514"/>
                        <a:pt x="-1" y="61532"/>
                      </a:cubicBezTo>
                      <a:cubicBezTo>
                        <a:pt x="-1" y="27549"/>
                        <a:pt x="27548" y="0"/>
                        <a:pt x="61531" y="0"/>
                      </a:cubicBezTo>
                      <a:cubicBezTo>
                        <a:pt x="95514" y="0"/>
                        <a:pt x="123063" y="27549"/>
                        <a:pt x="123063" y="61532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2267" name="Google Shape;2267;p78"/>
                <p:cNvGrpSpPr/>
                <p:nvPr/>
              </p:nvGrpSpPr>
              <p:grpSpPr>
                <a:xfrm>
                  <a:off x="10556176" y="5465730"/>
                  <a:ext cx="128397" cy="44196"/>
                  <a:chOff x="10556176" y="5465730"/>
                  <a:chExt cx="128397" cy="44196"/>
                </a:xfrm>
              </p:grpSpPr>
              <p:sp>
                <p:nvSpPr>
                  <p:cNvPr id="2268" name="Google Shape;2268;p78"/>
                  <p:cNvSpPr/>
                  <p:nvPr/>
                </p:nvSpPr>
                <p:spPr>
                  <a:xfrm>
                    <a:off x="10556176" y="5465730"/>
                    <a:ext cx="128397" cy="14954"/>
                  </a:xfrm>
                  <a:custGeom>
                    <a:rect b="b" l="l" r="r" t="t"/>
                    <a:pathLst>
                      <a:path extrusionOk="0" h="14954" w="128397">
                        <a:moveTo>
                          <a:pt x="0" y="0"/>
                        </a:moveTo>
                        <a:lnTo>
                          <a:pt x="128397" y="0"/>
                        </a:lnTo>
                        <a:lnTo>
                          <a:pt x="128397" y="14954"/>
                        </a:lnTo>
                        <a:lnTo>
                          <a:pt x="0" y="1495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269" name="Google Shape;2269;p78"/>
                  <p:cNvSpPr/>
                  <p:nvPr/>
                </p:nvSpPr>
                <p:spPr>
                  <a:xfrm>
                    <a:off x="10556176" y="5494972"/>
                    <a:ext cx="128397" cy="14954"/>
                  </a:xfrm>
                  <a:custGeom>
                    <a:rect b="b" l="l" r="r" t="t"/>
                    <a:pathLst>
                      <a:path extrusionOk="0" h="14954" w="128397">
                        <a:moveTo>
                          <a:pt x="0" y="0"/>
                        </a:moveTo>
                        <a:lnTo>
                          <a:pt x="128397" y="0"/>
                        </a:lnTo>
                        <a:lnTo>
                          <a:pt x="128397" y="14955"/>
                        </a:lnTo>
                        <a:lnTo>
                          <a:pt x="0" y="14955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2270" name="Google Shape;2270;p78"/>
                <p:cNvGrpSpPr/>
                <p:nvPr/>
              </p:nvGrpSpPr>
              <p:grpSpPr>
                <a:xfrm>
                  <a:off x="10556176" y="5689187"/>
                  <a:ext cx="128397" cy="44196"/>
                  <a:chOff x="10556176" y="5689187"/>
                  <a:chExt cx="128397" cy="44196"/>
                </a:xfrm>
              </p:grpSpPr>
              <p:sp>
                <p:nvSpPr>
                  <p:cNvPr id="2271" name="Google Shape;2271;p78"/>
                  <p:cNvSpPr/>
                  <p:nvPr/>
                </p:nvSpPr>
                <p:spPr>
                  <a:xfrm>
                    <a:off x="10556176" y="5689187"/>
                    <a:ext cx="128397" cy="14954"/>
                  </a:xfrm>
                  <a:custGeom>
                    <a:rect b="b" l="l" r="r" t="t"/>
                    <a:pathLst>
                      <a:path extrusionOk="0" h="14954" w="128397">
                        <a:moveTo>
                          <a:pt x="0" y="0"/>
                        </a:moveTo>
                        <a:lnTo>
                          <a:pt x="128397" y="0"/>
                        </a:lnTo>
                        <a:lnTo>
                          <a:pt x="128397" y="14954"/>
                        </a:lnTo>
                        <a:lnTo>
                          <a:pt x="0" y="1495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272" name="Google Shape;2272;p78"/>
                  <p:cNvSpPr/>
                  <p:nvPr/>
                </p:nvSpPr>
                <p:spPr>
                  <a:xfrm>
                    <a:off x="10556176" y="5718429"/>
                    <a:ext cx="128397" cy="14954"/>
                  </a:xfrm>
                  <a:custGeom>
                    <a:rect b="b" l="l" r="r" t="t"/>
                    <a:pathLst>
                      <a:path extrusionOk="0" h="14954" w="128397">
                        <a:moveTo>
                          <a:pt x="0" y="0"/>
                        </a:moveTo>
                        <a:lnTo>
                          <a:pt x="128397" y="0"/>
                        </a:lnTo>
                        <a:lnTo>
                          <a:pt x="128397" y="14954"/>
                        </a:lnTo>
                        <a:lnTo>
                          <a:pt x="0" y="1495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</p:grpSp>
        <p:grpSp>
          <p:nvGrpSpPr>
            <p:cNvPr id="2273" name="Google Shape;2273;p78"/>
            <p:cNvGrpSpPr/>
            <p:nvPr/>
          </p:nvGrpSpPr>
          <p:grpSpPr>
            <a:xfrm>
              <a:off x="11058042" y="5088325"/>
              <a:ext cx="213052" cy="717953"/>
              <a:chOff x="11058042" y="5088325"/>
              <a:chExt cx="213052" cy="717953"/>
            </a:xfrm>
          </p:grpSpPr>
          <p:sp>
            <p:nvSpPr>
              <p:cNvPr id="2274" name="Google Shape;2274;p78"/>
              <p:cNvSpPr/>
              <p:nvPr/>
            </p:nvSpPr>
            <p:spPr>
              <a:xfrm rot="-631368">
                <a:off x="11122592" y="5089982"/>
                <a:ext cx="83952" cy="714640"/>
              </a:xfrm>
              <a:custGeom>
                <a:rect b="b" l="l" r="r" t="t"/>
                <a:pathLst>
                  <a:path extrusionOk="0" h="715136" w="84010">
                    <a:moveTo>
                      <a:pt x="0" y="0"/>
                    </a:moveTo>
                    <a:lnTo>
                      <a:pt x="84010" y="0"/>
                    </a:lnTo>
                    <a:lnTo>
                      <a:pt x="84010" y="715137"/>
                    </a:lnTo>
                    <a:lnTo>
                      <a:pt x="0" y="715137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75" name="Google Shape;2275;p78"/>
              <p:cNvSpPr/>
              <p:nvPr/>
            </p:nvSpPr>
            <p:spPr>
              <a:xfrm rot="-631368">
                <a:off x="11154645" y="5271518"/>
                <a:ext cx="25985" cy="411004"/>
              </a:xfrm>
              <a:custGeom>
                <a:rect b="b" l="l" r="r" t="t"/>
                <a:pathLst>
                  <a:path extrusionOk="0" h="411289" w="26003">
                    <a:moveTo>
                      <a:pt x="0" y="0"/>
                    </a:moveTo>
                    <a:lnTo>
                      <a:pt x="26003" y="0"/>
                    </a:lnTo>
                    <a:lnTo>
                      <a:pt x="26003" y="411289"/>
                    </a:lnTo>
                    <a:lnTo>
                      <a:pt x="0" y="411289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276" name="Google Shape;2276;p78"/>
          <p:cNvGrpSpPr/>
          <p:nvPr/>
        </p:nvGrpSpPr>
        <p:grpSpPr>
          <a:xfrm flipH="1">
            <a:off x="8485925" y="662239"/>
            <a:ext cx="516117" cy="779220"/>
            <a:chOff x="10572463" y="3528536"/>
            <a:chExt cx="580168" cy="875823"/>
          </a:xfrm>
        </p:grpSpPr>
        <p:grpSp>
          <p:nvGrpSpPr>
            <p:cNvPr id="2277" name="Google Shape;2277;p78"/>
            <p:cNvGrpSpPr/>
            <p:nvPr/>
          </p:nvGrpSpPr>
          <p:grpSpPr>
            <a:xfrm>
              <a:off x="10713815" y="3528536"/>
              <a:ext cx="438816" cy="746664"/>
              <a:chOff x="10713815" y="3528536"/>
              <a:chExt cx="438816" cy="746664"/>
            </a:xfrm>
          </p:grpSpPr>
          <p:sp>
            <p:nvSpPr>
              <p:cNvPr id="2278" name="Google Shape;2278;p78"/>
              <p:cNvSpPr/>
              <p:nvPr/>
            </p:nvSpPr>
            <p:spPr>
              <a:xfrm>
                <a:off x="10713815" y="3528536"/>
                <a:ext cx="438816" cy="746664"/>
              </a:xfrm>
              <a:custGeom>
                <a:rect b="b" l="l" r="r" t="t"/>
                <a:pathLst>
                  <a:path extrusionOk="0" h="746664" w="438816">
                    <a:moveTo>
                      <a:pt x="438721" y="746569"/>
                    </a:moveTo>
                    <a:lnTo>
                      <a:pt x="0" y="746569"/>
                    </a:lnTo>
                    <a:lnTo>
                      <a:pt x="0" y="0"/>
                    </a:lnTo>
                    <a:lnTo>
                      <a:pt x="326231" y="0"/>
                    </a:lnTo>
                    <a:cubicBezTo>
                      <a:pt x="370141" y="43910"/>
                      <a:pt x="394811" y="68580"/>
                      <a:pt x="438816" y="112585"/>
                    </a:cubicBezTo>
                    <a:lnTo>
                      <a:pt x="438816" y="746665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2279" name="Google Shape;2279;p78"/>
              <p:cNvGrpSpPr/>
              <p:nvPr/>
            </p:nvGrpSpPr>
            <p:grpSpPr>
              <a:xfrm>
                <a:off x="10776489" y="3625310"/>
                <a:ext cx="313848" cy="288226"/>
                <a:chOff x="10776489" y="3625310"/>
                <a:chExt cx="313848" cy="288226"/>
              </a:xfrm>
            </p:grpSpPr>
            <p:sp>
              <p:nvSpPr>
                <p:cNvPr id="2280" name="Google Shape;2280;p78"/>
                <p:cNvSpPr/>
                <p:nvPr/>
              </p:nvSpPr>
              <p:spPr>
                <a:xfrm>
                  <a:off x="10776489" y="3625310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281" name="Google Shape;2281;p78"/>
                <p:cNvSpPr/>
                <p:nvPr/>
              </p:nvSpPr>
              <p:spPr>
                <a:xfrm>
                  <a:off x="10776489" y="3678650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282" name="Google Shape;2282;p78"/>
                <p:cNvSpPr/>
                <p:nvPr/>
              </p:nvSpPr>
              <p:spPr>
                <a:xfrm>
                  <a:off x="10776489" y="3731990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283" name="Google Shape;2283;p78"/>
                <p:cNvSpPr/>
                <p:nvPr/>
              </p:nvSpPr>
              <p:spPr>
                <a:xfrm>
                  <a:off x="10776489" y="3785425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284" name="Google Shape;2284;p78"/>
                <p:cNvSpPr/>
                <p:nvPr/>
              </p:nvSpPr>
              <p:spPr>
                <a:xfrm>
                  <a:off x="10776489" y="3838765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285" name="Google Shape;2285;p78"/>
                <p:cNvSpPr/>
                <p:nvPr/>
              </p:nvSpPr>
              <p:spPr>
                <a:xfrm>
                  <a:off x="10776489" y="3892105"/>
                  <a:ext cx="184689" cy="21431"/>
                </a:xfrm>
                <a:custGeom>
                  <a:rect b="b" l="l" r="r" t="t"/>
                  <a:pathLst>
                    <a:path extrusionOk="0" h="21431" w="184689">
                      <a:moveTo>
                        <a:pt x="0" y="0"/>
                      </a:moveTo>
                      <a:lnTo>
                        <a:pt x="184690" y="0"/>
                      </a:lnTo>
                      <a:lnTo>
                        <a:pt x="184690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rgbClr val="42444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2286" name="Google Shape;2286;p78"/>
              <p:cNvGrpSpPr/>
              <p:nvPr/>
            </p:nvGrpSpPr>
            <p:grpSpPr>
              <a:xfrm>
                <a:off x="10776489" y="3999547"/>
                <a:ext cx="313848" cy="181546"/>
                <a:chOff x="10776489" y="3999547"/>
                <a:chExt cx="313848" cy="181546"/>
              </a:xfrm>
            </p:grpSpPr>
            <p:sp>
              <p:nvSpPr>
                <p:cNvPr id="2287" name="Google Shape;2287;p78"/>
                <p:cNvSpPr/>
                <p:nvPr/>
              </p:nvSpPr>
              <p:spPr>
                <a:xfrm>
                  <a:off x="10776489" y="3999547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288" name="Google Shape;2288;p78"/>
                <p:cNvSpPr/>
                <p:nvPr/>
              </p:nvSpPr>
              <p:spPr>
                <a:xfrm>
                  <a:off x="10776489" y="4052887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289" name="Google Shape;2289;p78"/>
                <p:cNvSpPr/>
                <p:nvPr/>
              </p:nvSpPr>
              <p:spPr>
                <a:xfrm>
                  <a:off x="10776489" y="4106322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290" name="Google Shape;2290;p78"/>
                <p:cNvSpPr/>
                <p:nvPr/>
              </p:nvSpPr>
              <p:spPr>
                <a:xfrm>
                  <a:off x="10776489" y="4159662"/>
                  <a:ext cx="184689" cy="21431"/>
                </a:xfrm>
                <a:custGeom>
                  <a:rect b="b" l="l" r="r" t="t"/>
                  <a:pathLst>
                    <a:path extrusionOk="0" h="21431" w="184689">
                      <a:moveTo>
                        <a:pt x="0" y="0"/>
                      </a:moveTo>
                      <a:lnTo>
                        <a:pt x="184690" y="0"/>
                      </a:lnTo>
                      <a:lnTo>
                        <a:pt x="184690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rgbClr val="42444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2291" name="Google Shape;2291;p78"/>
              <p:cNvSpPr/>
              <p:nvPr/>
            </p:nvSpPr>
            <p:spPr>
              <a:xfrm>
                <a:off x="11039951" y="3528536"/>
                <a:ext cx="112584" cy="112585"/>
              </a:xfrm>
              <a:custGeom>
                <a:rect b="b" l="l" r="r" t="t"/>
                <a:pathLst>
                  <a:path extrusionOk="0" h="112585" w="112584">
                    <a:moveTo>
                      <a:pt x="112585" y="112585"/>
                    </a:moveTo>
                    <a:lnTo>
                      <a:pt x="0" y="112585"/>
                    </a:lnTo>
                    <a:lnTo>
                      <a:pt x="0" y="0"/>
                    </a:lnTo>
                    <a:lnTo>
                      <a:pt x="0" y="0"/>
                    </a:lnTo>
                    <a:cubicBezTo>
                      <a:pt x="43910" y="43910"/>
                      <a:pt x="68580" y="68580"/>
                      <a:pt x="112585" y="112585"/>
                    </a:cubicBezTo>
                    <a:lnTo>
                      <a:pt x="112585" y="112585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292" name="Google Shape;2292;p78"/>
            <p:cNvGrpSpPr/>
            <p:nvPr/>
          </p:nvGrpSpPr>
          <p:grpSpPr>
            <a:xfrm>
              <a:off x="10572463" y="3657790"/>
              <a:ext cx="438817" cy="746569"/>
              <a:chOff x="10572463" y="3657790"/>
              <a:chExt cx="438817" cy="746569"/>
            </a:xfrm>
          </p:grpSpPr>
          <p:sp>
            <p:nvSpPr>
              <p:cNvPr id="2293" name="Google Shape;2293;p78"/>
              <p:cNvSpPr/>
              <p:nvPr/>
            </p:nvSpPr>
            <p:spPr>
              <a:xfrm>
                <a:off x="10572463" y="3657790"/>
                <a:ext cx="438817" cy="746569"/>
              </a:xfrm>
              <a:custGeom>
                <a:rect b="b" l="l" r="r" t="t"/>
                <a:pathLst>
                  <a:path extrusionOk="0" h="746569" w="438817">
                    <a:moveTo>
                      <a:pt x="438722" y="746570"/>
                    </a:moveTo>
                    <a:lnTo>
                      <a:pt x="0" y="746570"/>
                    </a:lnTo>
                    <a:lnTo>
                      <a:pt x="0" y="0"/>
                    </a:lnTo>
                    <a:lnTo>
                      <a:pt x="326231" y="0"/>
                    </a:lnTo>
                    <a:cubicBezTo>
                      <a:pt x="370141" y="43910"/>
                      <a:pt x="394812" y="68580"/>
                      <a:pt x="438817" y="112586"/>
                    </a:cubicBezTo>
                    <a:lnTo>
                      <a:pt x="438817" y="74657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2294" name="Google Shape;2294;p78"/>
              <p:cNvGrpSpPr/>
              <p:nvPr/>
            </p:nvGrpSpPr>
            <p:grpSpPr>
              <a:xfrm>
                <a:off x="10635138" y="3754469"/>
                <a:ext cx="313848" cy="288321"/>
                <a:chOff x="10635138" y="3754469"/>
                <a:chExt cx="313848" cy="288321"/>
              </a:xfrm>
            </p:grpSpPr>
            <p:sp>
              <p:nvSpPr>
                <p:cNvPr id="2295" name="Google Shape;2295;p78"/>
                <p:cNvSpPr/>
                <p:nvPr/>
              </p:nvSpPr>
              <p:spPr>
                <a:xfrm>
                  <a:off x="10635138" y="3754469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296" name="Google Shape;2296;p78"/>
                <p:cNvSpPr/>
                <p:nvPr/>
              </p:nvSpPr>
              <p:spPr>
                <a:xfrm>
                  <a:off x="10635138" y="3807904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297" name="Google Shape;2297;p78"/>
                <p:cNvSpPr/>
                <p:nvPr/>
              </p:nvSpPr>
              <p:spPr>
                <a:xfrm>
                  <a:off x="10635138" y="3861244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298" name="Google Shape;2298;p78"/>
                <p:cNvSpPr/>
                <p:nvPr/>
              </p:nvSpPr>
              <p:spPr>
                <a:xfrm>
                  <a:off x="10635138" y="3914584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299" name="Google Shape;2299;p78"/>
                <p:cNvSpPr/>
                <p:nvPr/>
              </p:nvSpPr>
              <p:spPr>
                <a:xfrm>
                  <a:off x="10635138" y="3968019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300" name="Google Shape;2300;p78"/>
                <p:cNvSpPr/>
                <p:nvPr/>
              </p:nvSpPr>
              <p:spPr>
                <a:xfrm>
                  <a:off x="10635138" y="4021359"/>
                  <a:ext cx="184689" cy="21431"/>
                </a:xfrm>
                <a:custGeom>
                  <a:rect b="b" l="l" r="r" t="t"/>
                  <a:pathLst>
                    <a:path extrusionOk="0" h="21431" w="184689">
                      <a:moveTo>
                        <a:pt x="0" y="0"/>
                      </a:moveTo>
                      <a:lnTo>
                        <a:pt x="184689" y="0"/>
                      </a:lnTo>
                      <a:lnTo>
                        <a:pt x="184689" y="21431"/>
                      </a:lnTo>
                      <a:lnTo>
                        <a:pt x="-1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2301" name="Google Shape;2301;p78"/>
              <p:cNvGrpSpPr/>
              <p:nvPr/>
            </p:nvGrpSpPr>
            <p:grpSpPr>
              <a:xfrm>
                <a:off x="10635138" y="4128801"/>
                <a:ext cx="313848" cy="181547"/>
                <a:chOff x="10635138" y="4128801"/>
                <a:chExt cx="313848" cy="181547"/>
              </a:xfrm>
            </p:grpSpPr>
            <p:sp>
              <p:nvSpPr>
                <p:cNvPr id="2302" name="Google Shape;2302;p78"/>
                <p:cNvSpPr/>
                <p:nvPr/>
              </p:nvSpPr>
              <p:spPr>
                <a:xfrm>
                  <a:off x="10635138" y="4128801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303" name="Google Shape;2303;p78"/>
                <p:cNvSpPr/>
                <p:nvPr/>
              </p:nvSpPr>
              <p:spPr>
                <a:xfrm>
                  <a:off x="10635138" y="4182141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304" name="Google Shape;2304;p78"/>
                <p:cNvSpPr/>
                <p:nvPr/>
              </p:nvSpPr>
              <p:spPr>
                <a:xfrm>
                  <a:off x="10635138" y="4235481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305" name="Google Shape;2305;p78"/>
                <p:cNvSpPr/>
                <p:nvPr/>
              </p:nvSpPr>
              <p:spPr>
                <a:xfrm>
                  <a:off x="10635138" y="4288917"/>
                  <a:ext cx="184689" cy="21431"/>
                </a:xfrm>
                <a:custGeom>
                  <a:rect b="b" l="l" r="r" t="t"/>
                  <a:pathLst>
                    <a:path extrusionOk="0" h="21431" w="184689">
                      <a:moveTo>
                        <a:pt x="0" y="0"/>
                      </a:moveTo>
                      <a:lnTo>
                        <a:pt x="184689" y="0"/>
                      </a:lnTo>
                      <a:lnTo>
                        <a:pt x="184689" y="21431"/>
                      </a:lnTo>
                      <a:lnTo>
                        <a:pt x="-1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2306" name="Google Shape;2306;p78"/>
              <p:cNvSpPr/>
              <p:nvPr/>
            </p:nvSpPr>
            <p:spPr>
              <a:xfrm>
                <a:off x="10898599" y="3657790"/>
                <a:ext cx="112586" cy="112585"/>
              </a:xfrm>
              <a:custGeom>
                <a:rect b="b" l="l" r="r" t="t"/>
                <a:pathLst>
                  <a:path extrusionOk="0" h="112585" w="112586">
                    <a:moveTo>
                      <a:pt x="112586" y="112586"/>
                    </a:moveTo>
                    <a:lnTo>
                      <a:pt x="0" y="112586"/>
                    </a:lnTo>
                    <a:lnTo>
                      <a:pt x="0" y="0"/>
                    </a:lnTo>
                    <a:lnTo>
                      <a:pt x="0" y="0"/>
                    </a:lnTo>
                    <a:cubicBezTo>
                      <a:pt x="43910" y="43910"/>
                      <a:pt x="68581" y="68580"/>
                      <a:pt x="112586" y="112586"/>
                    </a:cubicBezTo>
                    <a:lnTo>
                      <a:pt x="112586" y="112586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307" name="Google Shape;2307;p78"/>
          <p:cNvGrpSpPr/>
          <p:nvPr/>
        </p:nvGrpSpPr>
        <p:grpSpPr>
          <a:xfrm flipH="1">
            <a:off x="8768853" y="1439765"/>
            <a:ext cx="22030" cy="294484"/>
            <a:chOff x="10809827" y="4402455"/>
            <a:chExt cx="24764" cy="330993"/>
          </a:xfrm>
        </p:grpSpPr>
        <p:sp>
          <p:nvSpPr>
            <p:cNvPr id="2308" name="Google Shape;2308;p78"/>
            <p:cNvSpPr/>
            <p:nvPr/>
          </p:nvSpPr>
          <p:spPr>
            <a:xfrm>
              <a:off x="10822209" y="4414266"/>
              <a:ext cx="9525" cy="307467"/>
            </a:xfrm>
            <a:custGeom>
              <a:rect b="b" l="l" r="r" t="t"/>
              <a:pathLst>
                <a:path extrusionOk="0" h="307467" w="9525">
                  <a:moveTo>
                    <a:pt x="-1" y="307467"/>
                  </a:moveTo>
                  <a:lnTo>
                    <a:pt x="-1" y="0"/>
                  </a:lnTo>
                </a:path>
              </a:pathLst>
            </a:custGeom>
            <a:solidFill>
              <a:schemeClr val="accent4"/>
            </a:solidFill>
            <a:ln cap="flat" cmpd="sng" w="10950">
              <a:solidFill>
                <a:schemeClr val="accent4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09" name="Google Shape;2309;p78"/>
            <p:cNvSpPr/>
            <p:nvPr/>
          </p:nvSpPr>
          <p:spPr>
            <a:xfrm>
              <a:off x="10809827" y="4708683"/>
              <a:ext cx="24764" cy="24765"/>
            </a:xfrm>
            <a:custGeom>
              <a:rect b="b" l="l" r="r" t="t"/>
              <a:pathLst>
                <a:path extrusionOk="0" h="24765" w="24764">
                  <a:moveTo>
                    <a:pt x="24765" y="12382"/>
                  </a:moveTo>
                  <a:cubicBezTo>
                    <a:pt x="24765" y="19240"/>
                    <a:pt x="19241" y="24765"/>
                    <a:pt x="12382" y="24765"/>
                  </a:cubicBezTo>
                  <a:cubicBezTo>
                    <a:pt x="5524" y="24765"/>
                    <a:pt x="0" y="19240"/>
                    <a:pt x="0" y="12382"/>
                  </a:cubicBezTo>
                  <a:cubicBezTo>
                    <a:pt x="0" y="5524"/>
                    <a:pt x="5524" y="0"/>
                    <a:pt x="12382" y="0"/>
                  </a:cubicBezTo>
                  <a:cubicBezTo>
                    <a:pt x="19241" y="0"/>
                    <a:pt x="24765" y="5524"/>
                    <a:pt x="24765" y="12382"/>
                  </a:cubicBezTo>
                  <a:close/>
                </a:path>
              </a:pathLst>
            </a:cu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10" name="Google Shape;2310;p78"/>
            <p:cNvSpPr/>
            <p:nvPr/>
          </p:nvSpPr>
          <p:spPr>
            <a:xfrm>
              <a:off x="10809827" y="4402455"/>
              <a:ext cx="24764" cy="24764"/>
            </a:xfrm>
            <a:custGeom>
              <a:rect b="b" l="l" r="r" t="t"/>
              <a:pathLst>
                <a:path extrusionOk="0" h="24764" w="24764">
                  <a:moveTo>
                    <a:pt x="24765" y="12382"/>
                  </a:moveTo>
                  <a:cubicBezTo>
                    <a:pt x="24765" y="5524"/>
                    <a:pt x="19241" y="0"/>
                    <a:pt x="12382" y="0"/>
                  </a:cubicBezTo>
                  <a:cubicBezTo>
                    <a:pt x="5524" y="0"/>
                    <a:pt x="0" y="5524"/>
                    <a:pt x="0" y="12382"/>
                  </a:cubicBezTo>
                  <a:cubicBezTo>
                    <a:pt x="0" y="19240"/>
                    <a:pt x="5524" y="24765"/>
                    <a:pt x="12382" y="24765"/>
                  </a:cubicBezTo>
                  <a:cubicBezTo>
                    <a:pt x="19241" y="24765"/>
                    <a:pt x="24765" y="19240"/>
                    <a:pt x="24765" y="12382"/>
                  </a:cubicBezTo>
                  <a:close/>
                </a:path>
              </a:pathLst>
            </a:cu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311" name="Google Shape;2311;p78"/>
          <p:cNvSpPr/>
          <p:nvPr/>
        </p:nvSpPr>
        <p:spPr>
          <a:xfrm flipH="1" rot="8662747">
            <a:off x="7370974" y="4168319"/>
            <a:ext cx="2746019" cy="1921687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312" name="Google Shape;2312;p78"/>
          <p:cNvGrpSpPr/>
          <p:nvPr/>
        </p:nvGrpSpPr>
        <p:grpSpPr>
          <a:xfrm flipH="1">
            <a:off x="122956" y="4228558"/>
            <a:ext cx="829992" cy="750888"/>
            <a:chOff x="8114596" y="445039"/>
            <a:chExt cx="633002" cy="572716"/>
          </a:xfrm>
        </p:grpSpPr>
        <p:grpSp>
          <p:nvGrpSpPr>
            <p:cNvPr id="2313" name="Google Shape;2313;p78"/>
            <p:cNvGrpSpPr/>
            <p:nvPr/>
          </p:nvGrpSpPr>
          <p:grpSpPr>
            <a:xfrm>
              <a:off x="8114596" y="445039"/>
              <a:ext cx="633002" cy="572716"/>
              <a:chOff x="7189660" y="520827"/>
              <a:chExt cx="598074" cy="541115"/>
            </a:xfrm>
          </p:grpSpPr>
          <p:sp>
            <p:nvSpPr>
              <p:cNvPr id="2314" name="Google Shape;2314;p78"/>
              <p:cNvSpPr/>
              <p:nvPr/>
            </p:nvSpPr>
            <p:spPr>
              <a:xfrm>
                <a:off x="7189660" y="520827"/>
                <a:ext cx="598074" cy="541115"/>
              </a:xfrm>
              <a:custGeom>
                <a:rect b="b" l="l" r="r" t="t"/>
                <a:pathLst>
                  <a:path extrusionOk="0" h="541115" w="598074">
                    <a:moveTo>
                      <a:pt x="557022" y="0"/>
                    </a:moveTo>
                    <a:cubicBezTo>
                      <a:pt x="579695" y="0"/>
                      <a:pt x="598075" y="18380"/>
                      <a:pt x="598075" y="41053"/>
                    </a:cubicBezTo>
                    <a:lnTo>
                      <a:pt x="598075" y="500063"/>
                    </a:lnTo>
                    <a:cubicBezTo>
                      <a:pt x="598075" y="522735"/>
                      <a:pt x="579695" y="541115"/>
                      <a:pt x="557022" y="541115"/>
                    </a:cubicBezTo>
                    <a:lnTo>
                      <a:pt x="41053" y="541115"/>
                    </a:lnTo>
                    <a:cubicBezTo>
                      <a:pt x="18380" y="541115"/>
                      <a:pt x="0" y="522735"/>
                      <a:pt x="0" y="500063"/>
                    </a:cubicBezTo>
                    <a:lnTo>
                      <a:pt x="0" y="41053"/>
                    </a:lnTo>
                    <a:cubicBezTo>
                      <a:pt x="0" y="18380"/>
                      <a:pt x="18380" y="0"/>
                      <a:pt x="410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2315" name="Google Shape;2315;p78"/>
              <p:cNvGrpSpPr/>
              <p:nvPr/>
            </p:nvGrpSpPr>
            <p:grpSpPr>
              <a:xfrm>
                <a:off x="7579137" y="551973"/>
                <a:ext cx="164782" cy="41529"/>
                <a:chOff x="7579137" y="551973"/>
                <a:chExt cx="164782" cy="41529"/>
              </a:xfrm>
            </p:grpSpPr>
            <p:sp>
              <p:nvSpPr>
                <p:cNvPr id="2316" name="Google Shape;2316;p78"/>
                <p:cNvSpPr/>
                <p:nvPr/>
              </p:nvSpPr>
              <p:spPr>
                <a:xfrm>
                  <a:off x="7702391" y="551973"/>
                  <a:ext cx="41528" cy="41529"/>
                </a:xfrm>
                <a:custGeom>
                  <a:rect b="b" l="l" r="r" t="t"/>
                  <a:pathLst>
                    <a:path extrusionOk="0" h="41529" w="41528">
                      <a:moveTo>
                        <a:pt x="41529" y="20765"/>
                      </a:moveTo>
                      <a:cubicBezTo>
                        <a:pt x="41529" y="32290"/>
                        <a:pt x="32195" y="41529"/>
                        <a:pt x="20764" y="41529"/>
                      </a:cubicBezTo>
                      <a:cubicBezTo>
                        <a:pt x="9334" y="41529"/>
                        <a:pt x="0" y="32195"/>
                        <a:pt x="0" y="20765"/>
                      </a:cubicBezTo>
                      <a:cubicBezTo>
                        <a:pt x="0" y="9335"/>
                        <a:pt x="9334" y="0"/>
                        <a:pt x="20764" y="0"/>
                      </a:cubicBezTo>
                      <a:cubicBezTo>
                        <a:pt x="32195" y="0"/>
                        <a:pt x="41529" y="9335"/>
                        <a:pt x="41529" y="20765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317" name="Google Shape;2317;p78"/>
                <p:cNvSpPr/>
                <p:nvPr/>
              </p:nvSpPr>
              <p:spPr>
                <a:xfrm>
                  <a:off x="7640764" y="551973"/>
                  <a:ext cx="41528" cy="41529"/>
                </a:xfrm>
                <a:custGeom>
                  <a:rect b="b" l="l" r="r" t="t"/>
                  <a:pathLst>
                    <a:path extrusionOk="0" h="41529" w="41528">
                      <a:moveTo>
                        <a:pt x="41529" y="20765"/>
                      </a:moveTo>
                      <a:cubicBezTo>
                        <a:pt x="41529" y="32290"/>
                        <a:pt x="32195" y="41529"/>
                        <a:pt x="20764" y="41529"/>
                      </a:cubicBezTo>
                      <a:cubicBezTo>
                        <a:pt x="9334" y="41529"/>
                        <a:pt x="0" y="32195"/>
                        <a:pt x="0" y="20765"/>
                      </a:cubicBezTo>
                      <a:cubicBezTo>
                        <a:pt x="0" y="9335"/>
                        <a:pt x="9334" y="0"/>
                        <a:pt x="20764" y="0"/>
                      </a:cubicBezTo>
                      <a:cubicBezTo>
                        <a:pt x="32195" y="0"/>
                        <a:pt x="41529" y="9335"/>
                        <a:pt x="41529" y="20765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318" name="Google Shape;2318;p78"/>
                <p:cNvSpPr/>
                <p:nvPr/>
              </p:nvSpPr>
              <p:spPr>
                <a:xfrm>
                  <a:off x="7579137" y="551973"/>
                  <a:ext cx="41528" cy="41529"/>
                </a:xfrm>
                <a:custGeom>
                  <a:rect b="b" l="l" r="r" t="t"/>
                  <a:pathLst>
                    <a:path extrusionOk="0" h="41529" w="41528">
                      <a:moveTo>
                        <a:pt x="41529" y="20765"/>
                      </a:moveTo>
                      <a:cubicBezTo>
                        <a:pt x="41529" y="32290"/>
                        <a:pt x="32195" y="41529"/>
                        <a:pt x="20764" y="41529"/>
                      </a:cubicBezTo>
                      <a:cubicBezTo>
                        <a:pt x="9334" y="41529"/>
                        <a:pt x="0" y="32195"/>
                        <a:pt x="0" y="20765"/>
                      </a:cubicBezTo>
                      <a:cubicBezTo>
                        <a:pt x="0" y="9335"/>
                        <a:pt x="9334" y="0"/>
                        <a:pt x="20764" y="0"/>
                      </a:cubicBezTo>
                      <a:cubicBezTo>
                        <a:pt x="32195" y="0"/>
                        <a:pt x="41529" y="9335"/>
                        <a:pt x="41529" y="20765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2319" name="Google Shape;2319;p78"/>
            <p:cNvGrpSpPr/>
            <p:nvPr/>
          </p:nvGrpSpPr>
          <p:grpSpPr>
            <a:xfrm>
              <a:off x="8184962" y="619646"/>
              <a:ext cx="498115" cy="257273"/>
              <a:chOff x="7256144" y="685800"/>
              <a:chExt cx="470630" cy="243077"/>
            </a:xfrm>
          </p:grpSpPr>
          <p:sp>
            <p:nvSpPr>
              <p:cNvPr id="2320" name="Google Shape;2320;p78"/>
              <p:cNvSpPr/>
              <p:nvPr/>
            </p:nvSpPr>
            <p:spPr>
              <a:xfrm>
                <a:off x="7256144" y="694753"/>
                <a:ext cx="218503" cy="218217"/>
              </a:xfrm>
              <a:custGeom>
                <a:rect b="b" l="l" r="r" t="t"/>
                <a:pathLst>
                  <a:path extrusionOk="0" h="218217" w="218503">
                    <a:moveTo>
                      <a:pt x="216598" y="129540"/>
                    </a:moveTo>
                    <a:cubicBezTo>
                      <a:pt x="217837" y="122968"/>
                      <a:pt x="218504" y="116110"/>
                      <a:pt x="218504" y="109156"/>
                    </a:cubicBezTo>
                    <a:cubicBezTo>
                      <a:pt x="218504" y="102203"/>
                      <a:pt x="217837" y="95440"/>
                      <a:pt x="216598" y="88773"/>
                    </a:cubicBezTo>
                    <a:lnTo>
                      <a:pt x="181261" y="88773"/>
                    </a:lnTo>
                    <a:cubicBezTo>
                      <a:pt x="179641" y="83058"/>
                      <a:pt x="177451" y="77724"/>
                      <a:pt x="174593" y="72676"/>
                    </a:cubicBezTo>
                    <a:lnTo>
                      <a:pt x="199549" y="47720"/>
                    </a:lnTo>
                    <a:cubicBezTo>
                      <a:pt x="191834" y="36385"/>
                      <a:pt x="182118" y="26670"/>
                      <a:pt x="170783" y="18955"/>
                    </a:cubicBezTo>
                    <a:lnTo>
                      <a:pt x="145732" y="44005"/>
                    </a:lnTo>
                    <a:cubicBezTo>
                      <a:pt x="140684" y="41148"/>
                      <a:pt x="135255" y="38957"/>
                      <a:pt x="129635" y="37338"/>
                    </a:cubicBezTo>
                    <a:lnTo>
                      <a:pt x="129635" y="1905"/>
                    </a:lnTo>
                    <a:cubicBezTo>
                      <a:pt x="123063" y="667"/>
                      <a:pt x="116205" y="0"/>
                      <a:pt x="109252" y="0"/>
                    </a:cubicBezTo>
                    <a:cubicBezTo>
                      <a:pt x="102298" y="0"/>
                      <a:pt x="95536" y="667"/>
                      <a:pt x="88868" y="1905"/>
                    </a:cubicBezTo>
                    <a:lnTo>
                      <a:pt x="88868" y="37338"/>
                    </a:lnTo>
                    <a:cubicBezTo>
                      <a:pt x="83154" y="38957"/>
                      <a:pt x="77819" y="41148"/>
                      <a:pt x="72771" y="44005"/>
                    </a:cubicBezTo>
                    <a:lnTo>
                      <a:pt x="47720" y="18955"/>
                    </a:lnTo>
                    <a:cubicBezTo>
                      <a:pt x="36386" y="26670"/>
                      <a:pt x="26670" y="36481"/>
                      <a:pt x="18955" y="47720"/>
                    </a:cubicBezTo>
                    <a:lnTo>
                      <a:pt x="43910" y="72676"/>
                    </a:lnTo>
                    <a:cubicBezTo>
                      <a:pt x="41053" y="77724"/>
                      <a:pt x="38862" y="83153"/>
                      <a:pt x="37243" y="88773"/>
                    </a:cubicBezTo>
                    <a:lnTo>
                      <a:pt x="1905" y="88773"/>
                    </a:lnTo>
                    <a:cubicBezTo>
                      <a:pt x="667" y="95345"/>
                      <a:pt x="0" y="102203"/>
                      <a:pt x="0" y="109156"/>
                    </a:cubicBezTo>
                    <a:cubicBezTo>
                      <a:pt x="0" y="116110"/>
                      <a:pt x="667" y="122873"/>
                      <a:pt x="1905" y="129540"/>
                    </a:cubicBezTo>
                    <a:lnTo>
                      <a:pt x="37243" y="129540"/>
                    </a:lnTo>
                    <a:cubicBezTo>
                      <a:pt x="38862" y="135255"/>
                      <a:pt x="41053" y="140589"/>
                      <a:pt x="43910" y="145637"/>
                    </a:cubicBezTo>
                    <a:lnTo>
                      <a:pt x="18955" y="170593"/>
                    </a:lnTo>
                    <a:cubicBezTo>
                      <a:pt x="26670" y="181928"/>
                      <a:pt x="36386" y="191643"/>
                      <a:pt x="47720" y="199358"/>
                    </a:cubicBezTo>
                    <a:lnTo>
                      <a:pt x="72771" y="174308"/>
                    </a:lnTo>
                    <a:cubicBezTo>
                      <a:pt x="77819" y="177165"/>
                      <a:pt x="83248" y="179356"/>
                      <a:pt x="88868" y="180975"/>
                    </a:cubicBezTo>
                    <a:lnTo>
                      <a:pt x="88868" y="216313"/>
                    </a:lnTo>
                    <a:cubicBezTo>
                      <a:pt x="95441" y="217551"/>
                      <a:pt x="102298" y="218218"/>
                      <a:pt x="109252" y="218218"/>
                    </a:cubicBezTo>
                    <a:cubicBezTo>
                      <a:pt x="116205" y="218218"/>
                      <a:pt x="122968" y="217551"/>
                      <a:pt x="129635" y="216313"/>
                    </a:cubicBezTo>
                    <a:lnTo>
                      <a:pt x="129635" y="180975"/>
                    </a:lnTo>
                    <a:cubicBezTo>
                      <a:pt x="135350" y="179356"/>
                      <a:pt x="140684" y="177070"/>
                      <a:pt x="145732" y="174308"/>
                    </a:cubicBezTo>
                    <a:lnTo>
                      <a:pt x="170783" y="199358"/>
                    </a:lnTo>
                    <a:cubicBezTo>
                      <a:pt x="182118" y="191643"/>
                      <a:pt x="191834" y="181928"/>
                      <a:pt x="199549" y="170593"/>
                    </a:cubicBezTo>
                    <a:lnTo>
                      <a:pt x="174593" y="145542"/>
                    </a:lnTo>
                    <a:cubicBezTo>
                      <a:pt x="177451" y="140494"/>
                      <a:pt x="179641" y="135064"/>
                      <a:pt x="181261" y="129445"/>
                    </a:cubicBezTo>
                    <a:lnTo>
                      <a:pt x="216598" y="129445"/>
                    </a:lnTo>
                    <a:close/>
                    <a:moveTo>
                      <a:pt x="109252" y="131255"/>
                    </a:moveTo>
                    <a:cubicBezTo>
                      <a:pt x="97060" y="131255"/>
                      <a:pt x="87249" y="121349"/>
                      <a:pt x="87249" y="109252"/>
                    </a:cubicBezTo>
                    <a:cubicBezTo>
                      <a:pt x="87249" y="97155"/>
                      <a:pt x="97155" y="87249"/>
                      <a:pt x="109252" y="87249"/>
                    </a:cubicBezTo>
                    <a:cubicBezTo>
                      <a:pt x="121348" y="87249"/>
                      <a:pt x="131255" y="97155"/>
                      <a:pt x="131255" y="109252"/>
                    </a:cubicBezTo>
                    <a:cubicBezTo>
                      <a:pt x="131255" y="121349"/>
                      <a:pt x="121348" y="131255"/>
                      <a:pt x="109252" y="131255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2321" name="Google Shape;2321;p78"/>
              <p:cNvGrpSpPr/>
              <p:nvPr/>
            </p:nvGrpSpPr>
            <p:grpSpPr>
              <a:xfrm>
                <a:off x="7512843" y="685800"/>
                <a:ext cx="213931" cy="243077"/>
                <a:chOff x="7512843" y="685800"/>
                <a:chExt cx="213931" cy="243077"/>
              </a:xfrm>
            </p:grpSpPr>
            <p:grpSp>
              <p:nvGrpSpPr>
                <p:cNvPr id="2322" name="Google Shape;2322;p78"/>
                <p:cNvGrpSpPr/>
                <p:nvPr/>
              </p:nvGrpSpPr>
              <p:grpSpPr>
                <a:xfrm>
                  <a:off x="7512843" y="836580"/>
                  <a:ext cx="213931" cy="92297"/>
                  <a:chOff x="7512843" y="836580"/>
                  <a:chExt cx="213931" cy="92297"/>
                </a:xfrm>
              </p:grpSpPr>
              <p:sp>
                <p:nvSpPr>
                  <p:cNvPr id="2323" name="Google Shape;2323;p78"/>
                  <p:cNvSpPr/>
                  <p:nvPr/>
                </p:nvSpPr>
                <p:spPr>
                  <a:xfrm>
                    <a:off x="7512843" y="856011"/>
                    <a:ext cx="213931" cy="72866"/>
                  </a:xfrm>
                  <a:custGeom>
                    <a:rect b="b" l="l" r="r" t="t"/>
                    <a:pathLst>
                      <a:path extrusionOk="0" h="72866" w="213931">
                        <a:moveTo>
                          <a:pt x="0" y="0"/>
                        </a:moveTo>
                        <a:lnTo>
                          <a:pt x="0" y="53435"/>
                        </a:lnTo>
                        <a:cubicBezTo>
                          <a:pt x="0" y="64199"/>
                          <a:pt x="47911" y="72866"/>
                          <a:pt x="106966" y="72866"/>
                        </a:cubicBezTo>
                        <a:cubicBezTo>
                          <a:pt x="166021" y="72866"/>
                          <a:pt x="213932" y="64199"/>
                          <a:pt x="213932" y="53435"/>
                        </a:cubicBezTo>
                        <a:lnTo>
                          <a:pt x="213932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324" name="Google Shape;2324;p78"/>
                  <p:cNvSpPr/>
                  <p:nvPr/>
                </p:nvSpPr>
                <p:spPr>
                  <a:xfrm>
                    <a:off x="7512843" y="836580"/>
                    <a:ext cx="213931" cy="38861"/>
                  </a:xfrm>
                  <a:custGeom>
                    <a:rect b="b" l="l" r="r" t="t"/>
                    <a:pathLst>
                      <a:path extrusionOk="0" h="38861" w="213931">
                        <a:moveTo>
                          <a:pt x="213932" y="19431"/>
                        </a:moveTo>
                        <a:cubicBezTo>
                          <a:pt x="213932" y="30162"/>
                          <a:pt x="166042" y="38862"/>
                          <a:pt x="106966" y="38862"/>
                        </a:cubicBezTo>
                        <a:cubicBezTo>
                          <a:pt x="47891" y="38862"/>
                          <a:pt x="1" y="30162"/>
                          <a:pt x="1" y="19431"/>
                        </a:cubicBezTo>
                        <a:cubicBezTo>
                          <a:pt x="1" y="8700"/>
                          <a:pt x="47891" y="0"/>
                          <a:pt x="106966" y="0"/>
                        </a:cubicBezTo>
                        <a:cubicBezTo>
                          <a:pt x="166042" y="0"/>
                          <a:pt x="213932" y="8700"/>
                          <a:pt x="213932" y="19431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2325" name="Google Shape;2325;p78"/>
                <p:cNvGrpSpPr/>
                <p:nvPr/>
              </p:nvGrpSpPr>
              <p:grpSpPr>
                <a:xfrm>
                  <a:off x="7512843" y="761238"/>
                  <a:ext cx="213931" cy="92296"/>
                  <a:chOff x="7512843" y="761238"/>
                  <a:chExt cx="213931" cy="92296"/>
                </a:xfrm>
              </p:grpSpPr>
              <p:sp>
                <p:nvSpPr>
                  <p:cNvPr id="2326" name="Google Shape;2326;p78"/>
                  <p:cNvSpPr/>
                  <p:nvPr/>
                </p:nvSpPr>
                <p:spPr>
                  <a:xfrm>
                    <a:off x="7512843" y="780668"/>
                    <a:ext cx="213931" cy="72866"/>
                  </a:xfrm>
                  <a:custGeom>
                    <a:rect b="b" l="l" r="r" t="t"/>
                    <a:pathLst>
                      <a:path extrusionOk="0" h="72866" w="213931">
                        <a:moveTo>
                          <a:pt x="0" y="0"/>
                        </a:moveTo>
                        <a:lnTo>
                          <a:pt x="0" y="53435"/>
                        </a:lnTo>
                        <a:cubicBezTo>
                          <a:pt x="0" y="64199"/>
                          <a:pt x="47911" y="72866"/>
                          <a:pt x="106966" y="72866"/>
                        </a:cubicBezTo>
                        <a:cubicBezTo>
                          <a:pt x="166021" y="72866"/>
                          <a:pt x="213932" y="64199"/>
                          <a:pt x="213932" y="53435"/>
                        </a:cubicBezTo>
                        <a:lnTo>
                          <a:pt x="213932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327" name="Google Shape;2327;p78"/>
                  <p:cNvSpPr/>
                  <p:nvPr/>
                </p:nvSpPr>
                <p:spPr>
                  <a:xfrm>
                    <a:off x="7512843" y="761238"/>
                    <a:ext cx="213931" cy="38861"/>
                  </a:xfrm>
                  <a:custGeom>
                    <a:rect b="b" l="l" r="r" t="t"/>
                    <a:pathLst>
                      <a:path extrusionOk="0" h="38861" w="213931">
                        <a:moveTo>
                          <a:pt x="213932" y="19431"/>
                        </a:moveTo>
                        <a:cubicBezTo>
                          <a:pt x="213932" y="30162"/>
                          <a:pt x="166042" y="38862"/>
                          <a:pt x="106966" y="38862"/>
                        </a:cubicBezTo>
                        <a:cubicBezTo>
                          <a:pt x="47891" y="38862"/>
                          <a:pt x="1" y="30162"/>
                          <a:pt x="1" y="19431"/>
                        </a:cubicBezTo>
                        <a:cubicBezTo>
                          <a:pt x="1" y="8700"/>
                          <a:pt x="47891" y="0"/>
                          <a:pt x="106966" y="0"/>
                        </a:cubicBezTo>
                        <a:cubicBezTo>
                          <a:pt x="166042" y="0"/>
                          <a:pt x="213932" y="8700"/>
                          <a:pt x="213932" y="19431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2328" name="Google Shape;2328;p78"/>
                <p:cNvGrpSpPr/>
                <p:nvPr/>
              </p:nvGrpSpPr>
              <p:grpSpPr>
                <a:xfrm>
                  <a:off x="7512843" y="685800"/>
                  <a:ext cx="213931" cy="92297"/>
                  <a:chOff x="7512843" y="685800"/>
                  <a:chExt cx="213931" cy="92297"/>
                </a:xfrm>
              </p:grpSpPr>
              <p:sp>
                <p:nvSpPr>
                  <p:cNvPr id="2329" name="Google Shape;2329;p78"/>
                  <p:cNvSpPr/>
                  <p:nvPr/>
                </p:nvSpPr>
                <p:spPr>
                  <a:xfrm>
                    <a:off x="7512843" y="705231"/>
                    <a:ext cx="213931" cy="72866"/>
                  </a:xfrm>
                  <a:custGeom>
                    <a:rect b="b" l="l" r="r" t="t"/>
                    <a:pathLst>
                      <a:path extrusionOk="0" h="72866" w="213931">
                        <a:moveTo>
                          <a:pt x="0" y="0"/>
                        </a:moveTo>
                        <a:lnTo>
                          <a:pt x="0" y="53435"/>
                        </a:lnTo>
                        <a:cubicBezTo>
                          <a:pt x="0" y="64198"/>
                          <a:pt x="47911" y="72866"/>
                          <a:pt x="106966" y="72866"/>
                        </a:cubicBezTo>
                        <a:cubicBezTo>
                          <a:pt x="166021" y="72866"/>
                          <a:pt x="213932" y="64198"/>
                          <a:pt x="213932" y="53435"/>
                        </a:cubicBezTo>
                        <a:lnTo>
                          <a:pt x="213932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330" name="Google Shape;2330;p78"/>
                  <p:cNvSpPr/>
                  <p:nvPr/>
                </p:nvSpPr>
                <p:spPr>
                  <a:xfrm>
                    <a:off x="7512843" y="685800"/>
                    <a:ext cx="213931" cy="38861"/>
                  </a:xfrm>
                  <a:custGeom>
                    <a:rect b="b" l="l" r="r" t="t"/>
                    <a:pathLst>
                      <a:path extrusionOk="0" h="38861" w="213931">
                        <a:moveTo>
                          <a:pt x="213932" y="19431"/>
                        </a:moveTo>
                        <a:cubicBezTo>
                          <a:pt x="213932" y="30162"/>
                          <a:pt x="166042" y="38862"/>
                          <a:pt x="106966" y="38862"/>
                        </a:cubicBezTo>
                        <a:cubicBezTo>
                          <a:pt x="47891" y="38862"/>
                          <a:pt x="1" y="30162"/>
                          <a:pt x="1" y="19431"/>
                        </a:cubicBezTo>
                        <a:cubicBezTo>
                          <a:pt x="1" y="8700"/>
                          <a:pt x="47891" y="0"/>
                          <a:pt x="106966" y="0"/>
                        </a:cubicBezTo>
                        <a:cubicBezTo>
                          <a:pt x="166042" y="0"/>
                          <a:pt x="213932" y="8700"/>
                          <a:pt x="213932" y="19431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</p:grpSp>
      </p:grp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331" name="Shape 2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2" name="Google Shape;2332;p7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333" name="Google Shape;2333;p79"/>
          <p:cNvSpPr txBox="1"/>
          <p:nvPr>
            <p:ph idx="1" type="subTitle"/>
          </p:nvPr>
        </p:nvSpPr>
        <p:spPr>
          <a:xfrm>
            <a:off x="4679150" y="2453574"/>
            <a:ext cx="3384300" cy="113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334" name="Google Shape;2334;p79"/>
          <p:cNvSpPr txBox="1"/>
          <p:nvPr>
            <p:ph idx="2" type="subTitle"/>
          </p:nvPr>
        </p:nvSpPr>
        <p:spPr>
          <a:xfrm>
            <a:off x="1080525" y="2453574"/>
            <a:ext cx="3384300" cy="113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335" name="Google Shape;2335;p79"/>
          <p:cNvSpPr txBox="1"/>
          <p:nvPr>
            <p:ph idx="3" type="subTitle"/>
          </p:nvPr>
        </p:nvSpPr>
        <p:spPr>
          <a:xfrm>
            <a:off x="1080536" y="1817200"/>
            <a:ext cx="33843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8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336" name="Google Shape;2336;p79"/>
          <p:cNvSpPr txBox="1"/>
          <p:nvPr>
            <p:ph idx="4" type="subTitle"/>
          </p:nvPr>
        </p:nvSpPr>
        <p:spPr>
          <a:xfrm>
            <a:off x="4679164" y="1817200"/>
            <a:ext cx="33843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8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337" name="Google Shape;2337;p79"/>
          <p:cNvSpPr/>
          <p:nvPr/>
        </p:nvSpPr>
        <p:spPr>
          <a:xfrm rot="5551952">
            <a:off x="-721531" y="4084618"/>
            <a:ext cx="2053998" cy="1765206"/>
          </a:xfrm>
          <a:custGeom>
            <a:rect b="b" l="l" r="r" t="t"/>
            <a:pathLst>
              <a:path extrusionOk="0" h="30330" w="38869">
                <a:moveTo>
                  <a:pt x="24297" y="1"/>
                </a:moveTo>
                <a:cubicBezTo>
                  <a:pt x="23576" y="1"/>
                  <a:pt x="22813" y="81"/>
                  <a:pt x="22018" y="271"/>
                </a:cubicBezTo>
                <a:cubicBezTo>
                  <a:pt x="16904" y="1494"/>
                  <a:pt x="14626" y="5778"/>
                  <a:pt x="11611" y="8671"/>
                </a:cubicBezTo>
                <a:cubicBezTo>
                  <a:pt x="10032" y="10186"/>
                  <a:pt x="7766" y="10684"/>
                  <a:pt x="5916" y="11826"/>
                </a:cubicBezTo>
                <a:cubicBezTo>
                  <a:pt x="0" y="15481"/>
                  <a:pt x="539" y="24197"/>
                  <a:pt x="4874" y="27639"/>
                </a:cubicBezTo>
                <a:cubicBezTo>
                  <a:pt x="7150" y="29445"/>
                  <a:pt x="9815" y="30330"/>
                  <a:pt x="12976" y="30330"/>
                </a:cubicBezTo>
                <a:cubicBezTo>
                  <a:pt x="15025" y="30330"/>
                  <a:pt x="17282" y="29958"/>
                  <a:pt x="19778" y="29225"/>
                </a:cubicBezTo>
                <a:cubicBezTo>
                  <a:pt x="26123" y="27360"/>
                  <a:pt x="30656" y="26268"/>
                  <a:pt x="34763" y="20412"/>
                </a:cubicBezTo>
                <a:cubicBezTo>
                  <a:pt x="38869" y="14558"/>
                  <a:pt x="35544" y="6859"/>
                  <a:pt x="30907" y="2368"/>
                </a:cubicBezTo>
                <a:cubicBezTo>
                  <a:pt x="30907" y="2368"/>
                  <a:pt x="28215" y="1"/>
                  <a:pt x="24297" y="1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8" name="Google Shape;2338;p79"/>
          <p:cNvSpPr/>
          <p:nvPr/>
        </p:nvSpPr>
        <p:spPr>
          <a:xfrm rot="-460685">
            <a:off x="-850641" y="-888875"/>
            <a:ext cx="2082611" cy="1683994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9" name="Google Shape;2339;p79"/>
          <p:cNvSpPr/>
          <p:nvPr/>
        </p:nvSpPr>
        <p:spPr>
          <a:xfrm rot="3259731">
            <a:off x="7063135" y="-804478"/>
            <a:ext cx="3168421" cy="2561976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340" name="Shape 2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1" name="Google Shape;2341;p80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342" name="Google Shape;2342;p80"/>
          <p:cNvSpPr/>
          <p:nvPr/>
        </p:nvSpPr>
        <p:spPr>
          <a:xfrm rot="-9076707">
            <a:off x="85462" y="-755109"/>
            <a:ext cx="1683799" cy="1313891"/>
          </a:xfrm>
          <a:custGeom>
            <a:rect b="b" l="l" r="r" t="t"/>
            <a:pathLst>
              <a:path extrusionOk="0" h="30330" w="38869">
                <a:moveTo>
                  <a:pt x="24297" y="1"/>
                </a:moveTo>
                <a:cubicBezTo>
                  <a:pt x="23576" y="1"/>
                  <a:pt x="22813" y="81"/>
                  <a:pt x="22018" y="271"/>
                </a:cubicBezTo>
                <a:cubicBezTo>
                  <a:pt x="16904" y="1494"/>
                  <a:pt x="14626" y="5778"/>
                  <a:pt x="11611" y="8671"/>
                </a:cubicBezTo>
                <a:cubicBezTo>
                  <a:pt x="10032" y="10186"/>
                  <a:pt x="7766" y="10684"/>
                  <a:pt x="5916" y="11826"/>
                </a:cubicBezTo>
                <a:cubicBezTo>
                  <a:pt x="0" y="15481"/>
                  <a:pt x="539" y="24197"/>
                  <a:pt x="4874" y="27639"/>
                </a:cubicBezTo>
                <a:cubicBezTo>
                  <a:pt x="7150" y="29445"/>
                  <a:pt x="9815" y="30330"/>
                  <a:pt x="12976" y="30330"/>
                </a:cubicBezTo>
                <a:cubicBezTo>
                  <a:pt x="15025" y="30330"/>
                  <a:pt x="17282" y="29958"/>
                  <a:pt x="19778" y="29225"/>
                </a:cubicBezTo>
                <a:cubicBezTo>
                  <a:pt x="26123" y="27360"/>
                  <a:pt x="30656" y="26268"/>
                  <a:pt x="34763" y="20412"/>
                </a:cubicBezTo>
                <a:cubicBezTo>
                  <a:pt x="38869" y="14558"/>
                  <a:pt x="35544" y="6859"/>
                  <a:pt x="30907" y="2368"/>
                </a:cubicBezTo>
                <a:cubicBezTo>
                  <a:pt x="30907" y="2368"/>
                  <a:pt x="28215" y="1"/>
                  <a:pt x="24297" y="1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343" name="Google Shape;2343;p80"/>
          <p:cNvGrpSpPr/>
          <p:nvPr/>
        </p:nvGrpSpPr>
        <p:grpSpPr>
          <a:xfrm>
            <a:off x="6779278" y="192982"/>
            <a:ext cx="2107998" cy="297419"/>
            <a:chOff x="6108096" y="3265836"/>
            <a:chExt cx="1633727" cy="230504"/>
          </a:xfrm>
        </p:grpSpPr>
        <p:sp>
          <p:nvSpPr>
            <p:cNvPr id="2344" name="Google Shape;2344;p80"/>
            <p:cNvSpPr/>
            <p:nvPr/>
          </p:nvSpPr>
          <p:spPr>
            <a:xfrm>
              <a:off x="6108096" y="3265836"/>
              <a:ext cx="1633727" cy="230504"/>
            </a:xfrm>
            <a:custGeom>
              <a:rect b="b" l="l" r="r" t="t"/>
              <a:pathLst>
                <a:path extrusionOk="0" h="230504" w="1633727">
                  <a:moveTo>
                    <a:pt x="1518476" y="0"/>
                  </a:moveTo>
                  <a:cubicBezTo>
                    <a:pt x="1582128" y="0"/>
                    <a:pt x="1633728" y="51600"/>
                    <a:pt x="1633728" y="115253"/>
                  </a:cubicBezTo>
                  <a:lnTo>
                    <a:pt x="1633728" y="115253"/>
                  </a:lnTo>
                  <a:cubicBezTo>
                    <a:pt x="1633728" y="178905"/>
                    <a:pt x="1582128" y="230505"/>
                    <a:pt x="1518476" y="230505"/>
                  </a:cubicBezTo>
                  <a:lnTo>
                    <a:pt x="115252" y="230505"/>
                  </a:lnTo>
                  <a:cubicBezTo>
                    <a:pt x="51601" y="230505"/>
                    <a:pt x="0" y="178905"/>
                    <a:pt x="0" y="115253"/>
                  </a:cubicBezTo>
                  <a:lnTo>
                    <a:pt x="0" y="115253"/>
                  </a:lnTo>
                  <a:cubicBezTo>
                    <a:pt x="0" y="51600"/>
                    <a:pt x="51601" y="0"/>
                    <a:pt x="11525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45" name="Google Shape;2345;p80"/>
            <p:cNvSpPr/>
            <p:nvPr/>
          </p:nvSpPr>
          <p:spPr>
            <a:xfrm>
              <a:off x="7528381" y="3292292"/>
              <a:ext cx="166485" cy="165854"/>
            </a:xfrm>
            <a:custGeom>
              <a:rect b="b" l="l" r="r" t="t"/>
              <a:pathLst>
                <a:path extrusionOk="0" h="165854" w="166485">
                  <a:moveTo>
                    <a:pt x="161532" y="137469"/>
                  </a:moveTo>
                  <a:lnTo>
                    <a:pt x="120003" y="95941"/>
                  </a:lnTo>
                  <a:lnTo>
                    <a:pt x="113336" y="102608"/>
                  </a:lnTo>
                  <a:lnTo>
                    <a:pt x="105811" y="95083"/>
                  </a:lnTo>
                  <a:cubicBezTo>
                    <a:pt x="123622" y="71842"/>
                    <a:pt x="122194" y="38600"/>
                    <a:pt x="100953" y="17359"/>
                  </a:cubicBezTo>
                  <a:cubicBezTo>
                    <a:pt x="77807" y="-5786"/>
                    <a:pt x="40374" y="-5786"/>
                    <a:pt x="17324" y="17359"/>
                  </a:cubicBezTo>
                  <a:cubicBezTo>
                    <a:pt x="-5727" y="40505"/>
                    <a:pt x="-5822" y="77938"/>
                    <a:pt x="17324" y="100989"/>
                  </a:cubicBezTo>
                  <a:cubicBezTo>
                    <a:pt x="38850" y="122515"/>
                    <a:pt x="72568" y="123754"/>
                    <a:pt x="95809" y="105275"/>
                  </a:cubicBezTo>
                  <a:lnTo>
                    <a:pt x="103334" y="112800"/>
                  </a:lnTo>
                  <a:lnTo>
                    <a:pt x="96667" y="119467"/>
                  </a:lnTo>
                  <a:lnTo>
                    <a:pt x="138196" y="160996"/>
                  </a:lnTo>
                  <a:cubicBezTo>
                    <a:pt x="144673" y="167473"/>
                    <a:pt x="155150" y="167473"/>
                    <a:pt x="161627" y="160996"/>
                  </a:cubicBezTo>
                  <a:lnTo>
                    <a:pt x="161627" y="160996"/>
                  </a:lnTo>
                  <a:cubicBezTo>
                    <a:pt x="168104" y="154519"/>
                    <a:pt x="168104" y="144042"/>
                    <a:pt x="161627" y="137565"/>
                  </a:cubicBezTo>
                  <a:close/>
                  <a:moveTo>
                    <a:pt x="59138" y="102513"/>
                  </a:moveTo>
                  <a:cubicBezTo>
                    <a:pt x="54471" y="102513"/>
                    <a:pt x="49899" y="101751"/>
                    <a:pt x="45612" y="100417"/>
                  </a:cubicBezTo>
                  <a:cubicBezTo>
                    <a:pt x="33611" y="96512"/>
                    <a:pt x="23896" y="87463"/>
                    <a:pt x="19133" y="75938"/>
                  </a:cubicBezTo>
                  <a:cubicBezTo>
                    <a:pt x="16942" y="70794"/>
                    <a:pt x="15799" y="65175"/>
                    <a:pt x="15799" y="59269"/>
                  </a:cubicBezTo>
                  <a:cubicBezTo>
                    <a:pt x="15799" y="35361"/>
                    <a:pt x="35231" y="15931"/>
                    <a:pt x="59138" y="15931"/>
                  </a:cubicBezTo>
                  <a:cubicBezTo>
                    <a:pt x="65044" y="15931"/>
                    <a:pt x="70663" y="17074"/>
                    <a:pt x="75807" y="19264"/>
                  </a:cubicBezTo>
                  <a:cubicBezTo>
                    <a:pt x="87332" y="24122"/>
                    <a:pt x="96381" y="33742"/>
                    <a:pt x="100286" y="45744"/>
                  </a:cubicBezTo>
                  <a:cubicBezTo>
                    <a:pt x="101715" y="50030"/>
                    <a:pt x="102382" y="54507"/>
                    <a:pt x="102382" y="59269"/>
                  </a:cubicBezTo>
                  <a:cubicBezTo>
                    <a:pt x="102382" y="83177"/>
                    <a:pt x="83046" y="102513"/>
                    <a:pt x="59138" y="10251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46" name="Google Shape;2346;p80"/>
            <p:cNvSpPr/>
            <p:nvPr/>
          </p:nvSpPr>
          <p:spPr>
            <a:xfrm>
              <a:off x="7475124" y="3290220"/>
              <a:ext cx="7620" cy="174307"/>
            </a:xfrm>
            <a:custGeom>
              <a:rect b="b" l="l" r="r" t="t"/>
              <a:pathLst>
                <a:path extrusionOk="0" h="174307" w="7620">
                  <a:moveTo>
                    <a:pt x="3810" y="174308"/>
                  </a:moveTo>
                  <a:lnTo>
                    <a:pt x="3810" y="174308"/>
                  </a:lnTo>
                  <a:cubicBezTo>
                    <a:pt x="1714" y="174308"/>
                    <a:pt x="0" y="172593"/>
                    <a:pt x="0" y="170497"/>
                  </a:cubicBezTo>
                  <a:lnTo>
                    <a:pt x="0" y="3810"/>
                  </a:lnTo>
                  <a:cubicBezTo>
                    <a:pt x="0" y="1714"/>
                    <a:pt x="1714" y="0"/>
                    <a:pt x="3810" y="0"/>
                  </a:cubicBezTo>
                  <a:lnTo>
                    <a:pt x="3810" y="0"/>
                  </a:lnTo>
                  <a:cubicBezTo>
                    <a:pt x="5905" y="0"/>
                    <a:pt x="7620" y="1714"/>
                    <a:pt x="7620" y="3810"/>
                  </a:cubicBezTo>
                  <a:lnTo>
                    <a:pt x="7620" y="170497"/>
                  </a:lnTo>
                  <a:cubicBezTo>
                    <a:pt x="7620" y="172593"/>
                    <a:pt x="5905" y="174308"/>
                    <a:pt x="3810" y="17430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347" name="Google Shape;2347;p80"/>
          <p:cNvSpPr/>
          <p:nvPr/>
        </p:nvSpPr>
        <p:spPr>
          <a:xfrm flipH="1" rot="532502">
            <a:off x="-514115" y="4385276"/>
            <a:ext cx="1514959" cy="1224991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348" name="Google Shape;2348;p80"/>
          <p:cNvGrpSpPr/>
          <p:nvPr/>
        </p:nvGrpSpPr>
        <p:grpSpPr>
          <a:xfrm>
            <a:off x="-148774" y="4544215"/>
            <a:ext cx="784225" cy="584398"/>
            <a:chOff x="1914620" y="1930431"/>
            <a:chExt cx="572929" cy="426911"/>
          </a:xfrm>
        </p:grpSpPr>
        <p:grpSp>
          <p:nvGrpSpPr>
            <p:cNvPr id="2349" name="Google Shape;2349;p80"/>
            <p:cNvGrpSpPr/>
            <p:nvPr/>
          </p:nvGrpSpPr>
          <p:grpSpPr>
            <a:xfrm>
              <a:off x="1914620" y="1930431"/>
              <a:ext cx="572929" cy="426911"/>
              <a:chOff x="1914620" y="1930431"/>
              <a:chExt cx="572929" cy="426911"/>
            </a:xfrm>
          </p:grpSpPr>
          <p:sp>
            <p:nvSpPr>
              <p:cNvPr id="2350" name="Google Shape;2350;p80"/>
              <p:cNvSpPr/>
              <p:nvPr/>
            </p:nvSpPr>
            <p:spPr>
              <a:xfrm>
                <a:off x="2042160" y="1930431"/>
                <a:ext cx="445389" cy="299466"/>
              </a:xfrm>
              <a:custGeom>
                <a:rect b="b" l="l" r="r" t="t"/>
                <a:pathLst>
                  <a:path extrusionOk="0" h="299466" w="445389">
                    <a:moveTo>
                      <a:pt x="139065" y="7620"/>
                    </a:moveTo>
                    <a:lnTo>
                      <a:pt x="173355" y="41910"/>
                    </a:lnTo>
                    <a:cubicBezTo>
                      <a:pt x="178308" y="46863"/>
                      <a:pt x="185071" y="49721"/>
                      <a:pt x="192119" y="49721"/>
                    </a:cubicBezTo>
                    <a:lnTo>
                      <a:pt x="418910" y="49721"/>
                    </a:lnTo>
                    <a:cubicBezTo>
                      <a:pt x="433578" y="49721"/>
                      <a:pt x="445389" y="61627"/>
                      <a:pt x="445389" y="76200"/>
                    </a:cubicBezTo>
                    <a:lnTo>
                      <a:pt x="445389" y="272987"/>
                    </a:lnTo>
                    <a:cubicBezTo>
                      <a:pt x="445389" y="287655"/>
                      <a:pt x="433483" y="299466"/>
                      <a:pt x="418910" y="299466"/>
                    </a:cubicBezTo>
                    <a:lnTo>
                      <a:pt x="26479" y="299466"/>
                    </a:lnTo>
                    <a:cubicBezTo>
                      <a:pt x="11811" y="299466"/>
                      <a:pt x="0" y="287560"/>
                      <a:pt x="0" y="272987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79" y="0"/>
                    </a:cubicBezTo>
                    <a:lnTo>
                      <a:pt x="120396" y="0"/>
                    </a:lnTo>
                    <a:cubicBezTo>
                      <a:pt x="127444" y="0"/>
                      <a:pt x="134207" y="2762"/>
                      <a:pt x="139160" y="771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51" name="Google Shape;2351;p80"/>
              <p:cNvSpPr/>
              <p:nvPr/>
            </p:nvSpPr>
            <p:spPr>
              <a:xfrm>
                <a:off x="1978342" y="1994058"/>
                <a:ext cx="445389" cy="299465"/>
              </a:xfrm>
              <a:custGeom>
                <a:rect b="b" l="l" r="r" t="t"/>
                <a:pathLst>
                  <a:path extrusionOk="0" h="299465" w="445389">
                    <a:moveTo>
                      <a:pt x="139065" y="7715"/>
                    </a:moveTo>
                    <a:lnTo>
                      <a:pt x="173355" y="42005"/>
                    </a:lnTo>
                    <a:cubicBezTo>
                      <a:pt x="178308" y="46958"/>
                      <a:pt x="185071" y="49721"/>
                      <a:pt x="192119" y="49721"/>
                    </a:cubicBezTo>
                    <a:lnTo>
                      <a:pt x="418909" y="49721"/>
                    </a:lnTo>
                    <a:cubicBezTo>
                      <a:pt x="433578" y="49721"/>
                      <a:pt x="445389" y="61627"/>
                      <a:pt x="445389" y="76200"/>
                    </a:cubicBezTo>
                    <a:lnTo>
                      <a:pt x="445389" y="272986"/>
                    </a:lnTo>
                    <a:cubicBezTo>
                      <a:pt x="445389" y="287655"/>
                      <a:pt x="433483" y="299466"/>
                      <a:pt x="418909" y="299466"/>
                    </a:cubicBezTo>
                    <a:lnTo>
                      <a:pt x="26480" y="299466"/>
                    </a:lnTo>
                    <a:cubicBezTo>
                      <a:pt x="11811" y="299466"/>
                      <a:pt x="0" y="287560"/>
                      <a:pt x="0" y="272986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80" y="0"/>
                    </a:cubicBezTo>
                    <a:lnTo>
                      <a:pt x="120396" y="0"/>
                    </a:lnTo>
                    <a:cubicBezTo>
                      <a:pt x="127445" y="0"/>
                      <a:pt x="134207" y="2762"/>
                      <a:pt x="139160" y="7715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52" name="Google Shape;2352;p80"/>
              <p:cNvSpPr/>
              <p:nvPr/>
            </p:nvSpPr>
            <p:spPr>
              <a:xfrm>
                <a:off x="1914620" y="2057876"/>
                <a:ext cx="445389" cy="299466"/>
              </a:xfrm>
              <a:custGeom>
                <a:rect b="b" l="l" r="r" t="t"/>
                <a:pathLst>
                  <a:path extrusionOk="0" h="299466" w="445389">
                    <a:moveTo>
                      <a:pt x="139065" y="7715"/>
                    </a:moveTo>
                    <a:lnTo>
                      <a:pt x="173355" y="42005"/>
                    </a:lnTo>
                    <a:cubicBezTo>
                      <a:pt x="178308" y="46958"/>
                      <a:pt x="185071" y="49721"/>
                      <a:pt x="192119" y="49721"/>
                    </a:cubicBezTo>
                    <a:lnTo>
                      <a:pt x="418909" y="49721"/>
                    </a:lnTo>
                    <a:cubicBezTo>
                      <a:pt x="433578" y="49721"/>
                      <a:pt x="445389" y="61627"/>
                      <a:pt x="445389" y="76200"/>
                    </a:cubicBezTo>
                    <a:lnTo>
                      <a:pt x="445389" y="272987"/>
                    </a:lnTo>
                    <a:cubicBezTo>
                      <a:pt x="445389" y="287655"/>
                      <a:pt x="433483" y="299466"/>
                      <a:pt x="418909" y="299466"/>
                    </a:cubicBezTo>
                    <a:lnTo>
                      <a:pt x="26479" y="299466"/>
                    </a:lnTo>
                    <a:cubicBezTo>
                      <a:pt x="11811" y="299466"/>
                      <a:pt x="0" y="287560"/>
                      <a:pt x="0" y="272987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79" y="0"/>
                    </a:cubicBezTo>
                    <a:lnTo>
                      <a:pt x="120396" y="0"/>
                    </a:lnTo>
                    <a:cubicBezTo>
                      <a:pt x="127444" y="0"/>
                      <a:pt x="134207" y="2762"/>
                      <a:pt x="139160" y="7715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353" name="Google Shape;2353;p80"/>
            <p:cNvSpPr/>
            <p:nvPr/>
          </p:nvSpPr>
          <p:spPr>
            <a:xfrm>
              <a:off x="2024157" y="2180272"/>
              <a:ext cx="222980" cy="101917"/>
            </a:xfrm>
            <a:custGeom>
              <a:rect b="b" l="l" r="r" t="t"/>
              <a:pathLst>
                <a:path extrusionOk="0" h="101917" w="222980">
                  <a:moveTo>
                    <a:pt x="25051" y="45529"/>
                  </a:moveTo>
                  <a:lnTo>
                    <a:pt x="0" y="45529"/>
                  </a:lnTo>
                  <a:lnTo>
                    <a:pt x="0" y="56388"/>
                  </a:lnTo>
                  <a:lnTo>
                    <a:pt x="25051" y="56388"/>
                  </a:lnTo>
                  <a:lnTo>
                    <a:pt x="25051" y="45529"/>
                  </a:lnTo>
                  <a:close/>
                  <a:moveTo>
                    <a:pt x="115538" y="79153"/>
                  </a:moveTo>
                  <a:lnTo>
                    <a:pt x="184023" y="79153"/>
                  </a:lnTo>
                  <a:lnTo>
                    <a:pt x="184023" y="68294"/>
                  </a:lnTo>
                  <a:lnTo>
                    <a:pt x="115538" y="68294"/>
                  </a:lnTo>
                  <a:lnTo>
                    <a:pt x="115538" y="79153"/>
                  </a:lnTo>
                  <a:close/>
                  <a:moveTo>
                    <a:pt x="32766" y="56388"/>
                  </a:moveTo>
                  <a:lnTo>
                    <a:pt x="129730" y="56388"/>
                  </a:lnTo>
                  <a:lnTo>
                    <a:pt x="129730" y="45529"/>
                  </a:lnTo>
                  <a:lnTo>
                    <a:pt x="32766" y="45529"/>
                  </a:lnTo>
                  <a:lnTo>
                    <a:pt x="32766" y="56388"/>
                  </a:lnTo>
                  <a:close/>
                  <a:moveTo>
                    <a:pt x="184023" y="0"/>
                  </a:moveTo>
                  <a:lnTo>
                    <a:pt x="23908" y="0"/>
                  </a:lnTo>
                  <a:lnTo>
                    <a:pt x="23908" y="10858"/>
                  </a:lnTo>
                  <a:lnTo>
                    <a:pt x="184023" y="10858"/>
                  </a:lnTo>
                  <a:lnTo>
                    <a:pt x="184023" y="0"/>
                  </a:lnTo>
                  <a:close/>
                  <a:moveTo>
                    <a:pt x="47815" y="22765"/>
                  </a:moveTo>
                  <a:lnTo>
                    <a:pt x="0" y="22765"/>
                  </a:lnTo>
                  <a:lnTo>
                    <a:pt x="0" y="33623"/>
                  </a:lnTo>
                  <a:lnTo>
                    <a:pt x="47815" y="33623"/>
                  </a:lnTo>
                  <a:lnTo>
                    <a:pt x="47815" y="22765"/>
                  </a:lnTo>
                  <a:close/>
                  <a:moveTo>
                    <a:pt x="102584" y="68294"/>
                  </a:moveTo>
                  <a:lnTo>
                    <a:pt x="0" y="68294"/>
                  </a:lnTo>
                  <a:lnTo>
                    <a:pt x="0" y="79153"/>
                  </a:lnTo>
                  <a:lnTo>
                    <a:pt x="102584" y="79153"/>
                  </a:lnTo>
                  <a:lnTo>
                    <a:pt x="102584" y="68294"/>
                  </a:lnTo>
                  <a:close/>
                  <a:moveTo>
                    <a:pt x="146875" y="101918"/>
                  </a:moveTo>
                  <a:lnTo>
                    <a:pt x="195644" y="101918"/>
                  </a:lnTo>
                  <a:lnTo>
                    <a:pt x="195644" y="91059"/>
                  </a:lnTo>
                  <a:lnTo>
                    <a:pt x="146875" y="91059"/>
                  </a:lnTo>
                  <a:lnTo>
                    <a:pt x="146875" y="101918"/>
                  </a:lnTo>
                  <a:close/>
                  <a:moveTo>
                    <a:pt x="0" y="101918"/>
                  </a:moveTo>
                  <a:lnTo>
                    <a:pt x="62198" y="101918"/>
                  </a:lnTo>
                  <a:lnTo>
                    <a:pt x="62198" y="91059"/>
                  </a:lnTo>
                  <a:lnTo>
                    <a:pt x="0" y="91059"/>
                  </a:lnTo>
                  <a:lnTo>
                    <a:pt x="0" y="101918"/>
                  </a:lnTo>
                  <a:close/>
                  <a:moveTo>
                    <a:pt x="60769" y="33623"/>
                  </a:moveTo>
                  <a:lnTo>
                    <a:pt x="222980" y="33623"/>
                  </a:lnTo>
                  <a:lnTo>
                    <a:pt x="222980" y="22765"/>
                  </a:lnTo>
                  <a:lnTo>
                    <a:pt x="60769" y="22765"/>
                  </a:lnTo>
                  <a:lnTo>
                    <a:pt x="60769" y="33623"/>
                  </a:lnTo>
                  <a:close/>
                  <a:moveTo>
                    <a:pt x="190500" y="0"/>
                  </a:moveTo>
                  <a:lnTo>
                    <a:pt x="190500" y="10858"/>
                  </a:lnTo>
                  <a:lnTo>
                    <a:pt x="222980" y="10858"/>
                  </a:lnTo>
                  <a:lnTo>
                    <a:pt x="222980" y="0"/>
                  </a:lnTo>
                  <a:lnTo>
                    <a:pt x="190500" y="0"/>
                  </a:lnTo>
                  <a:close/>
                  <a:moveTo>
                    <a:pt x="137350" y="56388"/>
                  </a:moveTo>
                  <a:lnTo>
                    <a:pt x="222980" y="56388"/>
                  </a:lnTo>
                  <a:lnTo>
                    <a:pt x="222980" y="45529"/>
                  </a:lnTo>
                  <a:lnTo>
                    <a:pt x="137350" y="45529"/>
                  </a:lnTo>
                  <a:lnTo>
                    <a:pt x="137350" y="56388"/>
                  </a:lnTo>
                  <a:close/>
                  <a:moveTo>
                    <a:pt x="196882" y="79153"/>
                  </a:moveTo>
                  <a:lnTo>
                    <a:pt x="222885" y="79153"/>
                  </a:lnTo>
                  <a:lnTo>
                    <a:pt x="222885" y="68294"/>
                  </a:lnTo>
                  <a:lnTo>
                    <a:pt x="196882" y="68294"/>
                  </a:lnTo>
                  <a:lnTo>
                    <a:pt x="196882" y="79153"/>
                  </a:lnTo>
                  <a:close/>
                  <a:moveTo>
                    <a:pt x="75057" y="101918"/>
                  </a:moveTo>
                  <a:lnTo>
                    <a:pt x="139065" y="101918"/>
                  </a:lnTo>
                  <a:lnTo>
                    <a:pt x="139065" y="91059"/>
                  </a:lnTo>
                  <a:lnTo>
                    <a:pt x="75057" y="91059"/>
                  </a:lnTo>
                  <a:lnTo>
                    <a:pt x="75057" y="10191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354" name="Google Shape;2354;p80"/>
          <p:cNvSpPr/>
          <p:nvPr/>
        </p:nvSpPr>
        <p:spPr>
          <a:xfrm rot="5844200">
            <a:off x="8030548" y="2339312"/>
            <a:ext cx="2404301" cy="1318596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355" name="Shape 2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6" name="Google Shape;2356;p81"/>
          <p:cNvSpPr txBox="1"/>
          <p:nvPr>
            <p:ph type="title"/>
          </p:nvPr>
        </p:nvSpPr>
        <p:spPr>
          <a:xfrm>
            <a:off x="811975" y="1032900"/>
            <a:ext cx="2804400" cy="1006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357" name="Google Shape;2357;p81"/>
          <p:cNvSpPr txBox="1"/>
          <p:nvPr>
            <p:ph idx="1" type="subTitle"/>
          </p:nvPr>
        </p:nvSpPr>
        <p:spPr>
          <a:xfrm>
            <a:off x="811975" y="2039700"/>
            <a:ext cx="4294800" cy="207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9pPr>
          </a:lstStyle>
          <a:p/>
        </p:txBody>
      </p:sp>
      <p:sp>
        <p:nvSpPr>
          <p:cNvPr id="2358" name="Google Shape;2358;p81"/>
          <p:cNvSpPr/>
          <p:nvPr>
            <p:ph idx="2" type="pic"/>
          </p:nvPr>
        </p:nvSpPr>
        <p:spPr>
          <a:xfrm>
            <a:off x="5668975" y="1076550"/>
            <a:ext cx="2990400" cy="29904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2359" name="Google Shape;2359;p81"/>
          <p:cNvSpPr/>
          <p:nvPr/>
        </p:nvSpPr>
        <p:spPr>
          <a:xfrm rot="-2381697">
            <a:off x="-1265120" y="-661594"/>
            <a:ext cx="3096202" cy="2008988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0" name="Google Shape;2360;p81"/>
          <p:cNvSpPr/>
          <p:nvPr/>
        </p:nvSpPr>
        <p:spPr>
          <a:xfrm rot="-7296874">
            <a:off x="-735040" y="4231574"/>
            <a:ext cx="2036053" cy="1508864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361" name="Google Shape;2361;p81"/>
          <p:cNvGrpSpPr/>
          <p:nvPr/>
        </p:nvGrpSpPr>
        <p:grpSpPr>
          <a:xfrm>
            <a:off x="65066" y="4373044"/>
            <a:ext cx="878158" cy="654532"/>
            <a:chOff x="1114425" y="4361211"/>
            <a:chExt cx="573023" cy="427101"/>
          </a:xfrm>
        </p:grpSpPr>
        <p:grpSp>
          <p:nvGrpSpPr>
            <p:cNvPr id="2362" name="Google Shape;2362;p81"/>
            <p:cNvGrpSpPr/>
            <p:nvPr/>
          </p:nvGrpSpPr>
          <p:grpSpPr>
            <a:xfrm>
              <a:off x="1114425" y="4361211"/>
              <a:ext cx="573023" cy="427101"/>
              <a:chOff x="1114425" y="4361211"/>
              <a:chExt cx="573023" cy="427101"/>
            </a:xfrm>
          </p:grpSpPr>
          <p:sp>
            <p:nvSpPr>
              <p:cNvPr id="2363" name="Google Shape;2363;p81"/>
              <p:cNvSpPr/>
              <p:nvPr/>
            </p:nvSpPr>
            <p:spPr>
              <a:xfrm>
                <a:off x="1241964" y="4361211"/>
                <a:ext cx="445484" cy="299466"/>
              </a:xfrm>
              <a:custGeom>
                <a:rect b="b" l="l" r="r" t="t"/>
                <a:pathLst>
                  <a:path extrusionOk="0" h="299466" w="445484">
                    <a:moveTo>
                      <a:pt x="139160" y="7715"/>
                    </a:moveTo>
                    <a:lnTo>
                      <a:pt x="173450" y="42005"/>
                    </a:lnTo>
                    <a:cubicBezTo>
                      <a:pt x="178403" y="46958"/>
                      <a:pt x="185166" y="49721"/>
                      <a:pt x="192215" y="49721"/>
                    </a:cubicBezTo>
                    <a:lnTo>
                      <a:pt x="419005" y="49721"/>
                    </a:lnTo>
                    <a:cubicBezTo>
                      <a:pt x="433673" y="49721"/>
                      <a:pt x="445484" y="61627"/>
                      <a:pt x="445484" y="76200"/>
                    </a:cubicBezTo>
                    <a:lnTo>
                      <a:pt x="445484" y="272987"/>
                    </a:lnTo>
                    <a:cubicBezTo>
                      <a:pt x="445484" y="287655"/>
                      <a:pt x="433578" y="299466"/>
                      <a:pt x="419005" y="299466"/>
                    </a:cubicBezTo>
                    <a:lnTo>
                      <a:pt x="26479" y="299466"/>
                    </a:lnTo>
                    <a:cubicBezTo>
                      <a:pt x="11811" y="299466"/>
                      <a:pt x="0" y="287560"/>
                      <a:pt x="0" y="272987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79" y="0"/>
                    </a:cubicBezTo>
                    <a:lnTo>
                      <a:pt x="120396" y="0"/>
                    </a:lnTo>
                    <a:cubicBezTo>
                      <a:pt x="127445" y="0"/>
                      <a:pt x="134207" y="2762"/>
                      <a:pt x="139160" y="7715"/>
                    </a:cubicBezTo>
                    <a:close/>
                  </a:path>
                </a:pathLst>
              </a:custGeom>
              <a:solidFill>
                <a:srgbClr val="35363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64" name="Google Shape;2364;p81"/>
              <p:cNvSpPr/>
              <p:nvPr/>
            </p:nvSpPr>
            <p:spPr>
              <a:xfrm>
                <a:off x="1178242" y="4425029"/>
                <a:ext cx="445484" cy="299466"/>
              </a:xfrm>
              <a:custGeom>
                <a:rect b="b" l="l" r="r" t="t"/>
                <a:pathLst>
                  <a:path extrusionOk="0" h="299466" w="445484">
                    <a:moveTo>
                      <a:pt x="139160" y="7620"/>
                    </a:moveTo>
                    <a:lnTo>
                      <a:pt x="173450" y="41910"/>
                    </a:lnTo>
                    <a:cubicBezTo>
                      <a:pt x="178403" y="46863"/>
                      <a:pt x="185166" y="49721"/>
                      <a:pt x="192215" y="49721"/>
                    </a:cubicBezTo>
                    <a:lnTo>
                      <a:pt x="419005" y="49721"/>
                    </a:lnTo>
                    <a:cubicBezTo>
                      <a:pt x="433673" y="49721"/>
                      <a:pt x="445484" y="61627"/>
                      <a:pt x="445484" y="76200"/>
                    </a:cubicBezTo>
                    <a:lnTo>
                      <a:pt x="445484" y="272987"/>
                    </a:lnTo>
                    <a:cubicBezTo>
                      <a:pt x="445484" y="287655"/>
                      <a:pt x="433578" y="299466"/>
                      <a:pt x="419005" y="299466"/>
                    </a:cubicBezTo>
                    <a:lnTo>
                      <a:pt x="26479" y="299466"/>
                    </a:lnTo>
                    <a:cubicBezTo>
                      <a:pt x="11811" y="299466"/>
                      <a:pt x="0" y="287560"/>
                      <a:pt x="0" y="272987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79" y="0"/>
                    </a:cubicBezTo>
                    <a:lnTo>
                      <a:pt x="120396" y="0"/>
                    </a:lnTo>
                    <a:cubicBezTo>
                      <a:pt x="127445" y="0"/>
                      <a:pt x="134207" y="2762"/>
                      <a:pt x="139160" y="7715"/>
                    </a:cubicBezTo>
                    <a:close/>
                  </a:path>
                </a:pathLst>
              </a:custGeom>
              <a:solidFill>
                <a:srgbClr val="42444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65" name="Google Shape;2365;p81"/>
              <p:cNvSpPr/>
              <p:nvPr/>
            </p:nvSpPr>
            <p:spPr>
              <a:xfrm>
                <a:off x="1114425" y="4488846"/>
                <a:ext cx="445484" cy="299466"/>
              </a:xfrm>
              <a:custGeom>
                <a:rect b="b" l="l" r="r" t="t"/>
                <a:pathLst>
                  <a:path extrusionOk="0" h="299466" w="445484">
                    <a:moveTo>
                      <a:pt x="139160" y="7620"/>
                    </a:moveTo>
                    <a:lnTo>
                      <a:pt x="173450" y="41910"/>
                    </a:lnTo>
                    <a:cubicBezTo>
                      <a:pt x="178403" y="46863"/>
                      <a:pt x="185166" y="49721"/>
                      <a:pt x="192215" y="49721"/>
                    </a:cubicBezTo>
                    <a:lnTo>
                      <a:pt x="419005" y="49721"/>
                    </a:lnTo>
                    <a:cubicBezTo>
                      <a:pt x="433673" y="49721"/>
                      <a:pt x="445484" y="61627"/>
                      <a:pt x="445484" y="76200"/>
                    </a:cubicBezTo>
                    <a:lnTo>
                      <a:pt x="445484" y="272987"/>
                    </a:lnTo>
                    <a:cubicBezTo>
                      <a:pt x="445484" y="287655"/>
                      <a:pt x="433578" y="299466"/>
                      <a:pt x="419005" y="299466"/>
                    </a:cubicBezTo>
                    <a:lnTo>
                      <a:pt x="26480" y="299466"/>
                    </a:lnTo>
                    <a:cubicBezTo>
                      <a:pt x="11811" y="299466"/>
                      <a:pt x="0" y="287560"/>
                      <a:pt x="0" y="272987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80" y="0"/>
                    </a:cubicBezTo>
                    <a:lnTo>
                      <a:pt x="120396" y="0"/>
                    </a:lnTo>
                    <a:cubicBezTo>
                      <a:pt x="127445" y="0"/>
                      <a:pt x="134207" y="2762"/>
                      <a:pt x="139160" y="7811"/>
                    </a:cubicBezTo>
                    <a:close/>
                  </a:path>
                </a:pathLst>
              </a:custGeom>
              <a:solidFill>
                <a:srgbClr val="6F708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366" name="Google Shape;2366;p81"/>
            <p:cNvSpPr/>
            <p:nvPr/>
          </p:nvSpPr>
          <p:spPr>
            <a:xfrm>
              <a:off x="1303210" y="4628965"/>
              <a:ext cx="68735" cy="82063"/>
            </a:xfrm>
            <a:custGeom>
              <a:rect b="b" l="l" r="r" t="t"/>
              <a:pathLst>
                <a:path extrusionOk="0" h="82063" w="68735">
                  <a:moveTo>
                    <a:pt x="0" y="6471"/>
                  </a:moveTo>
                  <a:lnTo>
                    <a:pt x="0" y="75527"/>
                  </a:lnTo>
                  <a:cubicBezTo>
                    <a:pt x="0" y="80575"/>
                    <a:pt x="5524" y="83719"/>
                    <a:pt x="9811" y="81147"/>
                  </a:cubicBezTo>
                  <a:lnTo>
                    <a:pt x="65532" y="48095"/>
                  </a:lnTo>
                  <a:cubicBezTo>
                    <a:pt x="69723" y="45619"/>
                    <a:pt x="69818" y="39618"/>
                    <a:pt x="65723" y="37046"/>
                  </a:cubicBezTo>
                  <a:lnTo>
                    <a:pt x="10001" y="1042"/>
                  </a:lnTo>
                  <a:cubicBezTo>
                    <a:pt x="5715" y="-1721"/>
                    <a:pt x="0" y="1327"/>
                    <a:pt x="0" y="647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2367" name="Shape 2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8" name="Google Shape;2368;p82"/>
          <p:cNvSpPr txBox="1"/>
          <p:nvPr>
            <p:ph type="title"/>
          </p:nvPr>
        </p:nvSpPr>
        <p:spPr>
          <a:xfrm>
            <a:off x="2317950" y="1307100"/>
            <a:ext cx="4508100" cy="252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0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2369" name="Google Shape;2369;p82"/>
          <p:cNvSpPr/>
          <p:nvPr/>
        </p:nvSpPr>
        <p:spPr>
          <a:xfrm flipH="1" rot="-3263452">
            <a:off x="5847147" y="3927927"/>
            <a:ext cx="2997856" cy="2576292"/>
          </a:xfrm>
          <a:custGeom>
            <a:rect b="b" l="l" r="r" t="t"/>
            <a:pathLst>
              <a:path extrusionOk="0" h="30330" w="38869">
                <a:moveTo>
                  <a:pt x="24297" y="1"/>
                </a:moveTo>
                <a:cubicBezTo>
                  <a:pt x="23576" y="1"/>
                  <a:pt x="22813" y="81"/>
                  <a:pt x="22018" y="271"/>
                </a:cubicBezTo>
                <a:cubicBezTo>
                  <a:pt x="16904" y="1494"/>
                  <a:pt x="14626" y="5778"/>
                  <a:pt x="11611" y="8671"/>
                </a:cubicBezTo>
                <a:cubicBezTo>
                  <a:pt x="10032" y="10186"/>
                  <a:pt x="7766" y="10684"/>
                  <a:pt x="5916" y="11826"/>
                </a:cubicBezTo>
                <a:cubicBezTo>
                  <a:pt x="0" y="15481"/>
                  <a:pt x="539" y="24197"/>
                  <a:pt x="4874" y="27639"/>
                </a:cubicBezTo>
                <a:cubicBezTo>
                  <a:pt x="7150" y="29445"/>
                  <a:pt x="9815" y="30330"/>
                  <a:pt x="12976" y="30330"/>
                </a:cubicBezTo>
                <a:cubicBezTo>
                  <a:pt x="15025" y="30330"/>
                  <a:pt x="17282" y="29958"/>
                  <a:pt x="19778" y="29225"/>
                </a:cubicBezTo>
                <a:cubicBezTo>
                  <a:pt x="26123" y="27360"/>
                  <a:pt x="30656" y="26268"/>
                  <a:pt x="34763" y="20412"/>
                </a:cubicBezTo>
                <a:cubicBezTo>
                  <a:pt x="38869" y="14558"/>
                  <a:pt x="35544" y="6859"/>
                  <a:pt x="30907" y="2368"/>
                </a:cubicBezTo>
                <a:cubicBezTo>
                  <a:pt x="30907" y="2368"/>
                  <a:pt x="28215" y="1"/>
                  <a:pt x="24297" y="1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0" name="Google Shape;2370;p82"/>
          <p:cNvSpPr/>
          <p:nvPr/>
        </p:nvSpPr>
        <p:spPr>
          <a:xfrm flipH="1" rot="460623">
            <a:off x="6387251" y="-1517085"/>
            <a:ext cx="4087061" cy="3304707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1" name="Google Shape;2371;p82"/>
          <p:cNvSpPr/>
          <p:nvPr/>
        </p:nvSpPr>
        <p:spPr>
          <a:xfrm flipH="1" rot="-4592116">
            <a:off x="6189" y="113200"/>
            <a:ext cx="642877" cy="519829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2372" name="Shape 2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3" name="Google Shape;2373;p83"/>
          <p:cNvSpPr txBox="1"/>
          <p:nvPr>
            <p:ph type="title"/>
          </p:nvPr>
        </p:nvSpPr>
        <p:spPr>
          <a:xfrm>
            <a:off x="2135550" y="1189100"/>
            <a:ext cx="4872900" cy="196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15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374" name="Google Shape;2374;p83"/>
          <p:cNvSpPr txBox="1"/>
          <p:nvPr>
            <p:ph idx="1" type="subTitle"/>
          </p:nvPr>
        </p:nvSpPr>
        <p:spPr>
          <a:xfrm>
            <a:off x="2135550" y="3153500"/>
            <a:ext cx="4872900" cy="67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375" name="Google Shape;2375;p83"/>
          <p:cNvSpPr/>
          <p:nvPr/>
        </p:nvSpPr>
        <p:spPr>
          <a:xfrm rot="3263452">
            <a:off x="-163955" y="3927927"/>
            <a:ext cx="2997856" cy="2576292"/>
          </a:xfrm>
          <a:custGeom>
            <a:rect b="b" l="l" r="r" t="t"/>
            <a:pathLst>
              <a:path extrusionOk="0" h="30330" w="38869">
                <a:moveTo>
                  <a:pt x="24297" y="1"/>
                </a:moveTo>
                <a:cubicBezTo>
                  <a:pt x="23576" y="1"/>
                  <a:pt x="22813" y="81"/>
                  <a:pt x="22018" y="271"/>
                </a:cubicBezTo>
                <a:cubicBezTo>
                  <a:pt x="16904" y="1494"/>
                  <a:pt x="14626" y="5778"/>
                  <a:pt x="11611" y="8671"/>
                </a:cubicBezTo>
                <a:cubicBezTo>
                  <a:pt x="10032" y="10186"/>
                  <a:pt x="7766" y="10684"/>
                  <a:pt x="5916" y="11826"/>
                </a:cubicBezTo>
                <a:cubicBezTo>
                  <a:pt x="0" y="15481"/>
                  <a:pt x="539" y="24197"/>
                  <a:pt x="4874" y="27639"/>
                </a:cubicBezTo>
                <a:cubicBezTo>
                  <a:pt x="7150" y="29445"/>
                  <a:pt x="9815" y="30330"/>
                  <a:pt x="12976" y="30330"/>
                </a:cubicBezTo>
                <a:cubicBezTo>
                  <a:pt x="15025" y="30330"/>
                  <a:pt x="17282" y="29958"/>
                  <a:pt x="19778" y="29225"/>
                </a:cubicBezTo>
                <a:cubicBezTo>
                  <a:pt x="26123" y="27360"/>
                  <a:pt x="30656" y="26268"/>
                  <a:pt x="34763" y="20412"/>
                </a:cubicBezTo>
                <a:cubicBezTo>
                  <a:pt x="38869" y="14558"/>
                  <a:pt x="35544" y="6859"/>
                  <a:pt x="30907" y="2368"/>
                </a:cubicBezTo>
                <a:cubicBezTo>
                  <a:pt x="30907" y="2368"/>
                  <a:pt x="28215" y="1"/>
                  <a:pt x="24297" y="1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6" name="Google Shape;2376;p83"/>
          <p:cNvSpPr/>
          <p:nvPr/>
        </p:nvSpPr>
        <p:spPr>
          <a:xfrm rot="-460623">
            <a:off x="-1793263" y="-1517085"/>
            <a:ext cx="4087061" cy="3304707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7" name="Google Shape;2377;p83"/>
          <p:cNvSpPr/>
          <p:nvPr/>
        </p:nvSpPr>
        <p:spPr>
          <a:xfrm rot="4592047">
            <a:off x="7797256" y="593203"/>
            <a:ext cx="1475158" cy="1192809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2378" name="Shape 2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9" name="Google Shape;2379;p84"/>
          <p:cNvSpPr txBox="1"/>
          <p:nvPr>
            <p:ph type="title"/>
          </p:nvPr>
        </p:nvSpPr>
        <p:spPr>
          <a:xfrm>
            <a:off x="720000" y="4014450"/>
            <a:ext cx="7704000" cy="572700"/>
          </a:xfrm>
          <a:prstGeom prst="rect">
            <a:avLst/>
          </a:prstGeom>
          <a:solidFill>
            <a:schemeClr val="accent2"/>
          </a:solidFill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2380" name="Shape 2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1" name="Google Shape;2381;p85"/>
          <p:cNvSpPr txBox="1"/>
          <p:nvPr>
            <p:ph hasCustomPrompt="1" type="title"/>
          </p:nvPr>
        </p:nvSpPr>
        <p:spPr>
          <a:xfrm>
            <a:off x="713225" y="1477363"/>
            <a:ext cx="6576000" cy="1526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6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2382" name="Google Shape;2382;p85"/>
          <p:cNvSpPr txBox="1"/>
          <p:nvPr>
            <p:ph idx="1" type="subTitle"/>
          </p:nvPr>
        </p:nvSpPr>
        <p:spPr>
          <a:xfrm>
            <a:off x="713225" y="3169038"/>
            <a:ext cx="6576000" cy="49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2383" name="Google Shape;2383;p85"/>
          <p:cNvSpPr/>
          <p:nvPr/>
        </p:nvSpPr>
        <p:spPr>
          <a:xfrm flipH="1" rot="-1900174">
            <a:off x="-500059" y="-436065"/>
            <a:ext cx="1729608" cy="1398556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4" name="Google Shape;2384;p85"/>
          <p:cNvSpPr/>
          <p:nvPr/>
        </p:nvSpPr>
        <p:spPr>
          <a:xfrm flipH="1" rot="-3263452">
            <a:off x="5847147" y="3927927"/>
            <a:ext cx="2997856" cy="2576292"/>
          </a:xfrm>
          <a:custGeom>
            <a:rect b="b" l="l" r="r" t="t"/>
            <a:pathLst>
              <a:path extrusionOk="0" h="30330" w="38869">
                <a:moveTo>
                  <a:pt x="24297" y="1"/>
                </a:moveTo>
                <a:cubicBezTo>
                  <a:pt x="23576" y="1"/>
                  <a:pt x="22813" y="81"/>
                  <a:pt x="22018" y="271"/>
                </a:cubicBezTo>
                <a:cubicBezTo>
                  <a:pt x="16904" y="1494"/>
                  <a:pt x="14626" y="5778"/>
                  <a:pt x="11611" y="8671"/>
                </a:cubicBezTo>
                <a:cubicBezTo>
                  <a:pt x="10032" y="10186"/>
                  <a:pt x="7766" y="10684"/>
                  <a:pt x="5916" y="11826"/>
                </a:cubicBezTo>
                <a:cubicBezTo>
                  <a:pt x="0" y="15481"/>
                  <a:pt x="539" y="24197"/>
                  <a:pt x="4874" y="27639"/>
                </a:cubicBezTo>
                <a:cubicBezTo>
                  <a:pt x="7150" y="29445"/>
                  <a:pt x="9815" y="30330"/>
                  <a:pt x="12976" y="30330"/>
                </a:cubicBezTo>
                <a:cubicBezTo>
                  <a:pt x="15025" y="30330"/>
                  <a:pt x="17282" y="29958"/>
                  <a:pt x="19778" y="29225"/>
                </a:cubicBezTo>
                <a:cubicBezTo>
                  <a:pt x="26123" y="27360"/>
                  <a:pt x="30656" y="26268"/>
                  <a:pt x="34763" y="20412"/>
                </a:cubicBezTo>
                <a:cubicBezTo>
                  <a:pt x="38869" y="14558"/>
                  <a:pt x="35544" y="6859"/>
                  <a:pt x="30907" y="2368"/>
                </a:cubicBezTo>
                <a:cubicBezTo>
                  <a:pt x="30907" y="2368"/>
                  <a:pt x="28215" y="1"/>
                  <a:pt x="24297" y="1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5" name="Google Shape;2385;p85"/>
          <p:cNvSpPr/>
          <p:nvPr/>
        </p:nvSpPr>
        <p:spPr>
          <a:xfrm flipH="1" rot="460623">
            <a:off x="6387251" y="-1517085"/>
            <a:ext cx="4087061" cy="3304707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6" name="Google Shape;2386;p85"/>
          <p:cNvSpPr/>
          <p:nvPr/>
        </p:nvSpPr>
        <p:spPr>
          <a:xfrm flipH="1" rot="531593">
            <a:off x="-1222788" y="3829381"/>
            <a:ext cx="2902962" cy="2347327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387" name="Google Shape;2387;p85"/>
          <p:cNvGrpSpPr/>
          <p:nvPr/>
        </p:nvGrpSpPr>
        <p:grpSpPr>
          <a:xfrm>
            <a:off x="7441503" y="289852"/>
            <a:ext cx="1366913" cy="1382099"/>
            <a:chOff x="6568493" y="8"/>
            <a:chExt cx="1820608" cy="1840590"/>
          </a:xfrm>
        </p:grpSpPr>
        <p:sp>
          <p:nvSpPr>
            <p:cNvPr id="2388" name="Google Shape;2388;p85"/>
            <p:cNvSpPr/>
            <p:nvPr/>
          </p:nvSpPr>
          <p:spPr>
            <a:xfrm>
              <a:off x="6737915" y="169351"/>
              <a:ext cx="1651185" cy="1671247"/>
            </a:xfrm>
            <a:custGeom>
              <a:rect b="b" l="l" r="r" t="t"/>
              <a:pathLst>
                <a:path extrusionOk="0" h="1983676" w="1959864">
                  <a:moveTo>
                    <a:pt x="1868520" y="0"/>
                  </a:moveTo>
                  <a:lnTo>
                    <a:pt x="91345" y="0"/>
                  </a:lnTo>
                  <a:cubicBezTo>
                    <a:pt x="40958" y="0"/>
                    <a:pt x="0" y="40958"/>
                    <a:pt x="0" y="91345"/>
                  </a:cubicBezTo>
                  <a:lnTo>
                    <a:pt x="0" y="1892427"/>
                  </a:lnTo>
                  <a:cubicBezTo>
                    <a:pt x="0" y="1942814"/>
                    <a:pt x="40958" y="1983677"/>
                    <a:pt x="91345" y="1983677"/>
                  </a:cubicBezTo>
                  <a:lnTo>
                    <a:pt x="1868520" y="1983677"/>
                  </a:lnTo>
                  <a:cubicBezTo>
                    <a:pt x="1918906" y="1983677"/>
                    <a:pt x="1959864" y="1942814"/>
                    <a:pt x="1959864" y="1892427"/>
                  </a:cubicBezTo>
                  <a:lnTo>
                    <a:pt x="1959864" y="91345"/>
                  </a:lnTo>
                  <a:cubicBezTo>
                    <a:pt x="1959864" y="40958"/>
                    <a:pt x="1918906" y="0"/>
                    <a:pt x="186852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89" name="Google Shape;2389;p85"/>
            <p:cNvSpPr/>
            <p:nvPr/>
          </p:nvSpPr>
          <p:spPr>
            <a:xfrm>
              <a:off x="6653203" y="8"/>
              <a:ext cx="1651185" cy="1671247"/>
            </a:xfrm>
            <a:custGeom>
              <a:rect b="b" l="l" r="r" t="t"/>
              <a:pathLst>
                <a:path extrusionOk="0" h="1983676" w="1959864">
                  <a:moveTo>
                    <a:pt x="1868519" y="0"/>
                  </a:moveTo>
                  <a:lnTo>
                    <a:pt x="91345" y="0"/>
                  </a:lnTo>
                  <a:cubicBezTo>
                    <a:pt x="40958" y="0"/>
                    <a:pt x="0" y="40958"/>
                    <a:pt x="0" y="91345"/>
                  </a:cubicBezTo>
                  <a:lnTo>
                    <a:pt x="0" y="1892427"/>
                  </a:lnTo>
                  <a:cubicBezTo>
                    <a:pt x="0" y="1942814"/>
                    <a:pt x="40958" y="1983677"/>
                    <a:pt x="91345" y="1983677"/>
                  </a:cubicBezTo>
                  <a:lnTo>
                    <a:pt x="1868519" y="1983677"/>
                  </a:lnTo>
                  <a:cubicBezTo>
                    <a:pt x="1918907" y="1983677"/>
                    <a:pt x="1959865" y="1942814"/>
                    <a:pt x="1959865" y="1892427"/>
                  </a:cubicBezTo>
                  <a:lnTo>
                    <a:pt x="1959865" y="91345"/>
                  </a:lnTo>
                  <a:cubicBezTo>
                    <a:pt x="1959865" y="40958"/>
                    <a:pt x="1918907" y="0"/>
                    <a:pt x="186851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390" name="Google Shape;2390;p85"/>
            <p:cNvGrpSpPr/>
            <p:nvPr/>
          </p:nvGrpSpPr>
          <p:grpSpPr>
            <a:xfrm>
              <a:off x="6568493" y="84720"/>
              <a:ext cx="1649109" cy="1669065"/>
              <a:chOff x="8921020" y="472154"/>
              <a:chExt cx="1959958" cy="1983676"/>
            </a:xfrm>
          </p:grpSpPr>
          <p:sp>
            <p:nvSpPr>
              <p:cNvPr id="2391" name="Google Shape;2391;p85"/>
              <p:cNvSpPr/>
              <p:nvPr/>
            </p:nvSpPr>
            <p:spPr>
              <a:xfrm>
                <a:off x="8921114" y="472154"/>
                <a:ext cx="1959864" cy="1983676"/>
              </a:xfrm>
              <a:custGeom>
                <a:rect b="b" l="l" r="r" t="t"/>
                <a:pathLst>
                  <a:path extrusionOk="0" h="1983676" w="1959864">
                    <a:moveTo>
                      <a:pt x="1959864" y="91345"/>
                    </a:moveTo>
                    <a:lnTo>
                      <a:pt x="1959864" y="1892427"/>
                    </a:lnTo>
                    <a:cubicBezTo>
                      <a:pt x="1959864" y="1942814"/>
                      <a:pt x="1918907" y="1983677"/>
                      <a:pt x="1868520" y="1983677"/>
                    </a:cubicBezTo>
                    <a:lnTo>
                      <a:pt x="91345" y="1983677"/>
                    </a:lnTo>
                    <a:cubicBezTo>
                      <a:pt x="40958" y="1983677"/>
                      <a:pt x="0" y="1942814"/>
                      <a:pt x="0" y="1892427"/>
                    </a:cubicBezTo>
                    <a:lnTo>
                      <a:pt x="0" y="91345"/>
                    </a:lnTo>
                    <a:cubicBezTo>
                      <a:pt x="0" y="40958"/>
                      <a:pt x="40958" y="0"/>
                      <a:pt x="91345" y="0"/>
                    </a:cubicBezTo>
                    <a:lnTo>
                      <a:pt x="1868520" y="0"/>
                    </a:lnTo>
                    <a:cubicBezTo>
                      <a:pt x="1918907" y="0"/>
                      <a:pt x="1959864" y="40958"/>
                      <a:pt x="1959864" y="91345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92" name="Google Shape;2392;p85"/>
              <p:cNvSpPr/>
              <p:nvPr/>
            </p:nvSpPr>
            <p:spPr>
              <a:xfrm>
                <a:off x="8921020" y="472154"/>
                <a:ext cx="1959958" cy="172307"/>
              </a:xfrm>
              <a:custGeom>
                <a:rect b="b" l="l" r="r" t="t"/>
                <a:pathLst>
                  <a:path extrusionOk="0" h="172307" w="1959958">
                    <a:moveTo>
                      <a:pt x="1959959" y="91345"/>
                    </a:moveTo>
                    <a:lnTo>
                      <a:pt x="1959959" y="172307"/>
                    </a:lnTo>
                    <a:lnTo>
                      <a:pt x="0" y="172307"/>
                    </a:lnTo>
                    <a:lnTo>
                      <a:pt x="0" y="91345"/>
                    </a:lnTo>
                    <a:cubicBezTo>
                      <a:pt x="0" y="40958"/>
                      <a:pt x="40957" y="0"/>
                      <a:pt x="91344" y="0"/>
                    </a:cubicBezTo>
                    <a:lnTo>
                      <a:pt x="1868519" y="0"/>
                    </a:lnTo>
                    <a:cubicBezTo>
                      <a:pt x="1918906" y="0"/>
                      <a:pt x="1959864" y="40958"/>
                      <a:pt x="1959864" y="91345"/>
                    </a:cubicBezTo>
                    <a:close/>
                  </a:path>
                </a:pathLst>
              </a:custGeom>
              <a:solidFill>
                <a:srgbClr val="000000">
                  <a:alpha val="10060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2393" name="Google Shape;2393;p85"/>
              <p:cNvGrpSpPr/>
              <p:nvPr/>
            </p:nvGrpSpPr>
            <p:grpSpPr>
              <a:xfrm>
                <a:off x="9011888" y="537781"/>
                <a:ext cx="255174" cy="64389"/>
                <a:chOff x="9011888" y="537781"/>
                <a:chExt cx="255174" cy="64389"/>
              </a:xfrm>
            </p:grpSpPr>
            <p:sp>
              <p:nvSpPr>
                <p:cNvPr id="2394" name="Google Shape;2394;p85"/>
                <p:cNvSpPr/>
                <p:nvPr/>
              </p:nvSpPr>
              <p:spPr>
                <a:xfrm>
                  <a:off x="9202673" y="537781"/>
                  <a:ext cx="64389" cy="64389"/>
                </a:xfrm>
                <a:custGeom>
                  <a:rect b="b" l="l" r="r" t="t"/>
                  <a:pathLst>
                    <a:path extrusionOk="0" h="64389" w="64389">
                      <a:moveTo>
                        <a:pt x="64389" y="32195"/>
                      </a:moveTo>
                      <a:cubicBezTo>
                        <a:pt x="64389" y="50006"/>
                        <a:pt x="50006" y="64389"/>
                        <a:pt x="32195" y="64389"/>
                      </a:cubicBezTo>
                      <a:cubicBezTo>
                        <a:pt x="14383" y="64389"/>
                        <a:pt x="0" y="50006"/>
                        <a:pt x="0" y="32195"/>
                      </a:cubicBezTo>
                      <a:cubicBezTo>
                        <a:pt x="0" y="14383"/>
                        <a:pt x="14383" y="0"/>
                        <a:pt x="32195" y="0"/>
                      </a:cubicBezTo>
                      <a:cubicBezTo>
                        <a:pt x="50006" y="0"/>
                        <a:pt x="64389" y="14383"/>
                        <a:pt x="64389" y="32195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395" name="Google Shape;2395;p85"/>
                <p:cNvSpPr/>
                <p:nvPr/>
              </p:nvSpPr>
              <p:spPr>
                <a:xfrm>
                  <a:off x="9107233" y="537781"/>
                  <a:ext cx="64389" cy="64389"/>
                </a:xfrm>
                <a:custGeom>
                  <a:rect b="b" l="l" r="r" t="t"/>
                  <a:pathLst>
                    <a:path extrusionOk="0" h="64389" w="64389">
                      <a:moveTo>
                        <a:pt x="64389" y="32195"/>
                      </a:moveTo>
                      <a:cubicBezTo>
                        <a:pt x="64389" y="50006"/>
                        <a:pt x="50006" y="64389"/>
                        <a:pt x="32195" y="64389"/>
                      </a:cubicBezTo>
                      <a:cubicBezTo>
                        <a:pt x="14383" y="64389"/>
                        <a:pt x="0" y="50006"/>
                        <a:pt x="0" y="32195"/>
                      </a:cubicBezTo>
                      <a:cubicBezTo>
                        <a:pt x="0" y="14383"/>
                        <a:pt x="14383" y="0"/>
                        <a:pt x="32195" y="0"/>
                      </a:cubicBezTo>
                      <a:cubicBezTo>
                        <a:pt x="50006" y="0"/>
                        <a:pt x="64389" y="14383"/>
                        <a:pt x="64389" y="32195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396" name="Google Shape;2396;p85"/>
                <p:cNvSpPr/>
                <p:nvPr/>
              </p:nvSpPr>
              <p:spPr>
                <a:xfrm>
                  <a:off x="9011888" y="537781"/>
                  <a:ext cx="64389" cy="64389"/>
                </a:xfrm>
                <a:custGeom>
                  <a:rect b="b" l="l" r="r" t="t"/>
                  <a:pathLst>
                    <a:path extrusionOk="0" h="64389" w="64389">
                      <a:moveTo>
                        <a:pt x="64389" y="32195"/>
                      </a:moveTo>
                      <a:cubicBezTo>
                        <a:pt x="64389" y="50006"/>
                        <a:pt x="50006" y="64389"/>
                        <a:pt x="32195" y="64389"/>
                      </a:cubicBezTo>
                      <a:cubicBezTo>
                        <a:pt x="14383" y="64389"/>
                        <a:pt x="0" y="50006"/>
                        <a:pt x="0" y="32195"/>
                      </a:cubicBezTo>
                      <a:cubicBezTo>
                        <a:pt x="0" y="14383"/>
                        <a:pt x="14383" y="0"/>
                        <a:pt x="32195" y="0"/>
                      </a:cubicBezTo>
                      <a:cubicBezTo>
                        <a:pt x="50006" y="0"/>
                        <a:pt x="64389" y="14383"/>
                        <a:pt x="64389" y="32195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2397" name="Google Shape;2397;p85"/>
            <p:cNvGrpSpPr/>
            <p:nvPr/>
          </p:nvGrpSpPr>
          <p:grpSpPr>
            <a:xfrm>
              <a:off x="6795939" y="406335"/>
              <a:ext cx="1194216" cy="1228757"/>
              <a:chOff x="9191339" y="854392"/>
              <a:chExt cx="1419320" cy="1460372"/>
            </a:xfrm>
          </p:grpSpPr>
          <p:grpSp>
            <p:nvGrpSpPr>
              <p:cNvPr id="2398" name="Google Shape;2398;p85"/>
              <p:cNvGrpSpPr/>
              <p:nvPr/>
            </p:nvGrpSpPr>
            <p:grpSpPr>
              <a:xfrm>
                <a:off x="9191339" y="1884045"/>
                <a:ext cx="604932" cy="420243"/>
                <a:chOff x="9191339" y="1884045"/>
                <a:chExt cx="604932" cy="420243"/>
              </a:xfrm>
            </p:grpSpPr>
            <p:sp>
              <p:nvSpPr>
                <p:cNvPr id="2399" name="Google Shape;2399;p85"/>
                <p:cNvSpPr/>
                <p:nvPr/>
              </p:nvSpPr>
              <p:spPr>
                <a:xfrm>
                  <a:off x="9191339" y="1884045"/>
                  <a:ext cx="237077" cy="52959"/>
                </a:xfrm>
                <a:custGeom>
                  <a:rect b="b" l="l" r="r" t="t"/>
                  <a:pathLst>
                    <a:path extrusionOk="0" h="52959" w="237077">
                      <a:moveTo>
                        <a:pt x="0" y="0"/>
                      </a:moveTo>
                      <a:lnTo>
                        <a:pt x="237077" y="0"/>
                      </a:lnTo>
                      <a:lnTo>
                        <a:pt x="237077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400" name="Google Shape;2400;p85"/>
                <p:cNvSpPr/>
                <p:nvPr/>
              </p:nvSpPr>
              <p:spPr>
                <a:xfrm>
                  <a:off x="9449466" y="1884045"/>
                  <a:ext cx="182498" cy="52959"/>
                </a:xfrm>
                <a:custGeom>
                  <a:rect b="b" l="l" r="r" t="t"/>
                  <a:pathLst>
                    <a:path extrusionOk="0" h="52959" w="182498">
                      <a:moveTo>
                        <a:pt x="0" y="0"/>
                      </a:moveTo>
                      <a:lnTo>
                        <a:pt x="182499" y="0"/>
                      </a:lnTo>
                      <a:lnTo>
                        <a:pt x="182499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401" name="Google Shape;2401;p85"/>
                <p:cNvSpPr/>
                <p:nvPr/>
              </p:nvSpPr>
              <p:spPr>
                <a:xfrm>
                  <a:off x="9651396" y="1884045"/>
                  <a:ext cx="144875" cy="52959"/>
                </a:xfrm>
                <a:custGeom>
                  <a:rect b="b" l="l" r="r" t="t"/>
                  <a:pathLst>
                    <a:path extrusionOk="0" h="52959" w="144875">
                      <a:moveTo>
                        <a:pt x="0" y="0"/>
                      </a:moveTo>
                      <a:lnTo>
                        <a:pt x="144876" y="0"/>
                      </a:lnTo>
                      <a:lnTo>
                        <a:pt x="144876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402" name="Google Shape;2402;p85"/>
                <p:cNvSpPr/>
                <p:nvPr/>
              </p:nvSpPr>
              <p:spPr>
                <a:xfrm>
                  <a:off x="9308306" y="2006536"/>
                  <a:ext cx="487965" cy="52959"/>
                </a:xfrm>
                <a:custGeom>
                  <a:rect b="b" l="l" r="r" t="t"/>
                  <a:pathLst>
                    <a:path extrusionOk="0" h="52959" w="487965">
                      <a:moveTo>
                        <a:pt x="0" y="0"/>
                      </a:moveTo>
                      <a:lnTo>
                        <a:pt x="487966" y="0"/>
                      </a:lnTo>
                      <a:lnTo>
                        <a:pt x="487966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403" name="Google Shape;2403;p85"/>
                <p:cNvSpPr/>
                <p:nvPr/>
              </p:nvSpPr>
              <p:spPr>
                <a:xfrm>
                  <a:off x="9191339" y="2006536"/>
                  <a:ext cx="89630" cy="52959"/>
                </a:xfrm>
                <a:custGeom>
                  <a:rect b="b" l="l" r="r" t="t"/>
                  <a:pathLst>
                    <a:path extrusionOk="0" h="52959" w="89630">
                      <a:moveTo>
                        <a:pt x="0" y="0"/>
                      </a:moveTo>
                      <a:lnTo>
                        <a:pt x="89630" y="0"/>
                      </a:lnTo>
                      <a:lnTo>
                        <a:pt x="89630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404" name="Google Shape;2404;p85"/>
                <p:cNvSpPr/>
                <p:nvPr/>
              </p:nvSpPr>
              <p:spPr>
                <a:xfrm>
                  <a:off x="9460325" y="2128932"/>
                  <a:ext cx="230790" cy="52959"/>
                </a:xfrm>
                <a:custGeom>
                  <a:rect b="b" l="l" r="r" t="t"/>
                  <a:pathLst>
                    <a:path extrusionOk="0" h="52959" w="230790">
                      <a:moveTo>
                        <a:pt x="0" y="0"/>
                      </a:moveTo>
                      <a:lnTo>
                        <a:pt x="230791" y="0"/>
                      </a:lnTo>
                      <a:lnTo>
                        <a:pt x="230791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405" name="Google Shape;2405;p85"/>
                <p:cNvSpPr/>
                <p:nvPr/>
              </p:nvSpPr>
              <p:spPr>
                <a:xfrm>
                  <a:off x="9713023" y="2128932"/>
                  <a:ext cx="83248" cy="52959"/>
                </a:xfrm>
                <a:custGeom>
                  <a:rect b="b" l="l" r="r" t="t"/>
                  <a:pathLst>
                    <a:path extrusionOk="0" h="52959" w="83248">
                      <a:moveTo>
                        <a:pt x="0" y="0"/>
                      </a:moveTo>
                      <a:lnTo>
                        <a:pt x="83248" y="0"/>
                      </a:lnTo>
                      <a:lnTo>
                        <a:pt x="83248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406" name="Google Shape;2406;p85"/>
                <p:cNvSpPr/>
                <p:nvPr/>
              </p:nvSpPr>
              <p:spPr>
                <a:xfrm>
                  <a:off x="9191339" y="2128932"/>
                  <a:ext cx="247935" cy="52959"/>
                </a:xfrm>
                <a:custGeom>
                  <a:rect b="b" l="l" r="r" t="t"/>
                  <a:pathLst>
                    <a:path extrusionOk="0" h="52959" w="247935">
                      <a:moveTo>
                        <a:pt x="0" y="0"/>
                      </a:moveTo>
                      <a:lnTo>
                        <a:pt x="247936" y="0"/>
                      </a:lnTo>
                      <a:lnTo>
                        <a:pt x="247936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407" name="Google Shape;2407;p85"/>
                <p:cNvSpPr/>
                <p:nvPr/>
              </p:nvSpPr>
              <p:spPr>
                <a:xfrm>
                  <a:off x="9365170" y="2251329"/>
                  <a:ext cx="200977" cy="52959"/>
                </a:xfrm>
                <a:custGeom>
                  <a:rect b="b" l="l" r="r" t="t"/>
                  <a:pathLst>
                    <a:path extrusionOk="0" h="52959" w="200977">
                      <a:moveTo>
                        <a:pt x="0" y="0"/>
                      </a:moveTo>
                      <a:lnTo>
                        <a:pt x="200977" y="0"/>
                      </a:lnTo>
                      <a:lnTo>
                        <a:pt x="200977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408" name="Google Shape;2408;p85"/>
                <p:cNvSpPr/>
                <p:nvPr/>
              </p:nvSpPr>
              <p:spPr>
                <a:xfrm>
                  <a:off x="9191339" y="2251329"/>
                  <a:ext cx="151256" cy="52959"/>
                </a:xfrm>
                <a:custGeom>
                  <a:rect b="b" l="l" r="r" t="t"/>
                  <a:pathLst>
                    <a:path extrusionOk="0" h="52959" w="151256">
                      <a:moveTo>
                        <a:pt x="0" y="0"/>
                      </a:moveTo>
                      <a:lnTo>
                        <a:pt x="151257" y="0"/>
                      </a:lnTo>
                      <a:lnTo>
                        <a:pt x="151257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2409" name="Google Shape;2409;p85"/>
              <p:cNvGrpSpPr/>
              <p:nvPr/>
            </p:nvGrpSpPr>
            <p:grpSpPr>
              <a:xfrm>
                <a:off x="10004774" y="854392"/>
                <a:ext cx="604932" cy="420243"/>
                <a:chOff x="10004774" y="854392"/>
                <a:chExt cx="604932" cy="420243"/>
              </a:xfrm>
            </p:grpSpPr>
            <p:sp>
              <p:nvSpPr>
                <p:cNvPr id="2410" name="Google Shape;2410;p85"/>
                <p:cNvSpPr/>
                <p:nvPr/>
              </p:nvSpPr>
              <p:spPr>
                <a:xfrm>
                  <a:off x="10004774" y="854392"/>
                  <a:ext cx="237077" cy="52959"/>
                </a:xfrm>
                <a:custGeom>
                  <a:rect b="b" l="l" r="r" t="t"/>
                  <a:pathLst>
                    <a:path extrusionOk="0" h="52959" w="237077">
                      <a:moveTo>
                        <a:pt x="0" y="0"/>
                      </a:moveTo>
                      <a:lnTo>
                        <a:pt x="237077" y="0"/>
                      </a:lnTo>
                      <a:lnTo>
                        <a:pt x="237077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411" name="Google Shape;2411;p85"/>
                <p:cNvSpPr/>
                <p:nvPr/>
              </p:nvSpPr>
              <p:spPr>
                <a:xfrm>
                  <a:off x="10262901" y="854392"/>
                  <a:ext cx="182498" cy="52959"/>
                </a:xfrm>
                <a:custGeom>
                  <a:rect b="b" l="l" r="r" t="t"/>
                  <a:pathLst>
                    <a:path extrusionOk="0" h="52959" w="182498">
                      <a:moveTo>
                        <a:pt x="0" y="0"/>
                      </a:moveTo>
                      <a:lnTo>
                        <a:pt x="182498" y="0"/>
                      </a:lnTo>
                      <a:lnTo>
                        <a:pt x="182498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412" name="Google Shape;2412;p85"/>
                <p:cNvSpPr/>
                <p:nvPr/>
              </p:nvSpPr>
              <p:spPr>
                <a:xfrm>
                  <a:off x="10464831" y="854392"/>
                  <a:ext cx="144875" cy="52959"/>
                </a:xfrm>
                <a:custGeom>
                  <a:rect b="b" l="l" r="r" t="t"/>
                  <a:pathLst>
                    <a:path extrusionOk="0" h="52959" w="144875">
                      <a:moveTo>
                        <a:pt x="0" y="0"/>
                      </a:moveTo>
                      <a:lnTo>
                        <a:pt x="144875" y="0"/>
                      </a:lnTo>
                      <a:lnTo>
                        <a:pt x="144875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413" name="Google Shape;2413;p85"/>
                <p:cNvSpPr/>
                <p:nvPr/>
              </p:nvSpPr>
              <p:spPr>
                <a:xfrm>
                  <a:off x="10121741" y="976788"/>
                  <a:ext cx="487965" cy="52959"/>
                </a:xfrm>
                <a:custGeom>
                  <a:rect b="b" l="l" r="r" t="t"/>
                  <a:pathLst>
                    <a:path extrusionOk="0" h="52959" w="487965">
                      <a:moveTo>
                        <a:pt x="0" y="0"/>
                      </a:moveTo>
                      <a:lnTo>
                        <a:pt x="487966" y="0"/>
                      </a:lnTo>
                      <a:lnTo>
                        <a:pt x="487966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414" name="Google Shape;2414;p85"/>
                <p:cNvSpPr/>
                <p:nvPr/>
              </p:nvSpPr>
              <p:spPr>
                <a:xfrm>
                  <a:off x="10004774" y="976788"/>
                  <a:ext cx="89630" cy="52959"/>
                </a:xfrm>
                <a:custGeom>
                  <a:rect b="b" l="l" r="r" t="t"/>
                  <a:pathLst>
                    <a:path extrusionOk="0" h="52959" w="89630">
                      <a:moveTo>
                        <a:pt x="0" y="0"/>
                      </a:moveTo>
                      <a:lnTo>
                        <a:pt x="89630" y="0"/>
                      </a:lnTo>
                      <a:lnTo>
                        <a:pt x="89630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415" name="Google Shape;2415;p85"/>
                <p:cNvSpPr/>
                <p:nvPr/>
              </p:nvSpPr>
              <p:spPr>
                <a:xfrm>
                  <a:off x="10273760" y="1099280"/>
                  <a:ext cx="230790" cy="52959"/>
                </a:xfrm>
                <a:custGeom>
                  <a:rect b="b" l="l" r="r" t="t"/>
                  <a:pathLst>
                    <a:path extrusionOk="0" h="52959" w="230790">
                      <a:moveTo>
                        <a:pt x="0" y="0"/>
                      </a:moveTo>
                      <a:lnTo>
                        <a:pt x="230790" y="0"/>
                      </a:lnTo>
                      <a:lnTo>
                        <a:pt x="230790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416" name="Google Shape;2416;p85"/>
                <p:cNvSpPr/>
                <p:nvPr/>
              </p:nvSpPr>
              <p:spPr>
                <a:xfrm>
                  <a:off x="10526458" y="1099280"/>
                  <a:ext cx="83248" cy="52959"/>
                </a:xfrm>
                <a:custGeom>
                  <a:rect b="b" l="l" r="r" t="t"/>
                  <a:pathLst>
                    <a:path extrusionOk="0" h="52959" w="83248">
                      <a:moveTo>
                        <a:pt x="0" y="0"/>
                      </a:moveTo>
                      <a:lnTo>
                        <a:pt x="83249" y="0"/>
                      </a:lnTo>
                      <a:lnTo>
                        <a:pt x="83249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417" name="Google Shape;2417;p85"/>
                <p:cNvSpPr/>
                <p:nvPr/>
              </p:nvSpPr>
              <p:spPr>
                <a:xfrm>
                  <a:off x="10004774" y="1099280"/>
                  <a:ext cx="247935" cy="52959"/>
                </a:xfrm>
                <a:custGeom>
                  <a:rect b="b" l="l" r="r" t="t"/>
                  <a:pathLst>
                    <a:path extrusionOk="0" h="52959" w="247935">
                      <a:moveTo>
                        <a:pt x="0" y="0"/>
                      </a:moveTo>
                      <a:lnTo>
                        <a:pt x="247936" y="0"/>
                      </a:lnTo>
                      <a:lnTo>
                        <a:pt x="247936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418" name="Google Shape;2418;p85"/>
                <p:cNvSpPr/>
                <p:nvPr/>
              </p:nvSpPr>
              <p:spPr>
                <a:xfrm>
                  <a:off x="10178700" y="1221676"/>
                  <a:ext cx="200977" cy="52959"/>
                </a:xfrm>
                <a:custGeom>
                  <a:rect b="b" l="l" r="r" t="t"/>
                  <a:pathLst>
                    <a:path extrusionOk="0" h="52959" w="200977">
                      <a:moveTo>
                        <a:pt x="0" y="0"/>
                      </a:moveTo>
                      <a:lnTo>
                        <a:pt x="200977" y="0"/>
                      </a:lnTo>
                      <a:lnTo>
                        <a:pt x="200977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419" name="Google Shape;2419;p85"/>
                <p:cNvSpPr/>
                <p:nvPr/>
              </p:nvSpPr>
              <p:spPr>
                <a:xfrm>
                  <a:off x="10004774" y="1221676"/>
                  <a:ext cx="151256" cy="52959"/>
                </a:xfrm>
                <a:custGeom>
                  <a:rect b="b" l="l" r="r" t="t"/>
                  <a:pathLst>
                    <a:path extrusionOk="0" h="52959" w="151256">
                      <a:moveTo>
                        <a:pt x="0" y="0"/>
                      </a:moveTo>
                      <a:lnTo>
                        <a:pt x="151257" y="0"/>
                      </a:lnTo>
                      <a:lnTo>
                        <a:pt x="151257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2420" name="Google Shape;2420;p85"/>
              <p:cNvGrpSpPr/>
              <p:nvPr/>
            </p:nvGrpSpPr>
            <p:grpSpPr>
              <a:xfrm>
                <a:off x="10004774" y="1374362"/>
                <a:ext cx="604932" cy="303466"/>
                <a:chOff x="10004774" y="1374362"/>
                <a:chExt cx="604932" cy="303466"/>
              </a:xfrm>
            </p:grpSpPr>
            <p:sp>
              <p:nvSpPr>
                <p:cNvPr id="2421" name="Google Shape;2421;p85"/>
                <p:cNvSpPr/>
                <p:nvPr/>
              </p:nvSpPr>
              <p:spPr>
                <a:xfrm>
                  <a:off x="10004774" y="1374362"/>
                  <a:ext cx="237077" cy="52959"/>
                </a:xfrm>
                <a:custGeom>
                  <a:rect b="b" l="l" r="r" t="t"/>
                  <a:pathLst>
                    <a:path extrusionOk="0" h="52959" w="237077">
                      <a:moveTo>
                        <a:pt x="0" y="0"/>
                      </a:moveTo>
                      <a:lnTo>
                        <a:pt x="237077" y="0"/>
                      </a:lnTo>
                      <a:lnTo>
                        <a:pt x="237077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422" name="Google Shape;2422;p85"/>
                <p:cNvSpPr/>
                <p:nvPr/>
              </p:nvSpPr>
              <p:spPr>
                <a:xfrm>
                  <a:off x="10262901" y="1374362"/>
                  <a:ext cx="182498" cy="52959"/>
                </a:xfrm>
                <a:custGeom>
                  <a:rect b="b" l="l" r="r" t="t"/>
                  <a:pathLst>
                    <a:path extrusionOk="0" h="52959" w="182498">
                      <a:moveTo>
                        <a:pt x="0" y="0"/>
                      </a:moveTo>
                      <a:lnTo>
                        <a:pt x="182498" y="0"/>
                      </a:lnTo>
                      <a:lnTo>
                        <a:pt x="182498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423" name="Google Shape;2423;p85"/>
                <p:cNvSpPr/>
                <p:nvPr/>
              </p:nvSpPr>
              <p:spPr>
                <a:xfrm>
                  <a:off x="10464831" y="1374362"/>
                  <a:ext cx="144875" cy="52959"/>
                </a:xfrm>
                <a:custGeom>
                  <a:rect b="b" l="l" r="r" t="t"/>
                  <a:pathLst>
                    <a:path extrusionOk="0" h="52959" w="144875">
                      <a:moveTo>
                        <a:pt x="0" y="0"/>
                      </a:moveTo>
                      <a:lnTo>
                        <a:pt x="144875" y="0"/>
                      </a:lnTo>
                      <a:lnTo>
                        <a:pt x="144875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424" name="Google Shape;2424;p85"/>
                <p:cNvSpPr/>
                <p:nvPr/>
              </p:nvSpPr>
              <p:spPr>
                <a:xfrm>
                  <a:off x="10273760" y="1502378"/>
                  <a:ext cx="230790" cy="52959"/>
                </a:xfrm>
                <a:custGeom>
                  <a:rect b="b" l="l" r="r" t="t"/>
                  <a:pathLst>
                    <a:path extrusionOk="0" h="52959" w="230790">
                      <a:moveTo>
                        <a:pt x="0" y="0"/>
                      </a:moveTo>
                      <a:lnTo>
                        <a:pt x="230790" y="0"/>
                      </a:lnTo>
                      <a:lnTo>
                        <a:pt x="230790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425" name="Google Shape;2425;p85"/>
                <p:cNvSpPr/>
                <p:nvPr/>
              </p:nvSpPr>
              <p:spPr>
                <a:xfrm>
                  <a:off x="10526458" y="1502378"/>
                  <a:ext cx="83248" cy="52959"/>
                </a:xfrm>
                <a:custGeom>
                  <a:rect b="b" l="l" r="r" t="t"/>
                  <a:pathLst>
                    <a:path extrusionOk="0" h="52959" w="83248">
                      <a:moveTo>
                        <a:pt x="0" y="0"/>
                      </a:moveTo>
                      <a:lnTo>
                        <a:pt x="83249" y="0"/>
                      </a:lnTo>
                      <a:lnTo>
                        <a:pt x="83249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426" name="Google Shape;2426;p85"/>
                <p:cNvSpPr/>
                <p:nvPr/>
              </p:nvSpPr>
              <p:spPr>
                <a:xfrm>
                  <a:off x="10004774" y="1502378"/>
                  <a:ext cx="247935" cy="52959"/>
                </a:xfrm>
                <a:custGeom>
                  <a:rect b="b" l="l" r="r" t="t"/>
                  <a:pathLst>
                    <a:path extrusionOk="0" h="52959" w="247935">
                      <a:moveTo>
                        <a:pt x="0" y="0"/>
                      </a:moveTo>
                      <a:lnTo>
                        <a:pt x="247936" y="0"/>
                      </a:lnTo>
                      <a:lnTo>
                        <a:pt x="247936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427" name="Google Shape;2427;p85"/>
                <p:cNvSpPr/>
                <p:nvPr/>
              </p:nvSpPr>
              <p:spPr>
                <a:xfrm>
                  <a:off x="10178700" y="1624869"/>
                  <a:ext cx="200977" cy="52959"/>
                </a:xfrm>
                <a:custGeom>
                  <a:rect b="b" l="l" r="r" t="t"/>
                  <a:pathLst>
                    <a:path extrusionOk="0" h="52959" w="200977">
                      <a:moveTo>
                        <a:pt x="0" y="0"/>
                      </a:moveTo>
                      <a:lnTo>
                        <a:pt x="200977" y="0"/>
                      </a:lnTo>
                      <a:lnTo>
                        <a:pt x="200977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428" name="Google Shape;2428;p85"/>
                <p:cNvSpPr/>
                <p:nvPr/>
              </p:nvSpPr>
              <p:spPr>
                <a:xfrm>
                  <a:off x="10004774" y="1624869"/>
                  <a:ext cx="151256" cy="52959"/>
                </a:xfrm>
                <a:custGeom>
                  <a:rect b="b" l="l" r="r" t="t"/>
                  <a:pathLst>
                    <a:path extrusionOk="0" h="52959" w="151256">
                      <a:moveTo>
                        <a:pt x="0" y="0"/>
                      </a:moveTo>
                      <a:lnTo>
                        <a:pt x="151257" y="0"/>
                      </a:lnTo>
                      <a:lnTo>
                        <a:pt x="151257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2429" name="Google Shape;2429;p85"/>
              <p:cNvSpPr/>
              <p:nvPr/>
            </p:nvSpPr>
            <p:spPr>
              <a:xfrm>
                <a:off x="10004774" y="1875948"/>
                <a:ext cx="605885" cy="438816"/>
              </a:xfrm>
              <a:custGeom>
                <a:rect b="b" l="l" r="r" t="t"/>
                <a:pathLst>
                  <a:path extrusionOk="0" h="438816" w="605885">
                    <a:moveTo>
                      <a:pt x="572167" y="0"/>
                    </a:moveTo>
                    <a:cubicBezTo>
                      <a:pt x="590789" y="0"/>
                      <a:pt x="605885" y="15096"/>
                      <a:pt x="605885" y="33718"/>
                    </a:cubicBezTo>
                    <a:lnTo>
                      <a:pt x="605885" y="405098"/>
                    </a:lnTo>
                    <a:cubicBezTo>
                      <a:pt x="605885" y="423720"/>
                      <a:pt x="590789" y="438817"/>
                      <a:pt x="572167" y="438817"/>
                    </a:cubicBezTo>
                    <a:lnTo>
                      <a:pt x="33718" y="438817"/>
                    </a:lnTo>
                    <a:cubicBezTo>
                      <a:pt x="15096" y="438817"/>
                      <a:pt x="0" y="423720"/>
                      <a:pt x="0" y="405098"/>
                    </a:cubicBezTo>
                    <a:lnTo>
                      <a:pt x="0" y="33718"/>
                    </a:lnTo>
                    <a:cubicBezTo>
                      <a:pt x="0" y="15096"/>
                      <a:pt x="15096" y="0"/>
                      <a:pt x="33718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30" name="Google Shape;2430;p85"/>
              <p:cNvSpPr/>
              <p:nvPr/>
            </p:nvSpPr>
            <p:spPr>
              <a:xfrm>
                <a:off x="9191339" y="860202"/>
                <a:ext cx="605885" cy="815149"/>
              </a:xfrm>
              <a:custGeom>
                <a:rect b="b" l="l" r="r" t="t"/>
                <a:pathLst>
                  <a:path extrusionOk="0" h="815149" w="605885">
                    <a:moveTo>
                      <a:pt x="554260" y="0"/>
                    </a:moveTo>
                    <a:cubicBezTo>
                      <a:pt x="582772" y="0"/>
                      <a:pt x="605885" y="23114"/>
                      <a:pt x="605885" y="51625"/>
                    </a:cubicBezTo>
                    <a:lnTo>
                      <a:pt x="605885" y="763524"/>
                    </a:lnTo>
                    <a:cubicBezTo>
                      <a:pt x="605885" y="792036"/>
                      <a:pt x="582771" y="815150"/>
                      <a:pt x="554260" y="815150"/>
                    </a:cubicBezTo>
                    <a:lnTo>
                      <a:pt x="51625" y="815150"/>
                    </a:lnTo>
                    <a:cubicBezTo>
                      <a:pt x="23113" y="815150"/>
                      <a:pt x="0" y="792036"/>
                      <a:pt x="0" y="763524"/>
                    </a:cubicBezTo>
                    <a:lnTo>
                      <a:pt x="0" y="51625"/>
                    </a:lnTo>
                    <a:cubicBezTo>
                      <a:pt x="0" y="23114"/>
                      <a:pt x="23113" y="0"/>
                      <a:pt x="5162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431" name="Google Shape;2431;p85"/>
            <p:cNvGrpSpPr/>
            <p:nvPr/>
          </p:nvGrpSpPr>
          <p:grpSpPr>
            <a:xfrm>
              <a:off x="6717319" y="354723"/>
              <a:ext cx="656533" cy="799751"/>
              <a:chOff x="9097899" y="793051"/>
              <a:chExt cx="780287" cy="950500"/>
            </a:xfrm>
          </p:grpSpPr>
          <p:grpSp>
            <p:nvGrpSpPr>
              <p:cNvPr id="2432" name="Google Shape;2432;p85"/>
              <p:cNvGrpSpPr/>
              <p:nvPr/>
            </p:nvGrpSpPr>
            <p:grpSpPr>
              <a:xfrm>
                <a:off x="9118758" y="814006"/>
                <a:ext cx="747999" cy="918020"/>
                <a:chOff x="9118758" y="814006"/>
                <a:chExt cx="747999" cy="918020"/>
              </a:xfrm>
            </p:grpSpPr>
            <p:sp>
              <p:nvSpPr>
                <p:cNvPr id="2433" name="Google Shape;2433;p85"/>
                <p:cNvSpPr/>
                <p:nvPr/>
              </p:nvSpPr>
              <p:spPr>
                <a:xfrm>
                  <a:off x="9131522" y="1722501"/>
                  <a:ext cx="700277" cy="9525"/>
                </a:xfrm>
                <a:custGeom>
                  <a:rect b="b" l="l" r="r" t="t"/>
                  <a:pathLst>
                    <a:path extrusionOk="0" h="9525" w="700277">
                      <a:moveTo>
                        <a:pt x="700278" y="0"/>
                      </a:moveTo>
                      <a:lnTo>
                        <a:pt x="0" y="0"/>
                      </a:lnTo>
                    </a:path>
                  </a:pathLst>
                </a:custGeom>
                <a:solidFill>
                  <a:schemeClr val="dk1"/>
                </a:solidFill>
                <a:ln cap="rnd" cmpd="sng" w="12750">
                  <a:solidFill>
                    <a:schemeClr val="dk1"/>
                  </a:solidFill>
                  <a:prstDash val="dashDot"/>
                  <a:miter lim="8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434" name="Google Shape;2434;p85"/>
                <p:cNvSpPr/>
                <p:nvPr/>
              </p:nvSpPr>
              <p:spPr>
                <a:xfrm>
                  <a:off x="9118758" y="826579"/>
                  <a:ext cx="9525" cy="870680"/>
                </a:xfrm>
                <a:custGeom>
                  <a:rect b="b" l="l" r="r" t="t"/>
                  <a:pathLst>
                    <a:path extrusionOk="0" h="870680" w="9525">
                      <a:moveTo>
                        <a:pt x="0" y="870680"/>
                      </a:moveTo>
                      <a:lnTo>
                        <a:pt x="0" y="0"/>
                      </a:lnTo>
                    </a:path>
                  </a:pathLst>
                </a:custGeom>
                <a:solidFill>
                  <a:schemeClr val="dk1"/>
                </a:solidFill>
                <a:ln cap="rnd" cmpd="sng" w="12750">
                  <a:solidFill>
                    <a:schemeClr val="dk1"/>
                  </a:solidFill>
                  <a:prstDash val="dashDot"/>
                  <a:miter lim="8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435" name="Google Shape;2435;p85"/>
                <p:cNvSpPr/>
                <p:nvPr/>
              </p:nvSpPr>
              <p:spPr>
                <a:xfrm>
                  <a:off x="9144285" y="814006"/>
                  <a:ext cx="700277" cy="9525"/>
                </a:xfrm>
                <a:custGeom>
                  <a:rect b="b" l="l" r="r" t="t"/>
                  <a:pathLst>
                    <a:path extrusionOk="0" h="9525" w="700277">
                      <a:moveTo>
                        <a:pt x="0" y="0"/>
                      </a:moveTo>
                      <a:lnTo>
                        <a:pt x="700278" y="0"/>
                      </a:lnTo>
                    </a:path>
                  </a:pathLst>
                </a:custGeom>
                <a:solidFill>
                  <a:schemeClr val="dk1"/>
                </a:solidFill>
                <a:ln cap="rnd" cmpd="sng" w="12750">
                  <a:solidFill>
                    <a:schemeClr val="dk1"/>
                  </a:solidFill>
                  <a:prstDash val="dashDot"/>
                  <a:miter lim="8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436" name="Google Shape;2436;p85"/>
                <p:cNvSpPr/>
                <p:nvPr/>
              </p:nvSpPr>
              <p:spPr>
                <a:xfrm>
                  <a:off x="9857232" y="839247"/>
                  <a:ext cx="9525" cy="870680"/>
                </a:xfrm>
                <a:custGeom>
                  <a:rect b="b" l="l" r="r" t="t"/>
                  <a:pathLst>
                    <a:path extrusionOk="0" h="870680" w="9525">
                      <a:moveTo>
                        <a:pt x="0" y="0"/>
                      </a:moveTo>
                      <a:lnTo>
                        <a:pt x="0" y="870680"/>
                      </a:lnTo>
                    </a:path>
                  </a:pathLst>
                </a:custGeom>
                <a:solidFill>
                  <a:schemeClr val="dk1"/>
                </a:solidFill>
                <a:ln cap="rnd" cmpd="sng" w="12750">
                  <a:solidFill>
                    <a:schemeClr val="dk1"/>
                  </a:solidFill>
                  <a:prstDash val="dashDot"/>
                  <a:miter lim="8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2437" name="Google Shape;2437;p85"/>
              <p:cNvGrpSpPr/>
              <p:nvPr/>
            </p:nvGrpSpPr>
            <p:grpSpPr>
              <a:xfrm>
                <a:off x="9097899" y="793051"/>
                <a:ext cx="780287" cy="950500"/>
                <a:chOff x="9097899" y="793051"/>
                <a:chExt cx="780287" cy="950500"/>
              </a:xfrm>
            </p:grpSpPr>
            <p:grpSp>
              <p:nvGrpSpPr>
                <p:cNvPr id="2438" name="Google Shape;2438;p85"/>
                <p:cNvGrpSpPr/>
                <p:nvPr/>
              </p:nvGrpSpPr>
              <p:grpSpPr>
                <a:xfrm>
                  <a:off x="9097899" y="793051"/>
                  <a:ext cx="780287" cy="41909"/>
                  <a:chOff x="9097899" y="793051"/>
                  <a:chExt cx="780287" cy="41909"/>
                </a:xfrm>
              </p:grpSpPr>
              <p:sp>
                <p:nvSpPr>
                  <p:cNvPr id="2439" name="Google Shape;2439;p85"/>
                  <p:cNvSpPr/>
                  <p:nvPr/>
                </p:nvSpPr>
                <p:spPr>
                  <a:xfrm>
                    <a:off x="9097899" y="793051"/>
                    <a:ext cx="41909" cy="41909"/>
                  </a:xfrm>
                  <a:custGeom>
                    <a:rect b="b" l="l" r="r" t="t"/>
                    <a:pathLst>
                      <a:path extrusionOk="0" h="41909" w="41909">
                        <a:moveTo>
                          <a:pt x="0" y="0"/>
                        </a:moveTo>
                        <a:lnTo>
                          <a:pt x="41910" y="0"/>
                        </a:lnTo>
                        <a:lnTo>
                          <a:pt x="41910" y="41910"/>
                        </a:lnTo>
                        <a:lnTo>
                          <a:pt x="0" y="4191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440" name="Google Shape;2440;p85"/>
                  <p:cNvSpPr/>
                  <p:nvPr/>
                </p:nvSpPr>
                <p:spPr>
                  <a:xfrm>
                    <a:off x="9467088" y="793051"/>
                    <a:ext cx="41909" cy="41909"/>
                  </a:xfrm>
                  <a:custGeom>
                    <a:rect b="b" l="l" r="r" t="t"/>
                    <a:pathLst>
                      <a:path extrusionOk="0" h="41909" w="41909">
                        <a:moveTo>
                          <a:pt x="0" y="0"/>
                        </a:moveTo>
                        <a:lnTo>
                          <a:pt x="41910" y="0"/>
                        </a:lnTo>
                        <a:lnTo>
                          <a:pt x="41910" y="41910"/>
                        </a:lnTo>
                        <a:lnTo>
                          <a:pt x="0" y="4191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441" name="Google Shape;2441;p85"/>
                  <p:cNvSpPr/>
                  <p:nvPr/>
                </p:nvSpPr>
                <p:spPr>
                  <a:xfrm>
                    <a:off x="9836277" y="793051"/>
                    <a:ext cx="41909" cy="41909"/>
                  </a:xfrm>
                  <a:custGeom>
                    <a:rect b="b" l="l" r="r" t="t"/>
                    <a:pathLst>
                      <a:path extrusionOk="0" h="41909" w="41909">
                        <a:moveTo>
                          <a:pt x="0" y="0"/>
                        </a:moveTo>
                        <a:lnTo>
                          <a:pt x="41910" y="0"/>
                        </a:lnTo>
                        <a:lnTo>
                          <a:pt x="41910" y="41910"/>
                        </a:lnTo>
                        <a:lnTo>
                          <a:pt x="0" y="4191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2442" name="Google Shape;2442;p85"/>
                <p:cNvGrpSpPr/>
                <p:nvPr/>
              </p:nvGrpSpPr>
              <p:grpSpPr>
                <a:xfrm>
                  <a:off x="9097899" y="1247298"/>
                  <a:ext cx="780287" cy="41910"/>
                  <a:chOff x="9097899" y="1247298"/>
                  <a:chExt cx="780287" cy="41910"/>
                </a:xfrm>
              </p:grpSpPr>
              <p:sp>
                <p:nvSpPr>
                  <p:cNvPr id="2443" name="Google Shape;2443;p85"/>
                  <p:cNvSpPr/>
                  <p:nvPr/>
                </p:nvSpPr>
                <p:spPr>
                  <a:xfrm>
                    <a:off x="9097899" y="1247298"/>
                    <a:ext cx="41909" cy="41910"/>
                  </a:xfrm>
                  <a:custGeom>
                    <a:rect b="b" l="l" r="r" t="t"/>
                    <a:pathLst>
                      <a:path extrusionOk="0" h="41910" w="41909">
                        <a:moveTo>
                          <a:pt x="0" y="0"/>
                        </a:moveTo>
                        <a:lnTo>
                          <a:pt x="41910" y="0"/>
                        </a:lnTo>
                        <a:lnTo>
                          <a:pt x="41910" y="41910"/>
                        </a:lnTo>
                        <a:lnTo>
                          <a:pt x="0" y="4191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444" name="Google Shape;2444;p85"/>
                  <p:cNvSpPr/>
                  <p:nvPr/>
                </p:nvSpPr>
                <p:spPr>
                  <a:xfrm>
                    <a:off x="9836277" y="1247298"/>
                    <a:ext cx="41909" cy="41910"/>
                  </a:xfrm>
                  <a:custGeom>
                    <a:rect b="b" l="l" r="r" t="t"/>
                    <a:pathLst>
                      <a:path extrusionOk="0" h="41910" w="41909">
                        <a:moveTo>
                          <a:pt x="0" y="0"/>
                        </a:moveTo>
                        <a:lnTo>
                          <a:pt x="41910" y="0"/>
                        </a:lnTo>
                        <a:lnTo>
                          <a:pt x="41910" y="41910"/>
                        </a:lnTo>
                        <a:lnTo>
                          <a:pt x="0" y="4191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2445" name="Google Shape;2445;p85"/>
                <p:cNvGrpSpPr/>
                <p:nvPr/>
              </p:nvGrpSpPr>
              <p:grpSpPr>
                <a:xfrm>
                  <a:off x="9097899" y="1701641"/>
                  <a:ext cx="780287" cy="41910"/>
                  <a:chOff x="9097899" y="1701641"/>
                  <a:chExt cx="780287" cy="41910"/>
                </a:xfrm>
              </p:grpSpPr>
              <p:sp>
                <p:nvSpPr>
                  <p:cNvPr id="2446" name="Google Shape;2446;p85"/>
                  <p:cNvSpPr/>
                  <p:nvPr/>
                </p:nvSpPr>
                <p:spPr>
                  <a:xfrm>
                    <a:off x="9097899" y="1701641"/>
                    <a:ext cx="41909" cy="41910"/>
                  </a:xfrm>
                  <a:custGeom>
                    <a:rect b="b" l="l" r="r" t="t"/>
                    <a:pathLst>
                      <a:path extrusionOk="0" h="41910" w="41909">
                        <a:moveTo>
                          <a:pt x="0" y="0"/>
                        </a:moveTo>
                        <a:lnTo>
                          <a:pt x="41910" y="0"/>
                        </a:lnTo>
                        <a:lnTo>
                          <a:pt x="41910" y="41910"/>
                        </a:lnTo>
                        <a:lnTo>
                          <a:pt x="0" y="4191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447" name="Google Shape;2447;p85"/>
                  <p:cNvSpPr/>
                  <p:nvPr/>
                </p:nvSpPr>
                <p:spPr>
                  <a:xfrm>
                    <a:off x="9467088" y="1701641"/>
                    <a:ext cx="41909" cy="41910"/>
                  </a:xfrm>
                  <a:custGeom>
                    <a:rect b="b" l="l" r="r" t="t"/>
                    <a:pathLst>
                      <a:path extrusionOk="0" h="41910" w="41909">
                        <a:moveTo>
                          <a:pt x="0" y="0"/>
                        </a:moveTo>
                        <a:lnTo>
                          <a:pt x="41910" y="0"/>
                        </a:lnTo>
                        <a:lnTo>
                          <a:pt x="41910" y="41910"/>
                        </a:lnTo>
                        <a:lnTo>
                          <a:pt x="0" y="4191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448" name="Google Shape;2448;p85"/>
                  <p:cNvSpPr/>
                  <p:nvPr/>
                </p:nvSpPr>
                <p:spPr>
                  <a:xfrm>
                    <a:off x="9836277" y="1701641"/>
                    <a:ext cx="41909" cy="41910"/>
                  </a:xfrm>
                  <a:custGeom>
                    <a:rect b="b" l="l" r="r" t="t"/>
                    <a:pathLst>
                      <a:path extrusionOk="0" h="41910" w="41909">
                        <a:moveTo>
                          <a:pt x="0" y="0"/>
                        </a:moveTo>
                        <a:lnTo>
                          <a:pt x="41910" y="0"/>
                        </a:lnTo>
                        <a:lnTo>
                          <a:pt x="41910" y="41910"/>
                        </a:lnTo>
                        <a:lnTo>
                          <a:pt x="0" y="4191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</p:grpSp>
        <p:grpSp>
          <p:nvGrpSpPr>
            <p:cNvPr id="2449" name="Google Shape;2449;p85"/>
            <p:cNvGrpSpPr/>
            <p:nvPr/>
          </p:nvGrpSpPr>
          <p:grpSpPr>
            <a:xfrm>
              <a:off x="7074117" y="956519"/>
              <a:ext cx="215826" cy="125825"/>
              <a:chOff x="9521952" y="1508283"/>
              <a:chExt cx="256508" cy="149542"/>
            </a:xfrm>
          </p:grpSpPr>
          <p:sp>
            <p:nvSpPr>
              <p:cNvPr id="2450" name="Google Shape;2450;p85"/>
              <p:cNvSpPr/>
              <p:nvPr/>
            </p:nvSpPr>
            <p:spPr>
              <a:xfrm>
                <a:off x="9521952" y="1508283"/>
                <a:ext cx="256508" cy="149542"/>
              </a:xfrm>
              <a:custGeom>
                <a:rect b="b" l="l" r="r" t="t"/>
                <a:pathLst>
                  <a:path extrusionOk="0" h="149542" w="256508">
                    <a:moveTo>
                      <a:pt x="218694" y="0"/>
                    </a:moveTo>
                    <a:cubicBezTo>
                      <a:pt x="239578" y="0"/>
                      <a:pt x="256508" y="16930"/>
                      <a:pt x="256508" y="37814"/>
                    </a:cubicBezTo>
                    <a:lnTo>
                      <a:pt x="256508" y="111728"/>
                    </a:lnTo>
                    <a:cubicBezTo>
                      <a:pt x="256508" y="132612"/>
                      <a:pt x="239578" y="149543"/>
                      <a:pt x="218694" y="149543"/>
                    </a:cubicBezTo>
                    <a:lnTo>
                      <a:pt x="37814" y="149543"/>
                    </a:lnTo>
                    <a:cubicBezTo>
                      <a:pt x="16930" y="149543"/>
                      <a:pt x="1" y="132612"/>
                      <a:pt x="1" y="111728"/>
                    </a:cubicBezTo>
                    <a:lnTo>
                      <a:pt x="1" y="37814"/>
                    </a:lnTo>
                    <a:cubicBezTo>
                      <a:pt x="1" y="16930"/>
                      <a:pt x="16930" y="0"/>
                      <a:pt x="3781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2451" name="Google Shape;2451;p85"/>
              <p:cNvGrpSpPr/>
              <p:nvPr/>
            </p:nvGrpSpPr>
            <p:grpSpPr>
              <a:xfrm>
                <a:off x="9556578" y="1534618"/>
                <a:ext cx="183763" cy="98921"/>
                <a:chOff x="9556578" y="1534618"/>
                <a:chExt cx="183763" cy="98921"/>
              </a:xfrm>
            </p:grpSpPr>
            <p:grpSp>
              <p:nvGrpSpPr>
                <p:cNvPr id="2452" name="Google Shape;2452;p85"/>
                <p:cNvGrpSpPr/>
                <p:nvPr/>
              </p:nvGrpSpPr>
              <p:grpSpPr>
                <a:xfrm>
                  <a:off x="9645396" y="1536115"/>
                  <a:ext cx="94945" cy="94946"/>
                  <a:chOff x="9645396" y="1536115"/>
                  <a:chExt cx="94945" cy="94946"/>
                </a:xfrm>
              </p:grpSpPr>
              <p:sp>
                <p:nvSpPr>
                  <p:cNvPr id="2453" name="Google Shape;2453;p85"/>
                  <p:cNvSpPr/>
                  <p:nvPr/>
                </p:nvSpPr>
                <p:spPr>
                  <a:xfrm>
                    <a:off x="9645396" y="1588389"/>
                    <a:ext cx="42671" cy="42672"/>
                  </a:xfrm>
                  <a:custGeom>
                    <a:rect b="b" l="l" r="r" t="t"/>
                    <a:pathLst>
                      <a:path extrusionOk="0" h="42672" w="42671">
                        <a:moveTo>
                          <a:pt x="16764" y="31147"/>
                        </a:moveTo>
                        <a:lnTo>
                          <a:pt x="42672" y="5144"/>
                        </a:lnTo>
                        <a:lnTo>
                          <a:pt x="37529" y="0"/>
                        </a:lnTo>
                        <a:lnTo>
                          <a:pt x="11525" y="25908"/>
                        </a:lnTo>
                        <a:lnTo>
                          <a:pt x="6382" y="28765"/>
                        </a:lnTo>
                        <a:lnTo>
                          <a:pt x="0" y="38576"/>
                        </a:lnTo>
                        <a:lnTo>
                          <a:pt x="4096" y="42672"/>
                        </a:lnTo>
                        <a:lnTo>
                          <a:pt x="13906" y="36290"/>
                        </a:lnTo>
                        <a:lnTo>
                          <a:pt x="16764" y="31147"/>
                        </a:ln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454" name="Google Shape;2454;p85"/>
                  <p:cNvSpPr/>
                  <p:nvPr/>
                </p:nvSpPr>
                <p:spPr>
                  <a:xfrm>
                    <a:off x="9674923" y="1536115"/>
                    <a:ext cx="65418" cy="65418"/>
                  </a:xfrm>
                  <a:custGeom>
                    <a:rect b="b" l="l" r="r" t="t"/>
                    <a:pathLst>
                      <a:path extrusionOk="0" h="65418" w="65418">
                        <a:moveTo>
                          <a:pt x="36576" y="54845"/>
                        </a:moveTo>
                        <a:lnTo>
                          <a:pt x="63246" y="28175"/>
                        </a:lnTo>
                        <a:cubicBezTo>
                          <a:pt x="64008" y="27413"/>
                          <a:pt x="64484" y="26461"/>
                          <a:pt x="64770" y="25413"/>
                        </a:cubicBezTo>
                        <a:cubicBezTo>
                          <a:pt x="65627" y="21794"/>
                          <a:pt x="66866" y="13602"/>
                          <a:pt x="59341" y="6077"/>
                        </a:cubicBezTo>
                        <a:cubicBezTo>
                          <a:pt x="51816" y="-1447"/>
                          <a:pt x="43625" y="-209"/>
                          <a:pt x="40005" y="648"/>
                        </a:cubicBezTo>
                        <a:cubicBezTo>
                          <a:pt x="38958" y="934"/>
                          <a:pt x="38005" y="1410"/>
                          <a:pt x="37243" y="2172"/>
                        </a:cubicBezTo>
                        <a:lnTo>
                          <a:pt x="10573" y="28842"/>
                        </a:lnTo>
                        <a:cubicBezTo>
                          <a:pt x="14669" y="32938"/>
                          <a:pt x="14669" y="39701"/>
                          <a:pt x="10573" y="43796"/>
                        </a:cubicBezTo>
                        <a:lnTo>
                          <a:pt x="8287" y="46082"/>
                        </a:lnTo>
                        <a:lnTo>
                          <a:pt x="4286" y="42082"/>
                        </a:lnTo>
                        <a:lnTo>
                          <a:pt x="0" y="46368"/>
                        </a:lnTo>
                        <a:lnTo>
                          <a:pt x="19050" y="65418"/>
                        </a:lnTo>
                        <a:lnTo>
                          <a:pt x="23336" y="61132"/>
                        </a:lnTo>
                        <a:lnTo>
                          <a:pt x="19336" y="57131"/>
                        </a:lnTo>
                        <a:lnTo>
                          <a:pt x="21622" y="54845"/>
                        </a:lnTo>
                        <a:cubicBezTo>
                          <a:pt x="25718" y="50750"/>
                          <a:pt x="32481" y="50750"/>
                          <a:pt x="36576" y="54845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2455" name="Google Shape;2455;p85"/>
                <p:cNvGrpSpPr/>
                <p:nvPr/>
              </p:nvGrpSpPr>
              <p:grpSpPr>
                <a:xfrm>
                  <a:off x="9556578" y="1534618"/>
                  <a:ext cx="98773" cy="98921"/>
                  <a:chOff x="9556578" y="1534618"/>
                  <a:chExt cx="98773" cy="98921"/>
                </a:xfrm>
              </p:grpSpPr>
              <p:sp>
                <p:nvSpPr>
                  <p:cNvPr id="2456" name="Google Shape;2456;p85"/>
                  <p:cNvSpPr/>
                  <p:nvPr/>
                </p:nvSpPr>
                <p:spPr>
                  <a:xfrm>
                    <a:off x="9556578" y="1534618"/>
                    <a:ext cx="98773" cy="98921"/>
                  </a:xfrm>
                  <a:custGeom>
                    <a:rect b="b" l="l" r="r" t="t"/>
                    <a:pathLst>
                      <a:path extrusionOk="0" h="98921" w="98773">
                        <a:moveTo>
                          <a:pt x="40717" y="72440"/>
                        </a:moveTo>
                        <a:lnTo>
                          <a:pt x="72244" y="40912"/>
                        </a:lnTo>
                        <a:cubicBezTo>
                          <a:pt x="74149" y="39007"/>
                          <a:pt x="76721" y="38054"/>
                          <a:pt x="79388" y="38054"/>
                        </a:cubicBezTo>
                        <a:cubicBezTo>
                          <a:pt x="84341" y="38150"/>
                          <a:pt x="89389" y="36340"/>
                          <a:pt x="93199" y="32530"/>
                        </a:cubicBezTo>
                        <a:cubicBezTo>
                          <a:pt x="98247" y="27482"/>
                          <a:pt x="99866" y="20243"/>
                          <a:pt x="98057" y="13766"/>
                        </a:cubicBezTo>
                        <a:lnTo>
                          <a:pt x="88722" y="23100"/>
                        </a:lnTo>
                        <a:lnTo>
                          <a:pt x="78435" y="20338"/>
                        </a:lnTo>
                        <a:lnTo>
                          <a:pt x="75673" y="10051"/>
                        </a:lnTo>
                        <a:lnTo>
                          <a:pt x="85007" y="716"/>
                        </a:lnTo>
                        <a:cubicBezTo>
                          <a:pt x="78626" y="-1093"/>
                          <a:pt x="71482" y="526"/>
                          <a:pt x="66434" y="5574"/>
                        </a:cubicBezTo>
                        <a:cubicBezTo>
                          <a:pt x="62624" y="9384"/>
                          <a:pt x="60814" y="14432"/>
                          <a:pt x="60909" y="19385"/>
                        </a:cubicBezTo>
                        <a:cubicBezTo>
                          <a:pt x="60909" y="22052"/>
                          <a:pt x="59957" y="24624"/>
                          <a:pt x="58052" y="26529"/>
                        </a:cubicBezTo>
                        <a:lnTo>
                          <a:pt x="26524" y="58057"/>
                        </a:lnTo>
                        <a:cubicBezTo>
                          <a:pt x="24619" y="59962"/>
                          <a:pt x="22047" y="60914"/>
                          <a:pt x="19380" y="60914"/>
                        </a:cubicBezTo>
                        <a:cubicBezTo>
                          <a:pt x="14427" y="60819"/>
                          <a:pt x="9379" y="62629"/>
                          <a:pt x="5569" y="66439"/>
                        </a:cubicBezTo>
                        <a:cubicBezTo>
                          <a:pt x="-2146" y="74154"/>
                          <a:pt x="-1861" y="86918"/>
                          <a:pt x="6522" y="94252"/>
                        </a:cubicBezTo>
                        <a:cubicBezTo>
                          <a:pt x="13761" y="100634"/>
                          <a:pt x="24905" y="100443"/>
                          <a:pt x="32048" y="93871"/>
                        </a:cubicBezTo>
                        <a:cubicBezTo>
                          <a:pt x="36239" y="89966"/>
                          <a:pt x="38240" y="84632"/>
                          <a:pt x="38145" y="79393"/>
                        </a:cubicBezTo>
                        <a:cubicBezTo>
                          <a:pt x="38145" y="76821"/>
                          <a:pt x="39097" y="74249"/>
                          <a:pt x="41002" y="72440"/>
                        </a:cubicBezTo>
                        <a:close/>
                        <a:moveTo>
                          <a:pt x="16618" y="87965"/>
                        </a:moveTo>
                        <a:lnTo>
                          <a:pt x="10713" y="82060"/>
                        </a:lnTo>
                        <a:lnTo>
                          <a:pt x="12903" y="73964"/>
                        </a:lnTo>
                        <a:lnTo>
                          <a:pt x="21000" y="71773"/>
                        </a:lnTo>
                        <a:lnTo>
                          <a:pt x="26905" y="77678"/>
                        </a:lnTo>
                        <a:lnTo>
                          <a:pt x="24714" y="85775"/>
                        </a:lnTo>
                        <a:lnTo>
                          <a:pt x="16618" y="87965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457" name="Google Shape;2457;p85"/>
                  <p:cNvSpPr/>
                  <p:nvPr/>
                </p:nvSpPr>
                <p:spPr>
                  <a:xfrm>
                    <a:off x="9597270" y="1577125"/>
                    <a:ext cx="15573" cy="15573"/>
                  </a:xfrm>
                  <a:custGeom>
                    <a:rect b="b" l="l" r="r" t="t"/>
                    <a:pathLst>
                      <a:path extrusionOk="0" h="15573" w="15573">
                        <a:moveTo>
                          <a:pt x="786" y="14883"/>
                        </a:moveTo>
                        <a:lnTo>
                          <a:pt x="786" y="14883"/>
                        </a:lnTo>
                        <a:cubicBezTo>
                          <a:pt x="-262" y="13835"/>
                          <a:pt x="-262" y="12025"/>
                          <a:pt x="786" y="10882"/>
                        </a:cubicBezTo>
                        <a:lnTo>
                          <a:pt x="10882" y="786"/>
                        </a:lnTo>
                        <a:cubicBezTo>
                          <a:pt x="11930" y="-262"/>
                          <a:pt x="13740" y="-262"/>
                          <a:pt x="14788" y="786"/>
                        </a:cubicBezTo>
                        <a:lnTo>
                          <a:pt x="14788" y="786"/>
                        </a:lnTo>
                        <a:cubicBezTo>
                          <a:pt x="15835" y="1834"/>
                          <a:pt x="15835" y="3643"/>
                          <a:pt x="14788" y="4691"/>
                        </a:cubicBezTo>
                        <a:lnTo>
                          <a:pt x="4691" y="14788"/>
                        </a:lnTo>
                        <a:cubicBezTo>
                          <a:pt x="3643" y="15835"/>
                          <a:pt x="1834" y="15835"/>
                          <a:pt x="690" y="14788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</p:grpSp>
      </p:grp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rgbClr val="FFFFFF"/>
        </a:solidFill>
      </p:bgPr>
    </p:bg>
    <p:spTree>
      <p:nvGrpSpPr>
        <p:cNvPr id="2458" name="Shape 245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_1_1_1_1_1">
    <p:spTree>
      <p:nvGrpSpPr>
        <p:cNvPr id="2459" name="Shape 2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0" name="Google Shape;2460;p8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461" name="Google Shape;2461;p87"/>
          <p:cNvSpPr txBox="1"/>
          <p:nvPr>
            <p:ph hasCustomPrompt="1" idx="2" type="title"/>
          </p:nvPr>
        </p:nvSpPr>
        <p:spPr>
          <a:xfrm>
            <a:off x="1100975" y="1203373"/>
            <a:ext cx="734700" cy="5727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462" name="Google Shape;2462;p87"/>
          <p:cNvSpPr txBox="1"/>
          <p:nvPr>
            <p:ph hasCustomPrompt="1" idx="3" type="title"/>
          </p:nvPr>
        </p:nvSpPr>
        <p:spPr>
          <a:xfrm>
            <a:off x="1100975" y="2789203"/>
            <a:ext cx="734700" cy="5727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463" name="Google Shape;2463;p87"/>
          <p:cNvSpPr txBox="1"/>
          <p:nvPr>
            <p:ph hasCustomPrompt="1" idx="4" type="title"/>
          </p:nvPr>
        </p:nvSpPr>
        <p:spPr>
          <a:xfrm>
            <a:off x="3419250" y="1203373"/>
            <a:ext cx="734700" cy="5727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464" name="Google Shape;2464;p87"/>
          <p:cNvSpPr txBox="1"/>
          <p:nvPr>
            <p:ph hasCustomPrompt="1" idx="5" type="title"/>
          </p:nvPr>
        </p:nvSpPr>
        <p:spPr>
          <a:xfrm>
            <a:off x="3419250" y="2789203"/>
            <a:ext cx="734700" cy="5727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465" name="Google Shape;2465;p87"/>
          <p:cNvSpPr txBox="1"/>
          <p:nvPr>
            <p:ph hasCustomPrompt="1" idx="6" type="title"/>
          </p:nvPr>
        </p:nvSpPr>
        <p:spPr>
          <a:xfrm>
            <a:off x="5737525" y="1203373"/>
            <a:ext cx="734700" cy="5727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466" name="Google Shape;2466;p87"/>
          <p:cNvSpPr txBox="1"/>
          <p:nvPr>
            <p:ph hasCustomPrompt="1" idx="7" type="title"/>
          </p:nvPr>
        </p:nvSpPr>
        <p:spPr>
          <a:xfrm>
            <a:off x="5737525" y="2789203"/>
            <a:ext cx="734700" cy="5727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467" name="Google Shape;2467;p87"/>
          <p:cNvSpPr txBox="1"/>
          <p:nvPr>
            <p:ph idx="1" type="subTitle"/>
          </p:nvPr>
        </p:nvSpPr>
        <p:spPr>
          <a:xfrm>
            <a:off x="1100975" y="1912475"/>
            <a:ext cx="2305500" cy="75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8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468" name="Google Shape;2468;p87"/>
          <p:cNvSpPr txBox="1"/>
          <p:nvPr>
            <p:ph idx="8" type="subTitle"/>
          </p:nvPr>
        </p:nvSpPr>
        <p:spPr>
          <a:xfrm>
            <a:off x="3419250" y="1912475"/>
            <a:ext cx="2305500" cy="75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8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469" name="Google Shape;2469;p87"/>
          <p:cNvSpPr txBox="1"/>
          <p:nvPr>
            <p:ph idx="9" type="subTitle"/>
          </p:nvPr>
        </p:nvSpPr>
        <p:spPr>
          <a:xfrm>
            <a:off x="5737525" y="1912475"/>
            <a:ext cx="2305500" cy="75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8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470" name="Google Shape;2470;p87"/>
          <p:cNvSpPr txBox="1"/>
          <p:nvPr>
            <p:ph idx="13" type="subTitle"/>
          </p:nvPr>
        </p:nvSpPr>
        <p:spPr>
          <a:xfrm>
            <a:off x="1100975" y="3498350"/>
            <a:ext cx="2305500" cy="75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8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471" name="Google Shape;2471;p87"/>
          <p:cNvSpPr txBox="1"/>
          <p:nvPr>
            <p:ph idx="14" type="subTitle"/>
          </p:nvPr>
        </p:nvSpPr>
        <p:spPr>
          <a:xfrm>
            <a:off x="3419250" y="3498350"/>
            <a:ext cx="2305500" cy="75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8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472" name="Google Shape;2472;p87"/>
          <p:cNvSpPr txBox="1"/>
          <p:nvPr>
            <p:ph idx="15" type="subTitle"/>
          </p:nvPr>
        </p:nvSpPr>
        <p:spPr>
          <a:xfrm>
            <a:off x="5737525" y="3498350"/>
            <a:ext cx="2305500" cy="75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8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473" name="Google Shape;2473;p87"/>
          <p:cNvSpPr/>
          <p:nvPr/>
        </p:nvSpPr>
        <p:spPr>
          <a:xfrm flipH="1" rot="8819869">
            <a:off x="7035528" y="3933627"/>
            <a:ext cx="3158468" cy="2509642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4" name="Google Shape;2474;p87"/>
          <p:cNvSpPr/>
          <p:nvPr/>
        </p:nvSpPr>
        <p:spPr>
          <a:xfrm flipH="1" rot="-3657034">
            <a:off x="-1336268" y="-858934"/>
            <a:ext cx="2746020" cy="1921695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475" name="Google Shape;2475;p87"/>
          <p:cNvGrpSpPr/>
          <p:nvPr/>
        </p:nvGrpSpPr>
        <p:grpSpPr>
          <a:xfrm>
            <a:off x="8114970" y="266839"/>
            <a:ext cx="829992" cy="750888"/>
            <a:chOff x="8114596" y="445039"/>
            <a:chExt cx="633002" cy="572716"/>
          </a:xfrm>
        </p:grpSpPr>
        <p:grpSp>
          <p:nvGrpSpPr>
            <p:cNvPr id="2476" name="Google Shape;2476;p87"/>
            <p:cNvGrpSpPr/>
            <p:nvPr/>
          </p:nvGrpSpPr>
          <p:grpSpPr>
            <a:xfrm>
              <a:off x="8114596" y="445039"/>
              <a:ext cx="633002" cy="572716"/>
              <a:chOff x="7189660" y="520827"/>
              <a:chExt cx="598074" cy="541115"/>
            </a:xfrm>
          </p:grpSpPr>
          <p:sp>
            <p:nvSpPr>
              <p:cNvPr id="2477" name="Google Shape;2477;p87"/>
              <p:cNvSpPr/>
              <p:nvPr/>
            </p:nvSpPr>
            <p:spPr>
              <a:xfrm>
                <a:off x="7189660" y="520827"/>
                <a:ext cx="598074" cy="541115"/>
              </a:xfrm>
              <a:custGeom>
                <a:rect b="b" l="l" r="r" t="t"/>
                <a:pathLst>
                  <a:path extrusionOk="0" h="541115" w="598074">
                    <a:moveTo>
                      <a:pt x="557022" y="0"/>
                    </a:moveTo>
                    <a:cubicBezTo>
                      <a:pt x="579695" y="0"/>
                      <a:pt x="598075" y="18380"/>
                      <a:pt x="598075" y="41053"/>
                    </a:cubicBezTo>
                    <a:lnTo>
                      <a:pt x="598075" y="500063"/>
                    </a:lnTo>
                    <a:cubicBezTo>
                      <a:pt x="598075" y="522735"/>
                      <a:pt x="579695" y="541115"/>
                      <a:pt x="557022" y="541115"/>
                    </a:cubicBezTo>
                    <a:lnTo>
                      <a:pt x="41053" y="541115"/>
                    </a:lnTo>
                    <a:cubicBezTo>
                      <a:pt x="18380" y="541115"/>
                      <a:pt x="0" y="522735"/>
                      <a:pt x="0" y="500063"/>
                    </a:cubicBezTo>
                    <a:lnTo>
                      <a:pt x="0" y="41053"/>
                    </a:lnTo>
                    <a:cubicBezTo>
                      <a:pt x="0" y="18380"/>
                      <a:pt x="18380" y="0"/>
                      <a:pt x="410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2478" name="Google Shape;2478;p87"/>
              <p:cNvGrpSpPr/>
              <p:nvPr/>
            </p:nvGrpSpPr>
            <p:grpSpPr>
              <a:xfrm>
                <a:off x="7579137" y="551973"/>
                <a:ext cx="164782" cy="41529"/>
                <a:chOff x="7579137" y="551973"/>
                <a:chExt cx="164782" cy="41529"/>
              </a:xfrm>
            </p:grpSpPr>
            <p:sp>
              <p:nvSpPr>
                <p:cNvPr id="2479" name="Google Shape;2479;p87"/>
                <p:cNvSpPr/>
                <p:nvPr/>
              </p:nvSpPr>
              <p:spPr>
                <a:xfrm>
                  <a:off x="7702391" y="551973"/>
                  <a:ext cx="41528" cy="41529"/>
                </a:xfrm>
                <a:custGeom>
                  <a:rect b="b" l="l" r="r" t="t"/>
                  <a:pathLst>
                    <a:path extrusionOk="0" h="41529" w="41528">
                      <a:moveTo>
                        <a:pt x="41529" y="20765"/>
                      </a:moveTo>
                      <a:cubicBezTo>
                        <a:pt x="41529" y="32290"/>
                        <a:pt x="32195" y="41529"/>
                        <a:pt x="20764" y="41529"/>
                      </a:cubicBezTo>
                      <a:cubicBezTo>
                        <a:pt x="9334" y="41529"/>
                        <a:pt x="0" y="32195"/>
                        <a:pt x="0" y="20765"/>
                      </a:cubicBezTo>
                      <a:cubicBezTo>
                        <a:pt x="0" y="9335"/>
                        <a:pt x="9334" y="0"/>
                        <a:pt x="20764" y="0"/>
                      </a:cubicBezTo>
                      <a:cubicBezTo>
                        <a:pt x="32195" y="0"/>
                        <a:pt x="41529" y="9335"/>
                        <a:pt x="41529" y="20765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480" name="Google Shape;2480;p87"/>
                <p:cNvSpPr/>
                <p:nvPr/>
              </p:nvSpPr>
              <p:spPr>
                <a:xfrm>
                  <a:off x="7640764" y="551973"/>
                  <a:ext cx="41528" cy="41529"/>
                </a:xfrm>
                <a:custGeom>
                  <a:rect b="b" l="l" r="r" t="t"/>
                  <a:pathLst>
                    <a:path extrusionOk="0" h="41529" w="41528">
                      <a:moveTo>
                        <a:pt x="41529" y="20765"/>
                      </a:moveTo>
                      <a:cubicBezTo>
                        <a:pt x="41529" y="32290"/>
                        <a:pt x="32195" y="41529"/>
                        <a:pt x="20764" y="41529"/>
                      </a:cubicBezTo>
                      <a:cubicBezTo>
                        <a:pt x="9334" y="41529"/>
                        <a:pt x="0" y="32195"/>
                        <a:pt x="0" y="20765"/>
                      </a:cubicBezTo>
                      <a:cubicBezTo>
                        <a:pt x="0" y="9335"/>
                        <a:pt x="9334" y="0"/>
                        <a:pt x="20764" y="0"/>
                      </a:cubicBezTo>
                      <a:cubicBezTo>
                        <a:pt x="32195" y="0"/>
                        <a:pt x="41529" y="9335"/>
                        <a:pt x="41529" y="20765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481" name="Google Shape;2481;p87"/>
                <p:cNvSpPr/>
                <p:nvPr/>
              </p:nvSpPr>
              <p:spPr>
                <a:xfrm>
                  <a:off x="7579137" y="551973"/>
                  <a:ext cx="41528" cy="41529"/>
                </a:xfrm>
                <a:custGeom>
                  <a:rect b="b" l="l" r="r" t="t"/>
                  <a:pathLst>
                    <a:path extrusionOk="0" h="41529" w="41528">
                      <a:moveTo>
                        <a:pt x="41529" y="20765"/>
                      </a:moveTo>
                      <a:cubicBezTo>
                        <a:pt x="41529" y="32290"/>
                        <a:pt x="32195" y="41529"/>
                        <a:pt x="20764" y="41529"/>
                      </a:cubicBezTo>
                      <a:cubicBezTo>
                        <a:pt x="9334" y="41529"/>
                        <a:pt x="0" y="32195"/>
                        <a:pt x="0" y="20765"/>
                      </a:cubicBezTo>
                      <a:cubicBezTo>
                        <a:pt x="0" y="9335"/>
                        <a:pt x="9334" y="0"/>
                        <a:pt x="20764" y="0"/>
                      </a:cubicBezTo>
                      <a:cubicBezTo>
                        <a:pt x="32195" y="0"/>
                        <a:pt x="41529" y="9335"/>
                        <a:pt x="41529" y="20765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2482" name="Google Shape;2482;p87"/>
            <p:cNvGrpSpPr/>
            <p:nvPr/>
          </p:nvGrpSpPr>
          <p:grpSpPr>
            <a:xfrm>
              <a:off x="8184962" y="619646"/>
              <a:ext cx="498115" cy="257273"/>
              <a:chOff x="7256144" y="685800"/>
              <a:chExt cx="470630" cy="243077"/>
            </a:xfrm>
          </p:grpSpPr>
          <p:sp>
            <p:nvSpPr>
              <p:cNvPr id="2483" name="Google Shape;2483;p87"/>
              <p:cNvSpPr/>
              <p:nvPr/>
            </p:nvSpPr>
            <p:spPr>
              <a:xfrm>
                <a:off x="7256144" y="694753"/>
                <a:ext cx="218503" cy="218217"/>
              </a:xfrm>
              <a:custGeom>
                <a:rect b="b" l="l" r="r" t="t"/>
                <a:pathLst>
                  <a:path extrusionOk="0" h="218217" w="218503">
                    <a:moveTo>
                      <a:pt x="216598" y="129540"/>
                    </a:moveTo>
                    <a:cubicBezTo>
                      <a:pt x="217837" y="122968"/>
                      <a:pt x="218504" y="116110"/>
                      <a:pt x="218504" y="109156"/>
                    </a:cubicBezTo>
                    <a:cubicBezTo>
                      <a:pt x="218504" y="102203"/>
                      <a:pt x="217837" y="95440"/>
                      <a:pt x="216598" y="88773"/>
                    </a:cubicBezTo>
                    <a:lnTo>
                      <a:pt x="181261" y="88773"/>
                    </a:lnTo>
                    <a:cubicBezTo>
                      <a:pt x="179641" y="83058"/>
                      <a:pt x="177451" y="77724"/>
                      <a:pt x="174593" y="72676"/>
                    </a:cubicBezTo>
                    <a:lnTo>
                      <a:pt x="199549" y="47720"/>
                    </a:lnTo>
                    <a:cubicBezTo>
                      <a:pt x="191834" y="36385"/>
                      <a:pt x="182118" y="26670"/>
                      <a:pt x="170783" y="18955"/>
                    </a:cubicBezTo>
                    <a:lnTo>
                      <a:pt x="145732" y="44005"/>
                    </a:lnTo>
                    <a:cubicBezTo>
                      <a:pt x="140684" y="41148"/>
                      <a:pt x="135255" y="38957"/>
                      <a:pt x="129635" y="37338"/>
                    </a:cubicBezTo>
                    <a:lnTo>
                      <a:pt x="129635" y="1905"/>
                    </a:lnTo>
                    <a:cubicBezTo>
                      <a:pt x="123063" y="667"/>
                      <a:pt x="116205" y="0"/>
                      <a:pt x="109252" y="0"/>
                    </a:cubicBezTo>
                    <a:cubicBezTo>
                      <a:pt x="102298" y="0"/>
                      <a:pt x="95536" y="667"/>
                      <a:pt x="88868" y="1905"/>
                    </a:cubicBezTo>
                    <a:lnTo>
                      <a:pt x="88868" y="37338"/>
                    </a:lnTo>
                    <a:cubicBezTo>
                      <a:pt x="83154" y="38957"/>
                      <a:pt x="77819" y="41148"/>
                      <a:pt x="72771" y="44005"/>
                    </a:cubicBezTo>
                    <a:lnTo>
                      <a:pt x="47720" y="18955"/>
                    </a:lnTo>
                    <a:cubicBezTo>
                      <a:pt x="36386" y="26670"/>
                      <a:pt x="26670" y="36481"/>
                      <a:pt x="18955" y="47720"/>
                    </a:cubicBezTo>
                    <a:lnTo>
                      <a:pt x="43910" y="72676"/>
                    </a:lnTo>
                    <a:cubicBezTo>
                      <a:pt x="41053" y="77724"/>
                      <a:pt x="38862" y="83153"/>
                      <a:pt x="37243" y="88773"/>
                    </a:cubicBezTo>
                    <a:lnTo>
                      <a:pt x="1905" y="88773"/>
                    </a:lnTo>
                    <a:cubicBezTo>
                      <a:pt x="667" y="95345"/>
                      <a:pt x="0" y="102203"/>
                      <a:pt x="0" y="109156"/>
                    </a:cubicBezTo>
                    <a:cubicBezTo>
                      <a:pt x="0" y="116110"/>
                      <a:pt x="667" y="122873"/>
                      <a:pt x="1905" y="129540"/>
                    </a:cubicBezTo>
                    <a:lnTo>
                      <a:pt x="37243" y="129540"/>
                    </a:lnTo>
                    <a:cubicBezTo>
                      <a:pt x="38862" y="135255"/>
                      <a:pt x="41053" y="140589"/>
                      <a:pt x="43910" y="145637"/>
                    </a:cubicBezTo>
                    <a:lnTo>
                      <a:pt x="18955" y="170593"/>
                    </a:lnTo>
                    <a:cubicBezTo>
                      <a:pt x="26670" y="181928"/>
                      <a:pt x="36386" y="191643"/>
                      <a:pt x="47720" y="199358"/>
                    </a:cubicBezTo>
                    <a:lnTo>
                      <a:pt x="72771" y="174308"/>
                    </a:lnTo>
                    <a:cubicBezTo>
                      <a:pt x="77819" y="177165"/>
                      <a:pt x="83248" y="179356"/>
                      <a:pt x="88868" y="180975"/>
                    </a:cubicBezTo>
                    <a:lnTo>
                      <a:pt x="88868" y="216313"/>
                    </a:lnTo>
                    <a:cubicBezTo>
                      <a:pt x="95441" y="217551"/>
                      <a:pt x="102298" y="218218"/>
                      <a:pt x="109252" y="218218"/>
                    </a:cubicBezTo>
                    <a:cubicBezTo>
                      <a:pt x="116205" y="218218"/>
                      <a:pt x="122968" y="217551"/>
                      <a:pt x="129635" y="216313"/>
                    </a:cubicBezTo>
                    <a:lnTo>
                      <a:pt x="129635" y="180975"/>
                    </a:lnTo>
                    <a:cubicBezTo>
                      <a:pt x="135350" y="179356"/>
                      <a:pt x="140684" y="177070"/>
                      <a:pt x="145732" y="174308"/>
                    </a:cubicBezTo>
                    <a:lnTo>
                      <a:pt x="170783" y="199358"/>
                    </a:lnTo>
                    <a:cubicBezTo>
                      <a:pt x="182118" y="191643"/>
                      <a:pt x="191834" y="181928"/>
                      <a:pt x="199549" y="170593"/>
                    </a:cubicBezTo>
                    <a:lnTo>
                      <a:pt x="174593" y="145542"/>
                    </a:lnTo>
                    <a:cubicBezTo>
                      <a:pt x="177451" y="140494"/>
                      <a:pt x="179641" y="135064"/>
                      <a:pt x="181261" y="129445"/>
                    </a:cubicBezTo>
                    <a:lnTo>
                      <a:pt x="216598" y="129445"/>
                    </a:lnTo>
                    <a:close/>
                    <a:moveTo>
                      <a:pt x="109252" y="131255"/>
                    </a:moveTo>
                    <a:cubicBezTo>
                      <a:pt x="97060" y="131255"/>
                      <a:pt x="87249" y="121349"/>
                      <a:pt x="87249" y="109252"/>
                    </a:cubicBezTo>
                    <a:cubicBezTo>
                      <a:pt x="87249" y="97155"/>
                      <a:pt x="97155" y="87249"/>
                      <a:pt x="109252" y="87249"/>
                    </a:cubicBezTo>
                    <a:cubicBezTo>
                      <a:pt x="121348" y="87249"/>
                      <a:pt x="131255" y="97155"/>
                      <a:pt x="131255" y="109252"/>
                    </a:cubicBezTo>
                    <a:cubicBezTo>
                      <a:pt x="131255" y="121349"/>
                      <a:pt x="121348" y="131255"/>
                      <a:pt x="109252" y="131255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2484" name="Google Shape;2484;p87"/>
              <p:cNvGrpSpPr/>
              <p:nvPr/>
            </p:nvGrpSpPr>
            <p:grpSpPr>
              <a:xfrm>
                <a:off x="7512843" y="685800"/>
                <a:ext cx="213931" cy="243077"/>
                <a:chOff x="7512843" y="685800"/>
                <a:chExt cx="213931" cy="243077"/>
              </a:xfrm>
            </p:grpSpPr>
            <p:grpSp>
              <p:nvGrpSpPr>
                <p:cNvPr id="2485" name="Google Shape;2485;p87"/>
                <p:cNvGrpSpPr/>
                <p:nvPr/>
              </p:nvGrpSpPr>
              <p:grpSpPr>
                <a:xfrm>
                  <a:off x="7512843" y="836580"/>
                  <a:ext cx="213931" cy="92297"/>
                  <a:chOff x="7512843" y="836580"/>
                  <a:chExt cx="213931" cy="92297"/>
                </a:xfrm>
              </p:grpSpPr>
              <p:sp>
                <p:nvSpPr>
                  <p:cNvPr id="2486" name="Google Shape;2486;p87"/>
                  <p:cNvSpPr/>
                  <p:nvPr/>
                </p:nvSpPr>
                <p:spPr>
                  <a:xfrm>
                    <a:off x="7512843" y="856011"/>
                    <a:ext cx="213931" cy="72866"/>
                  </a:xfrm>
                  <a:custGeom>
                    <a:rect b="b" l="l" r="r" t="t"/>
                    <a:pathLst>
                      <a:path extrusionOk="0" h="72866" w="213931">
                        <a:moveTo>
                          <a:pt x="0" y="0"/>
                        </a:moveTo>
                        <a:lnTo>
                          <a:pt x="0" y="53435"/>
                        </a:lnTo>
                        <a:cubicBezTo>
                          <a:pt x="0" y="64199"/>
                          <a:pt x="47911" y="72866"/>
                          <a:pt x="106966" y="72866"/>
                        </a:cubicBezTo>
                        <a:cubicBezTo>
                          <a:pt x="166021" y="72866"/>
                          <a:pt x="213932" y="64199"/>
                          <a:pt x="213932" y="53435"/>
                        </a:cubicBezTo>
                        <a:lnTo>
                          <a:pt x="213932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487" name="Google Shape;2487;p87"/>
                  <p:cNvSpPr/>
                  <p:nvPr/>
                </p:nvSpPr>
                <p:spPr>
                  <a:xfrm>
                    <a:off x="7512843" y="836580"/>
                    <a:ext cx="213931" cy="38861"/>
                  </a:xfrm>
                  <a:custGeom>
                    <a:rect b="b" l="l" r="r" t="t"/>
                    <a:pathLst>
                      <a:path extrusionOk="0" h="38861" w="213931">
                        <a:moveTo>
                          <a:pt x="213932" y="19431"/>
                        </a:moveTo>
                        <a:cubicBezTo>
                          <a:pt x="213932" y="30162"/>
                          <a:pt x="166042" y="38862"/>
                          <a:pt x="106966" y="38862"/>
                        </a:cubicBezTo>
                        <a:cubicBezTo>
                          <a:pt x="47891" y="38862"/>
                          <a:pt x="1" y="30162"/>
                          <a:pt x="1" y="19431"/>
                        </a:cubicBezTo>
                        <a:cubicBezTo>
                          <a:pt x="1" y="8700"/>
                          <a:pt x="47891" y="0"/>
                          <a:pt x="106966" y="0"/>
                        </a:cubicBezTo>
                        <a:cubicBezTo>
                          <a:pt x="166042" y="0"/>
                          <a:pt x="213932" y="8700"/>
                          <a:pt x="213932" y="19431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2488" name="Google Shape;2488;p87"/>
                <p:cNvGrpSpPr/>
                <p:nvPr/>
              </p:nvGrpSpPr>
              <p:grpSpPr>
                <a:xfrm>
                  <a:off x="7512843" y="761238"/>
                  <a:ext cx="213931" cy="92296"/>
                  <a:chOff x="7512843" y="761238"/>
                  <a:chExt cx="213931" cy="92296"/>
                </a:xfrm>
              </p:grpSpPr>
              <p:sp>
                <p:nvSpPr>
                  <p:cNvPr id="2489" name="Google Shape;2489;p87"/>
                  <p:cNvSpPr/>
                  <p:nvPr/>
                </p:nvSpPr>
                <p:spPr>
                  <a:xfrm>
                    <a:off x="7512843" y="780668"/>
                    <a:ext cx="213931" cy="72866"/>
                  </a:xfrm>
                  <a:custGeom>
                    <a:rect b="b" l="l" r="r" t="t"/>
                    <a:pathLst>
                      <a:path extrusionOk="0" h="72866" w="213931">
                        <a:moveTo>
                          <a:pt x="0" y="0"/>
                        </a:moveTo>
                        <a:lnTo>
                          <a:pt x="0" y="53435"/>
                        </a:lnTo>
                        <a:cubicBezTo>
                          <a:pt x="0" y="64199"/>
                          <a:pt x="47911" y="72866"/>
                          <a:pt x="106966" y="72866"/>
                        </a:cubicBezTo>
                        <a:cubicBezTo>
                          <a:pt x="166021" y="72866"/>
                          <a:pt x="213932" y="64199"/>
                          <a:pt x="213932" y="53435"/>
                        </a:cubicBezTo>
                        <a:lnTo>
                          <a:pt x="213932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490" name="Google Shape;2490;p87"/>
                  <p:cNvSpPr/>
                  <p:nvPr/>
                </p:nvSpPr>
                <p:spPr>
                  <a:xfrm>
                    <a:off x="7512843" y="761238"/>
                    <a:ext cx="213931" cy="38861"/>
                  </a:xfrm>
                  <a:custGeom>
                    <a:rect b="b" l="l" r="r" t="t"/>
                    <a:pathLst>
                      <a:path extrusionOk="0" h="38861" w="213931">
                        <a:moveTo>
                          <a:pt x="213932" y="19431"/>
                        </a:moveTo>
                        <a:cubicBezTo>
                          <a:pt x="213932" y="30162"/>
                          <a:pt x="166042" y="38862"/>
                          <a:pt x="106966" y="38862"/>
                        </a:cubicBezTo>
                        <a:cubicBezTo>
                          <a:pt x="47891" y="38862"/>
                          <a:pt x="1" y="30162"/>
                          <a:pt x="1" y="19431"/>
                        </a:cubicBezTo>
                        <a:cubicBezTo>
                          <a:pt x="1" y="8700"/>
                          <a:pt x="47891" y="0"/>
                          <a:pt x="106966" y="0"/>
                        </a:cubicBezTo>
                        <a:cubicBezTo>
                          <a:pt x="166042" y="0"/>
                          <a:pt x="213932" y="8700"/>
                          <a:pt x="213932" y="19431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2491" name="Google Shape;2491;p87"/>
                <p:cNvGrpSpPr/>
                <p:nvPr/>
              </p:nvGrpSpPr>
              <p:grpSpPr>
                <a:xfrm>
                  <a:off x="7512843" y="685800"/>
                  <a:ext cx="213931" cy="92297"/>
                  <a:chOff x="7512843" y="685800"/>
                  <a:chExt cx="213931" cy="92297"/>
                </a:xfrm>
              </p:grpSpPr>
              <p:sp>
                <p:nvSpPr>
                  <p:cNvPr id="2492" name="Google Shape;2492;p87"/>
                  <p:cNvSpPr/>
                  <p:nvPr/>
                </p:nvSpPr>
                <p:spPr>
                  <a:xfrm>
                    <a:off x="7512843" y="705231"/>
                    <a:ext cx="213931" cy="72866"/>
                  </a:xfrm>
                  <a:custGeom>
                    <a:rect b="b" l="l" r="r" t="t"/>
                    <a:pathLst>
                      <a:path extrusionOk="0" h="72866" w="213931">
                        <a:moveTo>
                          <a:pt x="0" y="0"/>
                        </a:moveTo>
                        <a:lnTo>
                          <a:pt x="0" y="53435"/>
                        </a:lnTo>
                        <a:cubicBezTo>
                          <a:pt x="0" y="64198"/>
                          <a:pt x="47911" y="72866"/>
                          <a:pt x="106966" y="72866"/>
                        </a:cubicBezTo>
                        <a:cubicBezTo>
                          <a:pt x="166021" y="72866"/>
                          <a:pt x="213932" y="64198"/>
                          <a:pt x="213932" y="53435"/>
                        </a:cubicBezTo>
                        <a:lnTo>
                          <a:pt x="213932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493" name="Google Shape;2493;p87"/>
                  <p:cNvSpPr/>
                  <p:nvPr/>
                </p:nvSpPr>
                <p:spPr>
                  <a:xfrm>
                    <a:off x="7512843" y="685800"/>
                    <a:ext cx="213931" cy="38861"/>
                  </a:xfrm>
                  <a:custGeom>
                    <a:rect b="b" l="l" r="r" t="t"/>
                    <a:pathLst>
                      <a:path extrusionOk="0" h="38861" w="213931">
                        <a:moveTo>
                          <a:pt x="213932" y="19431"/>
                        </a:moveTo>
                        <a:cubicBezTo>
                          <a:pt x="213932" y="30162"/>
                          <a:pt x="166042" y="38862"/>
                          <a:pt x="106966" y="38862"/>
                        </a:cubicBezTo>
                        <a:cubicBezTo>
                          <a:pt x="47891" y="38862"/>
                          <a:pt x="1" y="30162"/>
                          <a:pt x="1" y="19431"/>
                        </a:cubicBezTo>
                        <a:cubicBezTo>
                          <a:pt x="1" y="8700"/>
                          <a:pt x="47891" y="0"/>
                          <a:pt x="106966" y="0"/>
                        </a:cubicBezTo>
                        <a:cubicBezTo>
                          <a:pt x="166042" y="0"/>
                          <a:pt x="213932" y="8700"/>
                          <a:pt x="213932" y="19431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</p:grpSp>
      </p:grpSp>
      <p:sp>
        <p:nvSpPr>
          <p:cNvPr id="2494" name="Google Shape;2494;p87"/>
          <p:cNvSpPr/>
          <p:nvPr/>
        </p:nvSpPr>
        <p:spPr>
          <a:xfrm>
            <a:off x="62832" y="4828541"/>
            <a:ext cx="734045" cy="45268"/>
          </a:xfrm>
          <a:custGeom>
            <a:rect b="b" l="l" r="r" t="t"/>
            <a:pathLst>
              <a:path extrusionOk="0" h="50863" w="824770">
                <a:moveTo>
                  <a:pt x="799338" y="50863"/>
                </a:moveTo>
                <a:lnTo>
                  <a:pt x="25432" y="50863"/>
                </a:lnTo>
                <a:cubicBezTo>
                  <a:pt x="11430" y="50863"/>
                  <a:pt x="0" y="39433"/>
                  <a:pt x="0" y="25432"/>
                </a:cubicBezTo>
                <a:lnTo>
                  <a:pt x="0" y="25432"/>
                </a:lnTo>
                <a:cubicBezTo>
                  <a:pt x="0" y="11430"/>
                  <a:pt x="11430" y="0"/>
                  <a:pt x="25432" y="0"/>
                </a:cubicBezTo>
                <a:lnTo>
                  <a:pt x="799338" y="0"/>
                </a:lnTo>
                <a:cubicBezTo>
                  <a:pt x="813339" y="0"/>
                  <a:pt x="824770" y="11430"/>
                  <a:pt x="824770" y="25432"/>
                </a:cubicBezTo>
                <a:lnTo>
                  <a:pt x="824770" y="25432"/>
                </a:lnTo>
                <a:cubicBezTo>
                  <a:pt x="824770" y="39433"/>
                  <a:pt x="813339" y="50863"/>
                  <a:pt x="799338" y="50863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495" name="Google Shape;2495;p87"/>
          <p:cNvGrpSpPr/>
          <p:nvPr/>
        </p:nvGrpSpPr>
        <p:grpSpPr>
          <a:xfrm>
            <a:off x="103395" y="3891186"/>
            <a:ext cx="668783" cy="959747"/>
            <a:chOff x="10519314" y="4728596"/>
            <a:chExt cx="751780" cy="1078731"/>
          </a:xfrm>
        </p:grpSpPr>
        <p:grpSp>
          <p:nvGrpSpPr>
            <p:cNvPr id="2496" name="Google Shape;2496;p87"/>
            <p:cNvGrpSpPr/>
            <p:nvPr/>
          </p:nvGrpSpPr>
          <p:grpSpPr>
            <a:xfrm>
              <a:off x="10519314" y="4728596"/>
              <a:ext cx="626662" cy="1078731"/>
              <a:chOff x="10519314" y="4728596"/>
              <a:chExt cx="626662" cy="1078731"/>
            </a:xfrm>
          </p:grpSpPr>
          <p:grpSp>
            <p:nvGrpSpPr>
              <p:cNvPr id="2497" name="Google Shape;2497;p87"/>
              <p:cNvGrpSpPr/>
              <p:nvPr/>
            </p:nvGrpSpPr>
            <p:grpSpPr>
              <a:xfrm>
                <a:off x="10903220" y="4888205"/>
                <a:ext cx="242756" cy="919122"/>
                <a:chOff x="10903220" y="4888205"/>
                <a:chExt cx="242756" cy="919122"/>
              </a:xfrm>
            </p:grpSpPr>
            <p:sp>
              <p:nvSpPr>
                <p:cNvPr id="2498" name="Google Shape;2498;p87"/>
                <p:cNvSpPr/>
                <p:nvPr/>
              </p:nvSpPr>
              <p:spPr>
                <a:xfrm rot="-447735">
                  <a:off x="10961814" y="4892503"/>
                  <a:ext cx="125567" cy="910526"/>
                </a:xfrm>
                <a:custGeom>
                  <a:rect b="b" l="l" r="r" t="t"/>
                  <a:pathLst>
                    <a:path extrusionOk="0" h="909637" w="125444">
                      <a:moveTo>
                        <a:pt x="0" y="0"/>
                      </a:moveTo>
                      <a:lnTo>
                        <a:pt x="125445" y="0"/>
                      </a:lnTo>
                      <a:lnTo>
                        <a:pt x="125445" y="909637"/>
                      </a:lnTo>
                      <a:lnTo>
                        <a:pt x="0" y="909637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499" name="Google Shape;2499;p87"/>
                <p:cNvSpPr/>
                <p:nvPr/>
              </p:nvSpPr>
              <p:spPr>
                <a:xfrm>
                  <a:off x="10952422" y="4933194"/>
                  <a:ext cx="42088" cy="42088"/>
                </a:xfrm>
                <a:custGeom>
                  <a:rect b="b" l="l" r="r" t="t"/>
                  <a:pathLst>
                    <a:path extrusionOk="0" h="42088" w="42088">
                      <a:moveTo>
                        <a:pt x="41904" y="18282"/>
                      </a:moveTo>
                      <a:cubicBezTo>
                        <a:pt x="43428" y="29807"/>
                        <a:pt x="35331" y="40380"/>
                        <a:pt x="23806" y="41904"/>
                      </a:cubicBezTo>
                      <a:cubicBezTo>
                        <a:pt x="12281" y="43428"/>
                        <a:pt x="1709" y="35332"/>
                        <a:pt x="184" y="23806"/>
                      </a:cubicBezTo>
                      <a:cubicBezTo>
                        <a:pt x="-1340" y="12281"/>
                        <a:pt x="6756" y="1708"/>
                        <a:pt x="18282" y="184"/>
                      </a:cubicBezTo>
                      <a:cubicBezTo>
                        <a:pt x="29807" y="-1340"/>
                        <a:pt x="40380" y="6757"/>
                        <a:pt x="41904" y="18282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500" name="Google Shape;2500;p87"/>
                <p:cNvSpPr/>
                <p:nvPr/>
              </p:nvSpPr>
              <p:spPr>
                <a:xfrm>
                  <a:off x="10961186" y="5000250"/>
                  <a:ext cx="42087" cy="42087"/>
                </a:xfrm>
                <a:custGeom>
                  <a:rect b="b" l="l" r="r" t="t"/>
                  <a:pathLst>
                    <a:path extrusionOk="0" h="42087" w="42087">
                      <a:moveTo>
                        <a:pt x="41904" y="18282"/>
                      </a:moveTo>
                      <a:cubicBezTo>
                        <a:pt x="43427" y="29807"/>
                        <a:pt x="35331" y="40380"/>
                        <a:pt x="23806" y="41904"/>
                      </a:cubicBezTo>
                      <a:cubicBezTo>
                        <a:pt x="12280" y="43428"/>
                        <a:pt x="1708" y="35332"/>
                        <a:pt x="184" y="23806"/>
                      </a:cubicBezTo>
                      <a:cubicBezTo>
                        <a:pt x="-1340" y="12281"/>
                        <a:pt x="6756" y="1708"/>
                        <a:pt x="18281" y="184"/>
                      </a:cubicBezTo>
                      <a:cubicBezTo>
                        <a:pt x="29807" y="-1340"/>
                        <a:pt x="40380" y="6757"/>
                        <a:pt x="41904" y="18282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2501" name="Google Shape;2501;p87"/>
                <p:cNvGrpSpPr/>
                <p:nvPr/>
              </p:nvGrpSpPr>
              <p:grpSpPr>
                <a:xfrm>
                  <a:off x="11014221" y="5588618"/>
                  <a:ext cx="100021" cy="114784"/>
                  <a:chOff x="11014221" y="5588618"/>
                  <a:chExt cx="100021" cy="114784"/>
                </a:xfrm>
              </p:grpSpPr>
              <p:sp>
                <p:nvSpPr>
                  <p:cNvPr id="2502" name="Google Shape;2502;p87"/>
                  <p:cNvSpPr/>
                  <p:nvPr/>
                </p:nvSpPr>
                <p:spPr>
                  <a:xfrm rot="-447735">
                    <a:off x="11014826" y="5594269"/>
                    <a:ext cx="88001" cy="15064"/>
                  </a:xfrm>
                  <a:custGeom>
                    <a:rect b="b" l="l" r="r" t="t"/>
                    <a:pathLst>
                      <a:path extrusionOk="0" h="15049" w="87915">
                        <a:moveTo>
                          <a:pt x="0" y="0"/>
                        </a:moveTo>
                        <a:lnTo>
                          <a:pt x="87916" y="0"/>
                        </a:lnTo>
                        <a:lnTo>
                          <a:pt x="87916" y="15049"/>
                        </a:lnTo>
                        <a:lnTo>
                          <a:pt x="0" y="15049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503" name="Google Shape;2503;p87"/>
                  <p:cNvSpPr/>
                  <p:nvPr/>
                </p:nvSpPr>
                <p:spPr>
                  <a:xfrm rot="-447735">
                    <a:off x="11018646" y="5623150"/>
                    <a:ext cx="88001" cy="15064"/>
                  </a:xfrm>
                  <a:custGeom>
                    <a:rect b="b" l="l" r="r" t="t"/>
                    <a:pathLst>
                      <a:path extrusionOk="0" h="15049" w="87915">
                        <a:moveTo>
                          <a:pt x="0" y="0"/>
                        </a:moveTo>
                        <a:lnTo>
                          <a:pt x="87916" y="0"/>
                        </a:lnTo>
                        <a:lnTo>
                          <a:pt x="87916" y="15050"/>
                        </a:lnTo>
                        <a:lnTo>
                          <a:pt x="0" y="1505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504" name="Google Shape;2504;p87"/>
                  <p:cNvSpPr/>
                  <p:nvPr/>
                </p:nvSpPr>
                <p:spPr>
                  <a:xfrm rot="-447735">
                    <a:off x="11021820" y="5653805"/>
                    <a:ext cx="88001" cy="15064"/>
                  </a:xfrm>
                  <a:custGeom>
                    <a:rect b="b" l="l" r="r" t="t"/>
                    <a:pathLst>
                      <a:path extrusionOk="0" h="15049" w="87915">
                        <a:moveTo>
                          <a:pt x="0" y="0"/>
                        </a:moveTo>
                        <a:lnTo>
                          <a:pt x="87916" y="0"/>
                        </a:lnTo>
                        <a:lnTo>
                          <a:pt x="87916" y="15050"/>
                        </a:lnTo>
                        <a:lnTo>
                          <a:pt x="0" y="1505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505" name="Google Shape;2505;p87"/>
                  <p:cNvSpPr/>
                  <p:nvPr/>
                </p:nvSpPr>
                <p:spPr>
                  <a:xfrm rot="-447735">
                    <a:off x="11025635" y="5682688"/>
                    <a:ext cx="88001" cy="15064"/>
                  </a:xfrm>
                  <a:custGeom>
                    <a:rect b="b" l="l" r="r" t="t"/>
                    <a:pathLst>
                      <a:path extrusionOk="0" h="15049" w="87915">
                        <a:moveTo>
                          <a:pt x="0" y="0"/>
                        </a:moveTo>
                        <a:lnTo>
                          <a:pt x="87915" y="0"/>
                        </a:lnTo>
                        <a:lnTo>
                          <a:pt x="87915" y="15050"/>
                        </a:lnTo>
                        <a:lnTo>
                          <a:pt x="0" y="1505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grpSp>
            <p:nvGrpSpPr>
              <p:cNvPr id="2506" name="Google Shape;2506;p87"/>
              <p:cNvGrpSpPr/>
              <p:nvPr/>
            </p:nvGrpSpPr>
            <p:grpSpPr>
              <a:xfrm>
                <a:off x="10718623" y="4728596"/>
                <a:ext cx="229169" cy="1075979"/>
                <a:chOff x="10718623" y="4728596"/>
                <a:chExt cx="229169" cy="1075979"/>
              </a:xfrm>
            </p:grpSpPr>
            <p:sp>
              <p:nvSpPr>
                <p:cNvPr id="2507" name="Google Shape;2507;p87"/>
                <p:cNvSpPr/>
                <p:nvPr/>
              </p:nvSpPr>
              <p:spPr>
                <a:xfrm rot="-172174">
                  <a:off x="10745259" y="4732329"/>
                  <a:ext cx="175897" cy="1068513"/>
                </a:xfrm>
                <a:custGeom>
                  <a:rect b="b" l="l" r="r" t="t"/>
                  <a:pathLst>
                    <a:path extrusionOk="0" h="1069848" w="176117">
                      <a:moveTo>
                        <a:pt x="0" y="0"/>
                      </a:moveTo>
                      <a:lnTo>
                        <a:pt x="176117" y="0"/>
                      </a:lnTo>
                      <a:lnTo>
                        <a:pt x="176117" y="1069848"/>
                      </a:lnTo>
                      <a:lnTo>
                        <a:pt x="0" y="1069848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508" name="Google Shape;2508;p87"/>
                <p:cNvSpPr/>
                <p:nvPr/>
              </p:nvSpPr>
              <p:spPr>
                <a:xfrm>
                  <a:off x="10787634" y="5182743"/>
                  <a:ext cx="87629" cy="87630"/>
                </a:xfrm>
                <a:custGeom>
                  <a:rect b="b" l="l" r="r" t="t"/>
                  <a:pathLst>
                    <a:path extrusionOk="0" h="87630" w="87629">
                      <a:moveTo>
                        <a:pt x="87630" y="43815"/>
                      </a:moveTo>
                      <a:cubicBezTo>
                        <a:pt x="87630" y="68013"/>
                        <a:pt x="68014" y="87630"/>
                        <a:pt x="43815" y="87630"/>
                      </a:cubicBezTo>
                      <a:cubicBezTo>
                        <a:pt x="19617" y="87630"/>
                        <a:pt x="1" y="68014"/>
                        <a:pt x="1" y="43815"/>
                      </a:cubicBezTo>
                      <a:cubicBezTo>
                        <a:pt x="1" y="19617"/>
                        <a:pt x="19617" y="0"/>
                        <a:pt x="43815" y="0"/>
                      </a:cubicBezTo>
                      <a:cubicBezTo>
                        <a:pt x="68014" y="0"/>
                        <a:pt x="87630" y="19616"/>
                        <a:pt x="87630" y="43815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2509" name="Google Shape;2509;p87"/>
                <p:cNvGrpSpPr/>
                <p:nvPr/>
              </p:nvGrpSpPr>
              <p:grpSpPr>
                <a:xfrm>
                  <a:off x="10765015" y="5040134"/>
                  <a:ext cx="116314" cy="49775"/>
                  <a:chOff x="10765015" y="5040134"/>
                  <a:chExt cx="116314" cy="49775"/>
                </a:xfrm>
              </p:grpSpPr>
              <p:sp>
                <p:nvSpPr>
                  <p:cNvPr id="2510" name="Google Shape;2510;p87"/>
                  <p:cNvSpPr/>
                  <p:nvPr/>
                </p:nvSpPr>
                <p:spPr>
                  <a:xfrm rot="-172174">
                    <a:off x="10765318" y="5042987"/>
                    <a:ext cx="114347" cy="14935"/>
                  </a:xfrm>
                  <a:custGeom>
                    <a:rect b="b" l="l" r="r" t="t"/>
                    <a:pathLst>
                      <a:path extrusionOk="0" h="14954" w="114490">
                        <a:moveTo>
                          <a:pt x="0" y="0"/>
                        </a:moveTo>
                        <a:lnTo>
                          <a:pt x="114490" y="0"/>
                        </a:lnTo>
                        <a:lnTo>
                          <a:pt x="114490" y="14954"/>
                        </a:lnTo>
                        <a:lnTo>
                          <a:pt x="0" y="1495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511" name="Google Shape;2511;p87"/>
                  <p:cNvSpPr/>
                  <p:nvPr/>
                </p:nvSpPr>
                <p:spPr>
                  <a:xfrm rot="-172174">
                    <a:off x="10766681" y="5072121"/>
                    <a:ext cx="114347" cy="14935"/>
                  </a:xfrm>
                  <a:custGeom>
                    <a:rect b="b" l="l" r="r" t="t"/>
                    <a:pathLst>
                      <a:path extrusionOk="0" h="14954" w="114490">
                        <a:moveTo>
                          <a:pt x="0" y="0"/>
                        </a:moveTo>
                        <a:lnTo>
                          <a:pt x="114491" y="0"/>
                        </a:lnTo>
                        <a:lnTo>
                          <a:pt x="114491" y="14954"/>
                        </a:lnTo>
                        <a:lnTo>
                          <a:pt x="0" y="1495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2512" name="Google Shape;2512;p87"/>
                <p:cNvGrpSpPr/>
                <p:nvPr/>
              </p:nvGrpSpPr>
              <p:grpSpPr>
                <a:xfrm>
                  <a:off x="10784825" y="5436314"/>
                  <a:ext cx="116414" cy="49961"/>
                  <a:chOff x="10784825" y="5436314"/>
                  <a:chExt cx="116414" cy="49961"/>
                </a:xfrm>
              </p:grpSpPr>
              <p:sp>
                <p:nvSpPr>
                  <p:cNvPr id="2513" name="Google Shape;2513;p87"/>
                  <p:cNvSpPr/>
                  <p:nvPr/>
                </p:nvSpPr>
                <p:spPr>
                  <a:xfrm rot="-172174">
                    <a:off x="10785128" y="5439167"/>
                    <a:ext cx="114347" cy="14935"/>
                  </a:xfrm>
                  <a:custGeom>
                    <a:rect b="b" l="l" r="r" t="t"/>
                    <a:pathLst>
                      <a:path extrusionOk="0" h="14954" w="114490">
                        <a:moveTo>
                          <a:pt x="0" y="0"/>
                        </a:moveTo>
                        <a:lnTo>
                          <a:pt x="114491" y="0"/>
                        </a:lnTo>
                        <a:lnTo>
                          <a:pt x="114491" y="14955"/>
                        </a:lnTo>
                        <a:lnTo>
                          <a:pt x="0" y="14955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514" name="Google Shape;2514;p87"/>
                  <p:cNvSpPr/>
                  <p:nvPr/>
                </p:nvSpPr>
                <p:spPr>
                  <a:xfrm rot="-172174">
                    <a:off x="10786591" y="5468487"/>
                    <a:ext cx="114347" cy="14935"/>
                  </a:xfrm>
                  <a:custGeom>
                    <a:rect b="b" l="l" r="r" t="t"/>
                    <a:pathLst>
                      <a:path extrusionOk="0" h="14954" w="114490">
                        <a:moveTo>
                          <a:pt x="0" y="0"/>
                        </a:moveTo>
                        <a:lnTo>
                          <a:pt x="114490" y="0"/>
                        </a:lnTo>
                        <a:lnTo>
                          <a:pt x="114490" y="14955"/>
                        </a:lnTo>
                        <a:lnTo>
                          <a:pt x="0" y="14955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grpSp>
            <p:nvGrpSpPr>
              <p:cNvPr id="2515" name="Google Shape;2515;p87"/>
              <p:cNvGrpSpPr/>
              <p:nvPr/>
            </p:nvGrpSpPr>
            <p:grpSpPr>
              <a:xfrm>
                <a:off x="10519314" y="4813458"/>
                <a:ext cx="202120" cy="992123"/>
                <a:chOff x="10519314" y="4813458"/>
                <a:chExt cx="202120" cy="992123"/>
              </a:xfrm>
            </p:grpSpPr>
            <p:sp>
              <p:nvSpPr>
                <p:cNvPr id="2516" name="Google Shape;2516;p87"/>
                <p:cNvSpPr/>
                <p:nvPr/>
              </p:nvSpPr>
              <p:spPr>
                <a:xfrm>
                  <a:off x="10519314" y="4813458"/>
                  <a:ext cx="202120" cy="992123"/>
                </a:xfrm>
                <a:custGeom>
                  <a:rect b="b" l="l" r="r" t="t"/>
                  <a:pathLst>
                    <a:path extrusionOk="0" h="992123" w="202120">
                      <a:moveTo>
                        <a:pt x="0" y="0"/>
                      </a:moveTo>
                      <a:lnTo>
                        <a:pt x="202120" y="0"/>
                      </a:lnTo>
                      <a:lnTo>
                        <a:pt x="202120" y="992124"/>
                      </a:lnTo>
                      <a:lnTo>
                        <a:pt x="0" y="992124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517" name="Google Shape;2517;p87"/>
                <p:cNvSpPr/>
                <p:nvPr/>
              </p:nvSpPr>
              <p:spPr>
                <a:xfrm>
                  <a:off x="10558843" y="4891468"/>
                  <a:ext cx="123063" cy="123062"/>
                </a:xfrm>
                <a:custGeom>
                  <a:rect b="b" l="l" r="r" t="t"/>
                  <a:pathLst>
                    <a:path extrusionOk="0" h="123062" w="123063">
                      <a:moveTo>
                        <a:pt x="123063" y="61532"/>
                      </a:moveTo>
                      <a:cubicBezTo>
                        <a:pt x="123063" y="95514"/>
                        <a:pt x="95514" y="123063"/>
                        <a:pt x="61531" y="123063"/>
                      </a:cubicBezTo>
                      <a:cubicBezTo>
                        <a:pt x="27548" y="123063"/>
                        <a:pt x="-1" y="95514"/>
                        <a:pt x="-1" y="61532"/>
                      </a:cubicBezTo>
                      <a:cubicBezTo>
                        <a:pt x="-1" y="27549"/>
                        <a:pt x="27548" y="0"/>
                        <a:pt x="61531" y="0"/>
                      </a:cubicBezTo>
                      <a:cubicBezTo>
                        <a:pt x="95514" y="0"/>
                        <a:pt x="123063" y="27549"/>
                        <a:pt x="123063" y="61532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2518" name="Google Shape;2518;p87"/>
                <p:cNvGrpSpPr/>
                <p:nvPr/>
              </p:nvGrpSpPr>
              <p:grpSpPr>
                <a:xfrm>
                  <a:off x="10556176" y="5465730"/>
                  <a:ext cx="128397" cy="44196"/>
                  <a:chOff x="10556176" y="5465730"/>
                  <a:chExt cx="128397" cy="44196"/>
                </a:xfrm>
              </p:grpSpPr>
              <p:sp>
                <p:nvSpPr>
                  <p:cNvPr id="2519" name="Google Shape;2519;p87"/>
                  <p:cNvSpPr/>
                  <p:nvPr/>
                </p:nvSpPr>
                <p:spPr>
                  <a:xfrm>
                    <a:off x="10556176" y="5465730"/>
                    <a:ext cx="128397" cy="14954"/>
                  </a:xfrm>
                  <a:custGeom>
                    <a:rect b="b" l="l" r="r" t="t"/>
                    <a:pathLst>
                      <a:path extrusionOk="0" h="14954" w="128397">
                        <a:moveTo>
                          <a:pt x="0" y="0"/>
                        </a:moveTo>
                        <a:lnTo>
                          <a:pt x="128397" y="0"/>
                        </a:lnTo>
                        <a:lnTo>
                          <a:pt x="128397" y="14954"/>
                        </a:lnTo>
                        <a:lnTo>
                          <a:pt x="0" y="1495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520" name="Google Shape;2520;p87"/>
                  <p:cNvSpPr/>
                  <p:nvPr/>
                </p:nvSpPr>
                <p:spPr>
                  <a:xfrm>
                    <a:off x="10556176" y="5494972"/>
                    <a:ext cx="128397" cy="14954"/>
                  </a:xfrm>
                  <a:custGeom>
                    <a:rect b="b" l="l" r="r" t="t"/>
                    <a:pathLst>
                      <a:path extrusionOk="0" h="14954" w="128397">
                        <a:moveTo>
                          <a:pt x="0" y="0"/>
                        </a:moveTo>
                        <a:lnTo>
                          <a:pt x="128397" y="0"/>
                        </a:lnTo>
                        <a:lnTo>
                          <a:pt x="128397" y="14955"/>
                        </a:lnTo>
                        <a:lnTo>
                          <a:pt x="0" y="14955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2521" name="Google Shape;2521;p87"/>
                <p:cNvGrpSpPr/>
                <p:nvPr/>
              </p:nvGrpSpPr>
              <p:grpSpPr>
                <a:xfrm>
                  <a:off x="10556176" y="5689187"/>
                  <a:ext cx="128397" cy="44196"/>
                  <a:chOff x="10556176" y="5689187"/>
                  <a:chExt cx="128397" cy="44196"/>
                </a:xfrm>
              </p:grpSpPr>
              <p:sp>
                <p:nvSpPr>
                  <p:cNvPr id="2522" name="Google Shape;2522;p87"/>
                  <p:cNvSpPr/>
                  <p:nvPr/>
                </p:nvSpPr>
                <p:spPr>
                  <a:xfrm>
                    <a:off x="10556176" y="5689187"/>
                    <a:ext cx="128397" cy="14954"/>
                  </a:xfrm>
                  <a:custGeom>
                    <a:rect b="b" l="l" r="r" t="t"/>
                    <a:pathLst>
                      <a:path extrusionOk="0" h="14954" w="128397">
                        <a:moveTo>
                          <a:pt x="0" y="0"/>
                        </a:moveTo>
                        <a:lnTo>
                          <a:pt x="128397" y="0"/>
                        </a:lnTo>
                        <a:lnTo>
                          <a:pt x="128397" y="14954"/>
                        </a:lnTo>
                        <a:lnTo>
                          <a:pt x="0" y="1495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523" name="Google Shape;2523;p87"/>
                  <p:cNvSpPr/>
                  <p:nvPr/>
                </p:nvSpPr>
                <p:spPr>
                  <a:xfrm>
                    <a:off x="10556176" y="5718429"/>
                    <a:ext cx="128397" cy="14954"/>
                  </a:xfrm>
                  <a:custGeom>
                    <a:rect b="b" l="l" r="r" t="t"/>
                    <a:pathLst>
                      <a:path extrusionOk="0" h="14954" w="128397">
                        <a:moveTo>
                          <a:pt x="0" y="0"/>
                        </a:moveTo>
                        <a:lnTo>
                          <a:pt x="128397" y="0"/>
                        </a:lnTo>
                        <a:lnTo>
                          <a:pt x="128397" y="14954"/>
                        </a:lnTo>
                        <a:lnTo>
                          <a:pt x="0" y="1495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</p:grpSp>
        <p:grpSp>
          <p:nvGrpSpPr>
            <p:cNvPr id="2524" name="Google Shape;2524;p87"/>
            <p:cNvGrpSpPr/>
            <p:nvPr/>
          </p:nvGrpSpPr>
          <p:grpSpPr>
            <a:xfrm>
              <a:off x="11058042" y="5088325"/>
              <a:ext cx="213052" cy="717953"/>
              <a:chOff x="11058042" y="5088325"/>
              <a:chExt cx="213052" cy="717953"/>
            </a:xfrm>
          </p:grpSpPr>
          <p:sp>
            <p:nvSpPr>
              <p:cNvPr id="2525" name="Google Shape;2525;p87"/>
              <p:cNvSpPr/>
              <p:nvPr/>
            </p:nvSpPr>
            <p:spPr>
              <a:xfrm rot="-631368">
                <a:off x="11122592" y="5089982"/>
                <a:ext cx="83952" cy="714640"/>
              </a:xfrm>
              <a:custGeom>
                <a:rect b="b" l="l" r="r" t="t"/>
                <a:pathLst>
                  <a:path extrusionOk="0" h="715136" w="84010">
                    <a:moveTo>
                      <a:pt x="0" y="0"/>
                    </a:moveTo>
                    <a:lnTo>
                      <a:pt x="84010" y="0"/>
                    </a:lnTo>
                    <a:lnTo>
                      <a:pt x="84010" y="715137"/>
                    </a:lnTo>
                    <a:lnTo>
                      <a:pt x="0" y="715137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26" name="Google Shape;2526;p87"/>
              <p:cNvSpPr/>
              <p:nvPr/>
            </p:nvSpPr>
            <p:spPr>
              <a:xfrm rot="-631368">
                <a:off x="11154645" y="5271518"/>
                <a:ext cx="25985" cy="411004"/>
              </a:xfrm>
              <a:custGeom>
                <a:rect b="b" l="l" r="r" t="t"/>
                <a:pathLst>
                  <a:path extrusionOk="0" h="411289" w="26003">
                    <a:moveTo>
                      <a:pt x="0" y="0"/>
                    </a:moveTo>
                    <a:lnTo>
                      <a:pt x="26003" y="0"/>
                    </a:lnTo>
                    <a:lnTo>
                      <a:pt x="26003" y="411289"/>
                    </a:lnTo>
                    <a:lnTo>
                      <a:pt x="0" y="411289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527" name="Google Shape;2527;p87"/>
          <p:cNvGrpSpPr/>
          <p:nvPr/>
        </p:nvGrpSpPr>
        <p:grpSpPr>
          <a:xfrm>
            <a:off x="150676" y="2823493"/>
            <a:ext cx="516117" cy="779220"/>
            <a:chOff x="10572463" y="3528536"/>
            <a:chExt cx="580168" cy="875823"/>
          </a:xfrm>
        </p:grpSpPr>
        <p:grpSp>
          <p:nvGrpSpPr>
            <p:cNvPr id="2528" name="Google Shape;2528;p87"/>
            <p:cNvGrpSpPr/>
            <p:nvPr/>
          </p:nvGrpSpPr>
          <p:grpSpPr>
            <a:xfrm>
              <a:off x="10713815" y="3528536"/>
              <a:ext cx="438816" cy="746664"/>
              <a:chOff x="10713815" y="3528536"/>
              <a:chExt cx="438816" cy="746664"/>
            </a:xfrm>
          </p:grpSpPr>
          <p:sp>
            <p:nvSpPr>
              <p:cNvPr id="2529" name="Google Shape;2529;p87"/>
              <p:cNvSpPr/>
              <p:nvPr/>
            </p:nvSpPr>
            <p:spPr>
              <a:xfrm>
                <a:off x="10713815" y="3528536"/>
                <a:ext cx="438816" cy="746664"/>
              </a:xfrm>
              <a:custGeom>
                <a:rect b="b" l="l" r="r" t="t"/>
                <a:pathLst>
                  <a:path extrusionOk="0" h="746664" w="438816">
                    <a:moveTo>
                      <a:pt x="438721" y="746569"/>
                    </a:moveTo>
                    <a:lnTo>
                      <a:pt x="0" y="746569"/>
                    </a:lnTo>
                    <a:lnTo>
                      <a:pt x="0" y="0"/>
                    </a:lnTo>
                    <a:lnTo>
                      <a:pt x="326231" y="0"/>
                    </a:lnTo>
                    <a:cubicBezTo>
                      <a:pt x="370141" y="43910"/>
                      <a:pt x="394811" y="68580"/>
                      <a:pt x="438816" y="112585"/>
                    </a:cubicBezTo>
                    <a:lnTo>
                      <a:pt x="438816" y="746665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2530" name="Google Shape;2530;p87"/>
              <p:cNvGrpSpPr/>
              <p:nvPr/>
            </p:nvGrpSpPr>
            <p:grpSpPr>
              <a:xfrm>
                <a:off x="10776489" y="3625310"/>
                <a:ext cx="313848" cy="288226"/>
                <a:chOff x="10776489" y="3625310"/>
                <a:chExt cx="313848" cy="288226"/>
              </a:xfrm>
            </p:grpSpPr>
            <p:sp>
              <p:nvSpPr>
                <p:cNvPr id="2531" name="Google Shape;2531;p87"/>
                <p:cNvSpPr/>
                <p:nvPr/>
              </p:nvSpPr>
              <p:spPr>
                <a:xfrm>
                  <a:off x="10776489" y="3625310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532" name="Google Shape;2532;p87"/>
                <p:cNvSpPr/>
                <p:nvPr/>
              </p:nvSpPr>
              <p:spPr>
                <a:xfrm>
                  <a:off x="10776489" y="3678650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533" name="Google Shape;2533;p87"/>
                <p:cNvSpPr/>
                <p:nvPr/>
              </p:nvSpPr>
              <p:spPr>
                <a:xfrm>
                  <a:off x="10776489" y="3731990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534" name="Google Shape;2534;p87"/>
                <p:cNvSpPr/>
                <p:nvPr/>
              </p:nvSpPr>
              <p:spPr>
                <a:xfrm>
                  <a:off x="10776489" y="3785425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535" name="Google Shape;2535;p87"/>
                <p:cNvSpPr/>
                <p:nvPr/>
              </p:nvSpPr>
              <p:spPr>
                <a:xfrm>
                  <a:off x="10776489" y="3838765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536" name="Google Shape;2536;p87"/>
                <p:cNvSpPr/>
                <p:nvPr/>
              </p:nvSpPr>
              <p:spPr>
                <a:xfrm>
                  <a:off x="10776489" y="3892105"/>
                  <a:ext cx="184689" cy="21431"/>
                </a:xfrm>
                <a:custGeom>
                  <a:rect b="b" l="l" r="r" t="t"/>
                  <a:pathLst>
                    <a:path extrusionOk="0" h="21431" w="184689">
                      <a:moveTo>
                        <a:pt x="0" y="0"/>
                      </a:moveTo>
                      <a:lnTo>
                        <a:pt x="184690" y="0"/>
                      </a:lnTo>
                      <a:lnTo>
                        <a:pt x="184690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rgbClr val="42444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2537" name="Google Shape;2537;p87"/>
              <p:cNvGrpSpPr/>
              <p:nvPr/>
            </p:nvGrpSpPr>
            <p:grpSpPr>
              <a:xfrm>
                <a:off x="10776489" y="3999547"/>
                <a:ext cx="313848" cy="181546"/>
                <a:chOff x="10776489" y="3999547"/>
                <a:chExt cx="313848" cy="181546"/>
              </a:xfrm>
            </p:grpSpPr>
            <p:sp>
              <p:nvSpPr>
                <p:cNvPr id="2538" name="Google Shape;2538;p87"/>
                <p:cNvSpPr/>
                <p:nvPr/>
              </p:nvSpPr>
              <p:spPr>
                <a:xfrm>
                  <a:off x="10776489" y="3999547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539" name="Google Shape;2539;p87"/>
                <p:cNvSpPr/>
                <p:nvPr/>
              </p:nvSpPr>
              <p:spPr>
                <a:xfrm>
                  <a:off x="10776489" y="4052887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540" name="Google Shape;2540;p87"/>
                <p:cNvSpPr/>
                <p:nvPr/>
              </p:nvSpPr>
              <p:spPr>
                <a:xfrm>
                  <a:off x="10776489" y="4106322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541" name="Google Shape;2541;p87"/>
                <p:cNvSpPr/>
                <p:nvPr/>
              </p:nvSpPr>
              <p:spPr>
                <a:xfrm>
                  <a:off x="10776489" y="4159662"/>
                  <a:ext cx="184689" cy="21431"/>
                </a:xfrm>
                <a:custGeom>
                  <a:rect b="b" l="l" r="r" t="t"/>
                  <a:pathLst>
                    <a:path extrusionOk="0" h="21431" w="184689">
                      <a:moveTo>
                        <a:pt x="0" y="0"/>
                      </a:moveTo>
                      <a:lnTo>
                        <a:pt x="184690" y="0"/>
                      </a:lnTo>
                      <a:lnTo>
                        <a:pt x="184690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rgbClr val="42444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2542" name="Google Shape;2542;p87"/>
              <p:cNvSpPr/>
              <p:nvPr/>
            </p:nvSpPr>
            <p:spPr>
              <a:xfrm>
                <a:off x="11039951" y="3528536"/>
                <a:ext cx="112584" cy="112585"/>
              </a:xfrm>
              <a:custGeom>
                <a:rect b="b" l="l" r="r" t="t"/>
                <a:pathLst>
                  <a:path extrusionOk="0" h="112585" w="112584">
                    <a:moveTo>
                      <a:pt x="112585" y="112585"/>
                    </a:moveTo>
                    <a:lnTo>
                      <a:pt x="0" y="112585"/>
                    </a:lnTo>
                    <a:lnTo>
                      <a:pt x="0" y="0"/>
                    </a:lnTo>
                    <a:lnTo>
                      <a:pt x="0" y="0"/>
                    </a:lnTo>
                    <a:cubicBezTo>
                      <a:pt x="43910" y="43910"/>
                      <a:pt x="68580" y="68580"/>
                      <a:pt x="112585" y="112585"/>
                    </a:cubicBezTo>
                    <a:lnTo>
                      <a:pt x="112585" y="112585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543" name="Google Shape;2543;p87"/>
            <p:cNvGrpSpPr/>
            <p:nvPr/>
          </p:nvGrpSpPr>
          <p:grpSpPr>
            <a:xfrm>
              <a:off x="10572463" y="3657790"/>
              <a:ext cx="438817" cy="746569"/>
              <a:chOff x="10572463" y="3657790"/>
              <a:chExt cx="438817" cy="746569"/>
            </a:xfrm>
          </p:grpSpPr>
          <p:sp>
            <p:nvSpPr>
              <p:cNvPr id="2544" name="Google Shape;2544;p87"/>
              <p:cNvSpPr/>
              <p:nvPr/>
            </p:nvSpPr>
            <p:spPr>
              <a:xfrm>
                <a:off x="10572463" y="3657790"/>
                <a:ext cx="438817" cy="746569"/>
              </a:xfrm>
              <a:custGeom>
                <a:rect b="b" l="l" r="r" t="t"/>
                <a:pathLst>
                  <a:path extrusionOk="0" h="746569" w="438817">
                    <a:moveTo>
                      <a:pt x="438722" y="746570"/>
                    </a:moveTo>
                    <a:lnTo>
                      <a:pt x="0" y="746570"/>
                    </a:lnTo>
                    <a:lnTo>
                      <a:pt x="0" y="0"/>
                    </a:lnTo>
                    <a:lnTo>
                      <a:pt x="326231" y="0"/>
                    </a:lnTo>
                    <a:cubicBezTo>
                      <a:pt x="370141" y="43910"/>
                      <a:pt x="394812" y="68580"/>
                      <a:pt x="438817" y="112586"/>
                    </a:cubicBezTo>
                    <a:lnTo>
                      <a:pt x="438817" y="74657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2545" name="Google Shape;2545;p87"/>
              <p:cNvGrpSpPr/>
              <p:nvPr/>
            </p:nvGrpSpPr>
            <p:grpSpPr>
              <a:xfrm>
                <a:off x="10635138" y="3754469"/>
                <a:ext cx="313848" cy="288321"/>
                <a:chOff x="10635138" y="3754469"/>
                <a:chExt cx="313848" cy="288321"/>
              </a:xfrm>
            </p:grpSpPr>
            <p:sp>
              <p:nvSpPr>
                <p:cNvPr id="2546" name="Google Shape;2546;p87"/>
                <p:cNvSpPr/>
                <p:nvPr/>
              </p:nvSpPr>
              <p:spPr>
                <a:xfrm>
                  <a:off x="10635138" y="3754469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547" name="Google Shape;2547;p87"/>
                <p:cNvSpPr/>
                <p:nvPr/>
              </p:nvSpPr>
              <p:spPr>
                <a:xfrm>
                  <a:off x="10635138" y="3807904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548" name="Google Shape;2548;p87"/>
                <p:cNvSpPr/>
                <p:nvPr/>
              </p:nvSpPr>
              <p:spPr>
                <a:xfrm>
                  <a:off x="10635138" y="3861244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549" name="Google Shape;2549;p87"/>
                <p:cNvSpPr/>
                <p:nvPr/>
              </p:nvSpPr>
              <p:spPr>
                <a:xfrm>
                  <a:off x="10635138" y="3914584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550" name="Google Shape;2550;p87"/>
                <p:cNvSpPr/>
                <p:nvPr/>
              </p:nvSpPr>
              <p:spPr>
                <a:xfrm>
                  <a:off x="10635138" y="3968019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551" name="Google Shape;2551;p87"/>
                <p:cNvSpPr/>
                <p:nvPr/>
              </p:nvSpPr>
              <p:spPr>
                <a:xfrm>
                  <a:off x="10635138" y="4021359"/>
                  <a:ext cx="184689" cy="21431"/>
                </a:xfrm>
                <a:custGeom>
                  <a:rect b="b" l="l" r="r" t="t"/>
                  <a:pathLst>
                    <a:path extrusionOk="0" h="21431" w="184689">
                      <a:moveTo>
                        <a:pt x="0" y="0"/>
                      </a:moveTo>
                      <a:lnTo>
                        <a:pt x="184689" y="0"/>
                      </a:lnTo>
                      <a:lnTo>
                        <a:pt x="184689" y="21431"/>
                      </a:lnTo>
                      <a:lnTo>
                        <a:pt x="-1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2552" name="Google Shape;2552;p87"/>
              <p:cNvGrpSpPr/>
              <p:nvPr/>
            </p:nvGrpSpPr>
            <p:grpSpPr>
              <a:xfrm>
                <a:off x="10635138" y="4128801"/>
                <a:ext cx="313848" cy="181547"/>
                <a:chOff x="10635138" y="4128801"/>
                <a:chExt cx="313848" cy="181547"/>
              </a:xfrm>
            </p:grpSpPr>
            <p:sp>
              <p:nvSpPr>
                <p:cNvPr id="2553" name="Google Shape;2553;p87"/>
                <p:cNvSpPr/>
                <p:nvPr/>
              </p:nvSpPr>
              <p:spPr>
                <a:xfrm>
                  <a:off x="10635138" y="4128801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554" name="Google Shape;2554;p87"/>
                <p:cNvSpPr/>
                <p:nvPr/>
              </p:nvSpPr>
              <p:spPr>
                <a:xfrm>
                  <a:off x="10635138" y="4182141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555" name="Google Shape;2555;p87"/>
                <p:cNvSpPr/>
                <p:nvPr/>
              </p:nvSpPr>
              <p:spPr>
                <a:xfrm>
                  <a:off x="10635138" y="4235481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556" name="Google Shape;2556;p87"/>
                <p:cNvSpPr/>
                <p:nvPr/>
              </p:nvSpPr>
              <p:spPr>
                <a:xfrm>
                  <a:off x="10635138" y="4288917"/>
                  <a:ext cx="184689" cy="21431"/>
                </a:xfrm>
                <a:custGeom>
                  <a:rect b="b" l="l" r="r" t="t"/>
                  <a:pathLst>
                    <a:path extrusionOk="0" h="21431" w="184689">
                      <a:moveTo>
                        <a:pt x="0" y="0"/>
                      </a:moveTo>
                      <a:lnTo>
                        <a:pt x="184689" y="0"/>
                      </a:lnTo>
                      <a:lnTo>
                        <a:pt x="184689" y="21431"/>
                      </a:lnTo>
                      <a:lnTo>
                        <a:pt x="-1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2557" name="Google Shape;2557;p87"/>
              <p:cNvSpPr/>
              <p:nvPr/>
            </p:nvSpPr>
            <p:spPr>
              <a:xfrm>
                <a:off x="10898599" y="3657790"/>
                <a:ext cx="112586" cy="112585"/>
              </a:xfrm>
              <a:custGeom>
                <a:rect b="b" l="l" r="r" t="t"/>
                <a:pathLst>
                  <a:path extrusionOk="0" h="112585" w="112586">
                    <a:moveTo>
                      <a:pt x="112586" y="112586"/>
                    </a:moveTo>
                    <a:lnTo>
                      <a:pt x="0" y="112586"/>
                    </a:lnTo>
                    <a:lnTo>
                      <a:pt x="0" y="0"/>
                    </a:lnTo>
                    <a:lnTo>
                      <a:pt x="0" y="0"/>
                    </a:lnTo>
                    <a:cubicBezTo>
                      <a:pt x="43910" y="43910"/>
                      <a:pt x="68581" y="68580"/>
                      <a:pt x="112586" y="112586"/>
                    </a:cubicBezTo>
                    <a:lnTo>
                      <a:pt x="112586" y="112586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558" name="Google Shape;2558;p87"/>
          <p:cNvGrpSpPr/>
          <p:nvPr/>
        </p:nvGrpSpPr>
        <p:grpSpPr>
          <a:xfrm>
            <a:off x="361835" y="3601018"/>
            <a:ext cx="22030" cy="294484"/>
            <a:chOff x="10809827" y="4402455"/>
            <a:chExt cx="24764" cy="330993"/>
          </a:xfrm>
        </p:grpSpPr>
        <p:sp>
          <p:nvSpPr>
            <p:cNvPr id="2559" name="Google Shape;2559;p87"/>
            <p:cNvSpPr/>
            <p:nvPr/>
          </p:nvSpPr>
          <p:spPr>
            <a:xfrm>
              <a:off x="10822209" y="4414266"/>
              <a:ext cx="9525" cy="307467"/>
            </a:xfrm>
            <a:custGeom>
              <a:rect b="b" l="l" r="r" t="t"/>
              <a:pathLst>
                <a:path extrusionOk="0" h="307467" w="9525">
                  <a:moveTo>
                    <a:pt x="-1" y="307467"/>
                  </a:moveTo>
                  <a:lnTo>
                    <a:pt x="-1" y="0"/>
                  </a:lnTo>
                </a:path>
              </a:pathLst>
            </a:custGeom>
            <a:solidFill>
              <a:schemeClr val="accent4"/>
            </a:solidFill>
            <a:ln cap="flat" cmpd="sng" w="10950">
              <a:solidFill>
                <a:schemeClr val="accent4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60" name="Google Shape;2560;p87"/>
            <p:cNvSpPr/>
            <p:nvPr/>
          </p:nvSpPr>
          <p:spPr>
            <a:xfrm>
              <a:off x="10809827" y="4708683"/>
              <a:ext cx="24764" cy="24765"/>
            </a:xfrm>
            <a:custGeom>
              <a:rect b="b" l="l" r="r" t="t"/>
              <a:pathLst>
                <a:path extrusionOk="0" h="24765" w="24764">
                  <a:moveTo>
                    <a:pt x="24765" y="12382"/>
                  </a:moveTo>
                  <a:cubicBezTo>
                    <a:pt x="24765" y="19240"/>
                    <a:pt x="19241" y="24765"/>
                    <a:pt x="12382" y="24765"/>
                  </a:cubicBezTo>
                  <a:cubicBezTo>
                    <a:pt x="5524" y="24765"/>
                    <a:pt x="0" y="19240"/>
                    <a:pt x="0" y="12382"/>
                  </a:cubicBezTo>
                  <a:cubicBezTo>
                    <a:pt x="0" y="5524"/>
                    <a:pt x="5524" y="0"/>
                    <a:pt x="12382" y="0"/>
                  </a:cubicBezTo>
                  <a:cubicBezTo>
                    <a:pt x="19241" y="0"/>
                    <a:pt x="24765" y="5524"/>
                    <a:pt x="24765" y="12382"/>
                  </a:cubicBezTo>
                  <a:close/>
                </a:path>
              </a:pathLst>
            </a:cu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61" name="Google Shape;2561;p87"/>
            <p:cNvSpPr/>
            <p:nvPr/>
          </p:nvSpPr>
          <p:spPr>
            <a:xfrm>
              <a:off x="10809827" y="4402455"/>
              <a:ext cx="24764" cy="24764"/>
            </a:xfrm>
            <a:custGeom>
              <a:rect b="b" l="l" r="r" t="t"/>
              <a:pathLst>
                <a:path extrusionOk="0" h="24764" w="24764">
                  <a:moveTo>
                    <a:pt x="24765" y="12382"/>
                  </a:moveTo>
                  <a:cubicBezTo>
                    <a:pt x="24765" y="5524"/>
                    <a:pt x="19241" y="0"/>
                    <a:pt x="12382" y="0"/>
                  </a:cubicBezTo>
                  <a:cubicBezTo>
                    <a:pt x="5524" y="0"/>
                    <a:pt x="0" y="5524"/>
                    <a:pt x="0" y="12382"/>
                  </a:cubicBezTo>
                  <a:cubicBezTo>
                    <a:pt x="0" y="19240"/>
                    <a:pt x="5524" y="24765"/>
                    <a:pt x="12382" y="24765"/>
                  </a:cubicBezTo>
                  <a:cubicBezTo>
                    <a:pt x="19241" y="24765"/>
                    <a:pt x="24765" y="19240"/>
                    <a:pt x="24765" y="12382"/>
                  </a:cubicBezTo>
                  <a:close/>
                </a:path>
              </a:pathLst>
            </a:cu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ONE_COLUMN_TEXT_1">
    <p:spTree>
      <p:nvGrpSpPr>
        <p:cNvPr id="2562" name="Shape 2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3" name="Google Shape;2563;p88"/>
          <p:cNvSpPr txBox="1"/>
          <p:nvPr>
            <p:ph type="title"/>
          </p:nvPr>
        </p:nvSpPr>
        <p:spPr>
          <a:xfrm>
            <a:off x="811975" y="1032900"/>
            <a:ext cx="2804400" cy="1006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564" name="Google Shape;2564;p88"/>
          <p:cNvSpPr txBox="1"/>
          <p:nvPr>
            <p:ph idx="1" type="subTitle"/>
          </p:nvPr>
        </p:nvSpPr>
        <p:spPr>
          <a:xfrm>
            <a:off x="811975" y="2039700"/>
            <a:ext cx="4294800" cy="207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■"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●"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●"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○"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9pPr>
          </a:lstStyle>
          <a:p/>
        </p:txBody>
      </p:sp>
      <p:sp>
        <p:nvSpPr>
          <p:cNvPr id="2565" name="Google Shape;2565;p88"/>
          <p:cNvSpPr/>
          <p:nvPr>
            <p:ph idx="2" type="pic"/>
          </p:nvPr>
        </p:nvSpPr>
        <p:spPr>
          <a:xfrm>
            <a:off x="5668975" y="1076550"/>
            <a:ext cx="2990400" cy="29904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2566" name="Google Shape;2566;p88"/>
          <p:cNvSpPr/>
          <p:nvPr/>
        </p:nvSpPr>
        <p:spPr>
          <a:xfrm rot="-2381697">
            <a:off x="-1265120" y="-661594"/>
            <a:ext cx="3096202" cy="2008988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7" name="Google Shape;2567;p88"/>
          <p:cNvSpPr/>
          <p:nvPr/>
        </p:nvSpPr>
        <p:spPr>
          <a:xfrm rot="-7296874">
            <a:off x="-735040" y="4231574"/>
            <a:ext cx="2036053" cy="1508864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68" name="Google Shape;2568;p88"/>
          <p:cNvGrpSpPr/>
          <p:nvPr/>
        </p:nvGrpSpPr>
        <p:grpSpPr>
          <a:xfrm>
            <a:off x="65066" y="4373044"/>
            <a:ext cx="878158" cy="654532"/>
            <a:chOff x="1114425" y="4361211"/>
            <a:chExt cx="573023" cy="427101"/>
          </a:xfrm>
        </p:grpSpPr>
        <p:grpSp>
          <p:nvGrpSpPr>
            <p:cNvPr id="2569" name="Google Shape;2569;p88"/>
            <p:cNvGrpSpPr/>
            <p:nvPr/>
          </p:nvGrpSpPr>
          <p:grpSpPr>
            <a:xfrm>
              <a:off x="1114425" y="4361211"/>
              <a:ext cx="573023" cy="427101"/>
              <a:chOff x="1114425" y="4361211"/>
              <a:chExt cx="573023" cy="427101"/>
            </a:xfrm>
          </p:grpSpPr>
          <p:sp>
            <p:nvSpPr>
              <p:cNvPr id="2570" name="Google Shape;2570;p88"/>
              <p:cNvSpPr/>
              <p:nvPr/>
            </p:nvSpPr>
            <p:spPr>
              <a:xfrm>
                <a:off x="1241964" y="4361211"/>
                <a:ext cx="445484" cy="299466"/>
              </a:xfrm>
              <a:custGeom>
                <a:rect b="b" l="l" r="r" t="t"/>
                <a:pathLst>
                  <a:path extrusionOk="0" h="299466" w="445484">
                    <a:moveTo>
                      <a:pt x="139160" y="7715"/>
                    </a:moveTo>
                    <a:lnTo>
                      <a:pt x="173450" y="42005"/>
                    </a:lnTo>
                    <a:cubicBezTo>
                      <a:pt x="178403" y="46958"/>
                      <a:pt x="185166" y="49721"/>
                      <a:pt x="192215" y="49721"/>
                    </a:cubicBezTo>
                    <a:lnTo>
                      <a:pt x="419005" y="49721"/>
                    </a:lnTo>
                    <a:cubicBezTo>
                      <a:pt x="433673" y="49721"/>
                      <a:pt x="445484" y="61627"/>
                      <a:pt x="445484" y="76200"/>
                    </a:cubicBezTo>
                    <a:lnTo>
                      <a:pt x="445484" y="272987"/>
                    </a:lnTo>
                    <a:cubicBezTo>
                      <a:pt x="445484" y="287655"/>
                      <a:pt x="433578" y="299466"/>
                      <a:pt x="419005" y="299466"/>
                    </a:cubicBezTo>
                    <a:lnTo>
                      <a:pt x="26479" y="299466"/>
                    </a:lnTo>
                    <a:cubicBezTo>
                      <a:pt x="11811" y="299466"/>
                      <a:pt x="0" y="287560"/>
                      <a:pt x="0" y="272987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79" y="0"/>
                    </a:cubicBezTo>
                    <a:lnTo>
                      <a:pt x="120396" y="0"/>
                    </a:lnTo>
                    <a:cubicBezTo>
                      <a:pt x="127445" y="0"/>
                      <a:pt x="134207" y="2762"/>
                      <a:pt x="139160" y="7715"/>
                    </a:cubicBezTo>
                    <a:close/>
                  </a:path>
                </a:pathLst>
              </a:custGeom>
              <a:solidFill>
                <a:srgbClr val="35363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71" name="Google Shape;2571;p88"/>
              <p:cNvSpPr/>
              <p:nvPr/>
            </p:nvSpPr>
            <p:spPr>
              <a:xfrm>
                <a:off x="1178242" y="4425029"/>
                <a:ext cx="445484" cy="299466"/>
              </a:xfrm>
              <a:custGeom>
                <a:rect b="b" l="l" r="r" t="t"/>
                <a:pathLst>
                  <a:path extrusionOk="0" h="299466" w="445484">
                    <a:moveTo>
                      <a:pt x="139160" y="7620"/>
                    </a:moveTo>
                    <a:lnTo>
                      <a:pt x="173450" y="41910"/>
                    </a:lnTo>
                    <a:cubicBezTo>
                      <a:pt x="178403" y="46863"/>
                      <a:pt x="185166" y="49721"/>
                      <a:pt x="192215" y="49721"/>
                    </a:cubicBezTo>
                    <a:lnTo>
                      <a:pt x="419005" y="49721"/>
                    </a:lnTo>
                    <a:cubicBezTo>
                      <a:pt x="433673" y="49721"/>
                      <a:pt x="445484" y="61627"/>
                      <a:pt x="445484" y="76200"/>
                    </a:cubicBezTo>
                    <a:lnTo>
                      <a:pt x="445484" y="272987"/>
                    </a:lnTo>
                    <a:cubicBezTo>
                      <a:pt x="445484" y="287655"/>
                      <a:pt x="433578" y="299466"/>
                      <a:pt x="419005" y="299466"/>
                    </a:cubicBezTo>
                    <a:lnTo>
                      <a:pt x="26479" y="299466"/>
                    </a:lnTo>
                    <a:cubicBezTo>
                      <a:pt x="11811" y="299466"/>
                      <a:pt x="0" y="287560"/>
                      <a:pt x="0" y="272987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79" y="0"/>
                    </a:cubicBezTo>
                    <a:lnTo>
                      <a:pt x="120396" y="0"/>
                    </a:lnTo>
                    <a:cubicBezTo>
                      <a:pt x="127445" y="0"/>
                      <a:pt x="134207" y="2762"/>
                      <a:pt x="139160" y="7715"/>
                    </a:cubicBezTo>
                    <a:close/>
                  </a:path>
                </a:pathLst>
              </a:custGeom>
              <a:solidFill>
                <a:srgbClr val="42444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72" name="Google Shape;2572;p88"/>
              <p:cNvSpPr/>
              <p:nvPr/>
            </p:nvSpPr>
            <p:spPr>
              <a:xfrm>
                <a:off x="1114425" y="4488846"/>
                <a:ext cx="445484" cy="299466"/>
              </a:xfrm>
              <a:custGeom>
                <a:rect b="b" l="l" r="r" t="t"/>
                <a:pathLst>
                  <a:path extrusionOk="0" h="299466" w="445484">
                    <a:moveTo>
                      <a:pt x="139160" y="7620"/>
                    </a:moveTo>
                    <a:lnTo>
                      <a:pt x="173450" y="41910"/>
                    </a:lnTo>
                    <a:cubicBezTo>
                      <a:pt x="178403" y="46863"/>
                      <a:pt x="185166" y="49721"/>
                      <a:pt x="192215" y="49721"/>
                    </a:cubicBezTo>
                    <a:lnTo>
                      <a:pt x="419005" y="49721"/>
                    </a:lnTo>
                    <a:cubicBezTo>
                      <a:pt x="433673" y="49721"/>
                      <a:pt x="445484" y="61627"/>
                      <a:pt x="445484" y="76200"/>
                    </a:cubicBezTo>
                    <a:lnTo>
                      <a:pt x="445484" y="272987"/>
                    </a:lnTo>
                    <a:cubicBezTo>
                      <a:pt x="445484" y="287655"/>
                      <a:pt x="433578" y="299466"/>
                      <a:pt x="419005" y="299466"/>
                    </a:cubicBezTo>
                    <a:lnTo>
                      <a:pt x="26480" y="299466"/>
                    </a:lnTo>
                    <a:cubicBezTo>
                      <a:pt x="11811" y="299466"/>
                      <a:pt x="0" y="287560"/>
                      <a:pt x="0" y="272987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80" y="0"/>
                    </a:cubicBezTo>
                    <a:lnTo>
                      <a:pt x="120396" y="0"/>
                    </a:lnTo>
                    <a:cubicBezTo>
                      <a:pt x="127445" y="0"/>
                      <a:pt x="134207" y="2762"/>
                      <a:pt x="139160" y="7811"/>
                    </a:cubicBezTo>
                    <a:close/>
                  </a:path>
                </a:pathLst>
              </a:custGeom>
              <a:solidFill>
                <a:srgbClr val="6F708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573" name="Google Shape;2573;p88"/>
            <p:cNvSpPr/>
            <p:nvPr/>
          </p:nvSpPr>
          <p:spPr>
            <a:xfrm>
              <a:off x="1303210" y="4628965"/>
              <a:ext cx="68735" cy="82063"/>
            </a:xfrm>
            <a:custGeom>
              <a:rect b="b" l="l" r="r" t="t"/>
              <a:pathLst>
                <a:path extrusionOk="0" h="82063" w="68735">
                  <a:moveTo>
                    <a:pt x="0" y="6471"/>
                  </a:moveTo>
                  <a:lnTo>
                    <a:pt x="0" y="75527"/>
                  </a:lnTo>
                  <a:cubicBezTo>
                    <a:pt x="0" y="80575"/>
                    <a:pt x="5524" y="83719"/>
                    <a:pt x="9811" y="81147"/>
                  </a:cubicBezTo>
                  <a:lnTo>
                    <a:pt x="65532" y="48095"/>
                  </a:lnTo>
                  <a:cubicBezTo>
                    <a:pt x="69723" y="45619"/>
                    <a:pt x="69818" y="39618"/>
                    <a:pt x="65723" y="37046"/>
                  </a:cubicBezTo>
                  <a:lnTo>
                    <a:pt x="10001" y="1042"/>
                  </a:lnTo>
                  <a:cubicBezTo>
                    <a:pt x="5715" y="-1721"/>
                    <a:pt x="0" y="1327"/>
                    <a:pt x="0" y="647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ONE_COLUMN_TEXT_1_1">
    <p:spTree>
      <p:nvGrpSpPr>
        <p:cNvPr id="2574" name="Shape 2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5" name="Google Shape;2575;p89"/>
          <p:cNvSpPr txBox="1"/>
          <p:nvPr>
            <p:ph type="title"/>
          </p:nvPr>
        </p:nvSpPr>
        <p:spPr>
          <a:xfrm>
            <a:off x="2013850" y="841075"/>
            <a:ext cx="5116200" cy="1390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576" name="Google Shape;2576;p89"/>
          <p:cNvSpPr txBox="1"/>
          <p:nvPr>
            <p:ph idx="1" type="subTitle"/>
          </p:nvPr>
        </p:nvSpPr>
        <p:spPr>
          <a:xfrm>
            <a:off x="2013850" y="2231525"/>
            <a:ext cx="5116200" cy="207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■"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●"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●"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○"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9pPr>
          </a:lstStyle>
          <a:p/>
        </p:txBody>
      </p:sp>
      <p:sp>
        <p:nvSpPr>
          <p:cNvPr id="2577" name="Google Shape;2577;p89"/>
          <p:cNvSpPr/>
          <p:nvPr/>
        </p:nvSpPr>
        <p:spPr>
          <a:xfrm flipH="1" rot="9076707">
            <a:off x="7972821" y="-586852"/>
            <a:ext cx="1683799" cy="1672812"/>
          </a:xfrm>
          <a:custGeom>
            <a:rect b="b" l="l" r="r" t="t"/>
            <a:pathLst>
              <a:path extrusionOk="0" h="30330" w="38869">
                <a:moveTo>
                  <a:pt x="24297" y="1"/>
                </a:moveTo>
                <a:cubicBezTo>
                  <a:pt x="23576" y="1"/>
                  <a:pt x="22813" y="81"/>
                  <a:pt x="22018" y="271"/>
                </a:cubicBezTo>
                <a:cubicBezTo>
                  <a:pt x="16904" y="1494"/>
                  <a:pt x="14626" y="5778"/>
                  <a:pt x="11611" y="8671"/>
                </a:cubicBezTo>
                <a:cubicBezTo>
                  <a:pt x="10032" y="10186"/>
                  <a:pt x="7766" y="10684"/>
                  <a:pt x="5916" y="11826"/>
                </a:cubicBezTo>
                <a:cubicBezTo>
                  <a:pt x="0" y="15481"/>
                  <a:pt x="539" y="24197"/>
                  <a:pt x="4874" y="27639"/>
                </a:cubicBezTo>
                <a:cubicBezTo>
                  <a:pt x="7150" y="29445"/>
                  <a:pt x="9815" y="30330"/>
                  <a:pt x="12976" y="30330"/>
                </a:cubicBezTo>
                <a:cubicBezTo>
                  <a:pt x="15025" y="30330"/>
                  <a:pt x="17282" y="29958"/>
                  <a:pt x="19778" y="29225"/>
                </a:cubicBezTo>
                <a:cubicBezTo>
                  <a:pt x="26123" y="27360"/>
                  <a:pt x="30656" y="26268"/>
                  <a:pt x="34763" y="20412"/>
                </a:cubicBezTo>
                <a:cubicBezTo>
                  <a:pt x="38869" y="14558"/>
                  <a:pt x="35544" y="6859"/>
                  <a:pt x="30907" y="2368"/>
                </a:cubicBezTo>
                <a:cubicBezTo>
                  <a:pt x="30907" y="2368"/>
                  <a:pt x="28215" y="1"/>
                  <a:pt x="24297" y="1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78" name="Google Shape;2578;p89"/>
          <p:cNvGrpSpPr/>
          <p:nvPr/>
        </p:nvGrpSpPr>
        <p:grpSpPr>
          <a:xfrm flipH="1">
            <a:off x="683048" y="4696520"/>
            <a:ext cx="325927" cy="404808"/>
            <a:chOff x="7385113" y="1535430"/>
            <a:chExt cx="435673" cy="541115"/>
          </a:xfrm>
        </p:grpSpPr>
        <p:sp>
          <p:nvSpPr>
            <p:cNvPr id="2579" name="Google Shape;2579;p89"/>
            <p:cNvSpPr/>
            <p:nvPr/>
          </p:nvSpPr>
          <p:spPr>
            <a:xfrm>
              <a:off x="7385113" y="1535430"/>
              <a:ext cx="435673" cy="541115"/>
            </a:xfrm>
            <a:custGeom>
              <a:rect b="b" l="l" r="r" t="t"/>
              <a:pathLst>
                <a:path extrusionOk="0" h="541115" w="435673">
                  <a:moveTo>
                    <a:pt x="394621" y="0"/>
                  </a:moveTo>
                  <a:cubicBezTo>
                    <a:pt x="417294" y="0"/>
                    <a:pt x="435674" y="18380"/>
                    <a:pt x="435674" y="41053"/>
                  </a:cubicBezTo>
                  <a:lnTo>
                    <a:pt x="435674" y="500062"/>
                  </a:lnTo>
                  <a:cubicBezTo>
                    <a:pt x="435674" y="522735"/>
                    <a:pt x="417294" y="541115"/>
                    <a:pt x="394621" y="541115"/>
                  </a:cubicBezTo>
                  <a:lnTo>
                    <a:pt x="41053" y="541115"/>
                  </a:lnTo>
                  <a:cubicBezTo>
                    <a:pt x="18380" y="541115"/>
                    <a:pt x="0" y="522735"/>
                    <a:pt x="0" y="500062"/>
                  </a:cubicBezTo>
                  <a:lnTo>
                    <a:pt x="0" y="41053"/>
                  </a:lnTo>
                  <a:cubicBezTo>
                    <a:pt x="0" y="18380"/>
                    <a:pt x="18380" y="0"/>
                    <a:pt x="4105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580" name="Google Shape;2580;p89"/>
            <p:cNvGrpSpPr/>
            <p:nvPr/>
          </p:nvGrpSpPr>
          <p:grpSpPr>
            <a:xfrm>
              <a:off x="7612094" y="1566576"/>
              <a:ext cx="164781" cy="41529"/>
              <a:chOff x="7612094" y="1566576"/>
              <a:chExt cx="164781" cy="41529"/>
            </a:xfrm>
          </p:grpSpPr>
          <p:sp>
            <p:nvSpPr>
              <p:cNvPr id="2581" name="Google Shape;2581;p89"/>
              <p:cNvSpPr/>
              <p:nvPr/>
            </p:nvSpPr>
            <p:spPr>
              <a:xfrm>
                <a:off x="7735347" y="1566576"/>
                <a:ext cx="41528" cy="41529"/>
              </a:xfrm>
              <a:custGeom>
                <a:rect b="b" l="l" r="r" t="t"/>
                <a:pathLst>
                  <a:path extrusionOk="0" h="41529" w="41528">
                    <a:moveTo>
                      <a:pt x="41529" y="20765"/>
                    </a:moveTo>
                    <a:cubicBezTo>
                      <a:pt x="41529" y="32290"/>
                      <a:pt x="32195" y="41529"/>
                      <a:pt x="20764" y="41529"/>
                    </a:cubicBezTo>
                    <a:cubicBezTo>
                      <a:pt x="9335" y="41529"/>
                      <a:pt x="0" y="32194"/>
                      <a:pt x="0" y="20765"/>
                    </a:cubicBezTo>
                    <a:cubicBezTo>
                      <a:pt x="0" y="9334"/>
                      <a:pt x="9335" y="0"/>
                      <a:pt x="20764" y="0"/>
                    </a:cubicBezTo>
                    <a:cubicBezTo>
                      <a:pt x="32195" y="0"/>
                      <a:pt x="41529" y="9334"/>
                      <a:pt x="41529" y="20765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82" name="Google Shape;2582;p89"/>
              <p:cNvSpPr/>
              <p:nvPr/>
            </p:nvSpPr>
            <p:spPr>
              <a:xfrm>
                <a:off x="7673721" y="1566576"/>
                <a:ext cx="41528" cy="41529"/>
              </a:xfrm>
              <a:custGeom>
                <a:rect b="b" l="l" r="r" t="t"/>
                <a:pathLst>
                  <a:path extrusionOk="0" h="41529" w="41528">
                    <a:moveTo>
                      <a:pt x="41529" y="20765"/>
                    </a:moveTo>
                    <a:cubicBezTo>
                      <a:pt x="41529" y="32290"/>
                      <a:pt x="32195" y="41529"/>
                      <a:pt x="20764" y="41529"/>
                    </a:cubicBezTo>
                    <a:cubicBezTo>
                      <a:pt x="9334" y="41529"/>
                      <a:pt x="0" y="32194"/>
                      <a:pt x="0" y="20765"/>
                    </a:cubicBezTo>
                    <a:cubicBezTo>
                      <a:pt x="0" y="9334"/>
                      <a:pt x="9334" y="0"/>
                      <a:pt x="20764" y="0"/>
                    </a:cubicBezTo>
                    <a:cubicBezTo>
                      <a:pt x="32195" y="0"/>
                      <a:pt x="41529" y="9334"/>
                      <a:pt x="41529" y="2076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83" name="Google Shape;2583;p89"/>
              <p:cNvSpPr/>
              <p:nvPr/>
            </p:nvSpPr>
            <p:spPr>
              <a:xfrm>
                <a:off x="7612094" y="1566576"/>
                <a:ext cx="41529" cy="41529"/>
              </a:xfrm>
              <a:custGeom>
                <a:rect b="b" l="l" r="r" t="t"/>
                <a:pathLst>
                  <a:path extrusionOk="0" h="41529" w="41529">
                    <a:moveTo>
                      <a:pt x="41529" y="20765"/>
                    </a:moveTo>
                    <a:cubicBezTo>
                      <a:pt x="41529" y="32290"/>
                      <a:pt x="32195" y="41529"/>
                      <a:pt x="20764" y="41529"/>
                    </a:cubicBezTo>
                    <a:cubicBezTo>
                      <a:pt x="9335" y="41529"/>
                      <a:pt x="0" y="32194"/>
                      <a:pt x="0" y="20765"/>
                    </a:cubicBezTo>
                    <a:cubicBezTo>
                      <a:pt x="0" y="9334"/>
                      <a:pt x="9335" y="0"/>
                      <a:pt x="20764" y="0"/>
                    </a:cubicBezTo>
                    <a:cubicBezTo>
                      <a:pt x="32195" y="0"/>
                      <a:pt x="41529" y="9334"/>
                      <a:pt x="41529" y="20765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584" name="Google Shape;2584;p89"/>
          <p:cNvGrpSpPr/>
          <p:nvPr/>
        </p:nvGrpSpPr>
        <p:grpSpPr>
          <a:xfrm flipH="1">
            <a:off x="713902" y="4774546"/>
            <a:ext cx="268636" cy="280965"/>
            <a:chOff x="7420451" y="1639728"/>
            <a:chExt cx="359091" cy="375571"/>
          </a:xfrm>
        </p:grpSpPr>
        <p:sp>
          <p:nvSpPr>
            <p:cNvPr id="2585" name="Google Shape;2585;p89"/>
            <p:cNvSpPr/>
            <p:nvPr/>
          </p:nvSpPr>
          <p:spPr>
            <a:xfrm>
              <a:off x="7420451" y="1852041"/>
              <a:ext cx="357473" cy="163258"/>
            </a:xfrm>
            <a:custGeom>
              <a:rect b="b" l="l" r="r" t="t"/>
              <a:pathLst>
                <a:path extrusionOk="0" h="163258" w="357473">
                  <a:moveTo>
                    <a:pt x="40196" y="72962"/>
                  </a:moveTo>
                  <a:lnTo>
                    <a:pt x="0" y="72962"/>
                  </a:lnTo>
                  <a:lnTo>
                    <a:pt x="0" y="90297"/>
                  </a:lnTo>
                  <a:lnTo>
                    <a:pt x="40196" y="90297"/>
                  </a:lnTo>
                  <a:lnTo>
                    <a:pt x="40196" y="72962"/>
                  </a:lnTo>
                  <a:close/>
                  <a:moveTo>
                    <a:pt x="185166" y="126778"/>
                  </a:moveTo>
                  <a:lnTo>
                    <a:pt x="294894" y="126778"/>
                  </a:lnTo>
                  <a:lnTo>
                    <a:pt x="294894" y="109347"/>
                  </a:lnTo>
                  <a:lnTo>
                    <a:pt x="185166" y="109347"/>
                  </a:lnTo>
                  <a:lnTo>
                    <a:pt x="185166" y="126778"/>
                  </a:lnTo>
                  <a:close/>
                  <a:moveTo>
                    <a:pt x="294894" y="0"/>
                  </a:moveTo>
                  <a:lnTo>
                    <a:pt x="38291" y="0"/>
                  </a:lnTo>
                  <a:lnTo>
                    <a:pt x="38291" y="17335"/>
                  </a:lnTo>
                  <a:lnTo>
                    <a:pt x="294894" y="17335"/>
                  </a:lnTo>
                  <a:lnTo>
                    <a:pt x="294894" y="0"/>
                  </a:lnTo>
                  <a:close/>
                  <a:moveTo>
                    <a:pt x="0" y="163259"/>
                  </a:moveTo>
                  <a:lnTo>
                    <a:pt x="99632" y="163259"/>
                  </a:lnTo>
                  <a:lnTo>
                    <a:pt x="99632" y="145828"/>
                  </a:lnTo>
                  <a:lnTo>
                    <a:pt x="0" y="145828"/>
                  </a:lnTo>
                  <a:lnTo>
                    <a:pt x="0" y="163259"/>
                  </a:lnTo>
                  <a:close/>
                  <a:moveTo>
                    <a:pt x="76581" y="36481"/>
                  </a:moveTo>
                  <a:lnTo>
                    <a:pt x="0" y="36481"/>
                  </a:lnTo>
                  <a:lnTo>
                    <a:pt x="0" y="53816"/>
                  </a:lnTo>
                  <a:lnTo>
                    <a:pt x="76581" y="53816"/>
                  </a:lnTo>
                  <a:lnTo>
                    <a:pt x="76581" y="36481"/>
                  </a:lnTo>
                  <a:close/>
                  <a:moveTo>
                    <a:pt x="52483" y="90297"/>
                  </a:moveTo>
                  <a:lnTo>
                    <a:pt x="207836" y="90297"/>
                  </a:lnTo>
                  <a:lnTo>
                    <a:pt x="207836" y="72962"/>
                  </a:lnTo>
                  <a:lnTo>
                    <a:pt x="52483" y="72962"/>
                  </a:lnTo>
                  <a:lnTo>
                    <a:pt x="52483" y="90297"/>
                  </a:lnTo>
                  <a:close/>
                  <a:moveTo>
                    <a:pt x="164402" y="109347"/>
                  </a:moveTo>
                  <a:lnTo>
                    <a:pt x="0" y="109347"/>
                  </a:lnTo>
                  <a:lnTo>
                    <a:pt x="0" y="126778"/>
                  </a:lnTo>
                  <a:lnTo>
                    <a:pt x="164402" y="126778"/>
                  </a:lnTo>
                  <a:lnTo>
                    <a:pt x="164402" y="109347"/>
                  </a:lnTo>
                  <a:close/>
                  <a:moveTo>
                    <a:pt x="220218" y="90297"/>
                  </a:moveTo>
                  <a:lnTo>
                    <a:pt x="357378" y="90297"/>
                  </a:lnTo>
                  <a:lnTo>
                    <a:pt x="357378" y="72962"/>
                  </a:lnTo>
                  <a:lnTo>
                    <a:pt x="220218" y="72962"/>
                  </a:lnTo>
                  <a:lnTo>
                    <a:pt x="220218" y="90297"/>
                  </a:lnTo>
                  <a:close/>
                  <a:moveTo>
                    <a:pt x="97441" y="53816"/>
                  </a:moveTo>
                  <a:lnTo>
                    <a:pt x="357474" y="53816"/>
                  </a:lnTo>
                  <a:lnTo>
                    <a:pt x="357474" y="36481"/>
                  </a:lnTo>
                  <a:lnTo>
                    <a:pt x="97441" y="36481"/>
                  </a:lnTo>
                  <a:lnTo>
                    <a:pt x="97441" y="53816"/>
                  </a:lnTo>
                  <a:close/>
                  <a:moveTo>
                    <a:pt x="305371" y="0"/>
                  </a:moveTo>
                  <a:lnTo>
                    <a:pt x="305371" y="17335"/>
                  </a:lnTo>
                  <a:lnTo>
                    <a:pt x="357378" y="17335"/>
                  </a:lnTo>
                  <a:lnTo>
                    <a:pt x="357378" y="0"/>
                  </a:lnTo>
                  <a:lnTo>
                    <a:pt x="305371" y="0"/>
                  </a:lnTo>
                  <a:close/>
                  <a:moveTo>
                    <a:pt x="315659" y="126778"/>
                  </a:moveTo>
                  <a:lnTo>
                    <a:pt x="357378" y="126778"/>
                  </a:lnTo>
                  <a:lnTo>
                    <a:pt x="357378" y="109347"/>
                  </a:lnTo>
                  <a:lnTo>
                    <a:pt x="315659" y="109347"/>
                  </a:lnTo>
                  <a:lnTo>
                    <a:pt x="315659" y="126778"/>
                  </a:lnTo>
                  <a:close/>
                  <a:moveTo>
                    <a:pt x="120396" y="163259"/>
                  </a:moveTo>
                  <a:lnTo>
                    <a:pt x="222981" y="163259"/>
                  </a:lnTo>
                  <a:lnTo>
                    <a:pt x="222981" y="145828"/>
                  </a:lnTo>
                  <a:lnTo>
                    <a:pt x="120396" y="145828"/>
                  </a:lnTo>
                  <a:lnTo>
                    <a:pt x="120396" y="163259"/>
                  </a:lnTo>
                  <a:close/>
                  <a:moveTo>
                    <a:pt x="235363" y="163259"/>
                  </a:moveTo>
                  <a:lnTo>
                    <a:pt x="313563" y="163259"/>
                  </a:lnTo>
                  <a:lnTo>
                    <a:pt x="313563" y="145828"/>
                  </a:lnTo>
                  <a:lnTo>
                    <a:pt x="235363" y="145828"/>
                  </a:lnTo>
                  <a:lnTo>
                    <a:pt x="235363" y="163259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86" name="Google Shape;2586;p89"/>
            <p:cNvSpPr/>
            <p:nvPr/>
          </p:nvSpPr>
          <p:spPr>
            <a:xfrm>
              <a:off x="7425594" y="1639728"/>
              <a:ext cx="353948" cy="180117"/>
            </a:xfrm>
            <a:custGeom>
              <a:rect b="b" l="l" r="r" t="t"/>
              <a:pathLst>
                <a:path extrusionOk="0" h="180117" w="353948">
                  <a:moveTo>
                    <a:pt x="0" y="0"/>
                  </a:moveTo>
                  <a:lnTo>
                    <a:pt x="353949" y="0"/>
                  </a:lnTo>
                  <a:lnTo>
                    <a:pt x="353949" y="180118"/>
                  </a:lnTo>
                  <a:lnTo>
                    <a:pt x="0" y="180118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587" name="Google Shape;2587;p89"/>
          <p:cNvGrpSpPr/>
          <p:nvPr/>
        </p:nvGrpSpPr>
        <p:grpSpPr>
          <a:xfrm flipH="1">
            <a:off x="96200" y="4469347"/>
            <a:ext cx="355444" cy="644072"/>
            <a:chOff x="1945386" y="5582316"/>
            <a:chExt cx="470725" cy="852963"/>
          </a:xfrm>
        </p:grpSpPr>
        <p:grpSp>
          <p:nvGrpSpPr>
            <p:cNvPr id="2588" name="Google Shape;2588;p89"/>
            <p:cNvGrpSpPr/>
            <p:nvPr/>
          </p:nvGrpSpPr>
          <p:grpSpPr>
            <a:xfrm>
              <a:off x="1945386" y="5582316"/>
              <a:ext cx="470725" cy="852963"/>
              <a:chOff x="1945386" y="5582316"/>
              <a:chExt cx="470725" cy="852963"/>
            </a:xfrm>
          </p:grpSpPr>
          <p:sp>
            <p:nvSpPr>
              <p:cNvPr id="2589" name="Google Shape;2589;p89"/>
              <p:cNvSpPr/>
              <p:nvPr/>
            </p:nvSpPr>
            <p:spPr>
              <a:xfrm>
                <a:off x="1945386" y="5582316"/>
                <a:ext cx="470725" cy="852963"/>
              </a:xfrm>
              <a:custGeom>
                <a:rect b="b" l="l" r="r" t="t"/>
                <a:pathLst>
                  <a:path extrusionOk="0" h="852963" w="470725">
                    <a:moveTo>
                      <a:pt x="435388" y="0"/>
                    </a:moveTo>
                    <a:cubicBezTo>
                      <a:pt x="454904" y="0"/>
                      <a:pt x="470726" y="15821"/>
                      <a:pt x="470726" y="35338"/>
                    </a:cubicBezTo>
                    <a:lnTo>
                      <a:pt x="470726" y="817626"/>
                    </a:lnTo>
                    <a:cubicBezTo>
                      <a:pt x="470726" y="837143"/>
                      <a:pt x="454904" y="852964"/>
                      <a:pt x="435388" y="852964"/>
                    </a:cubicBezTo>
                    <a:lnTo>
                      <a:pt x="35338" y="852964"/>
                    </a:lnTo>
                    <a:cubicBezTo>
                      <a:pt x="15821" y="852964"/>
                      <a:pt x="0" y="837143"/>
                      <a:pt x="0" y="817626"/>
                    </a:cubicBezTo>
                    <a:lnTo>
                      <a:pt x="0" y="35338"/>
                    </a:lnTo>
                    <a:cubicBezTo>
                      <a:pt x="0" y="15822"/>
                      <a:pt x="15821" y="0"/>
                      <a:pt x="35338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90" name="Google Shape;2590;p89"/>
              <p:cNvSpPr/>
              <p:nvPr/>
            </p:nvSpPr>
            <p:spPr>
              <a:xfrm>
                <a:off x="1965864" y="5625846"/>
                <a:ext cx="429577" cy="699420"/>
              </a:xfrm>
              <a:custGeom>
                <a:rect b="b" l="l" r="r" t="t"/>
                <a:pathLst>
                  <a:path extrusionOk="0" h="699420" w="429577">
                    <a:moveTo>
                      <a:pt x="0" y="0"/>
                    </a:moveTo>
                    <a:lnTo>
                      <a:pt x="429578" y="0"/>
                    </a:lnTo>
                    <a:lnTo>
                      <a:pt x="429578" y="699421"/>
                    </a:lnTo>
                    <a:lnTo>
                      <a:pt x="0" y="69942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591" name="Google Shape;2591;p89"/>
            <p:cNvSpPr/>
            <p:nvPr/>
          </p:nvSpPr>
          <p:spPr>
            <a:xfrm>
              <a:off x="1986438" y="6371462"/>
              <a:ext cx="388334" cy="32194"/>
            </a:xfrm>
            <a:custGeom>
              <a:rect b="b" l="l" r="r" t="t"/>
              <a:pathLst>
                <a:path extrusionOk="0" h="32194" w="388334">
                  <a:moveTo>
                    <a:pt x="88011" y="0"/>
                  </a:moveTo>
                  <a:lnTo>
                    <a:pt x="16097" y="0"/>
                  </a:lnTo>
                  <a:cubicBezTo>
                    <a:pt x="7239" y="0"/>
                    <a:pt x="0" y="7239"/>
                    <a:pt x="0" y="16097"/>
                  </a:cubicBezTo>
                  <a:cubicBezTo>
                    <a:pt x="0" y="24955"/>
                    <a:pt x="7239" y="32195"/>
                    <a:pt x="16097" y="32195"/>
                  </a:cubicBezTo>
                  <a:lnTo>
                    <a:pt x="88011" y="32195"/>
                  </a:lnTo>
                  <a:cubicBezTo>
                    <a:pt x="96869" y="32195"/>
                    <a:pt x="104108" y="24955"/>
                    <a:pt x="104108" y="16097"/>
                  </a:cubicBezTo>
                  <a:cubicBezTo>
                    <a:pt x="104108" y="7239"/>
                    <a:pt x="96869" y="0"/>
                    <a:pt x="88011" y="0"/>
                  </a:cubicBezTo>
                  <a:close/>
                  <a:moveTo>
                    <a:pt x="230124" y="0"/>
                  </a:moveTo>
                  <a:lnTo>
                    <a:pt x="158210" y="0"/>
                  </a:lnTo>
                  <a:cubicBezTo>
                    <a:pt x="149352" y="0"/>
                    <a:pt x="142113" y="7239"/>
                    <a:pt x="142113" y="16097"/>
                  </a:cubicBezTo>
                  <a:cubicBezTo>
                    <a:pt x="142113" y="24955"/>
                    <a:pt x="149352" y="32195"/>
                    <a:pt x="158210" y="32195"/>
                  </a:cubicBezTo>
                  <a:lnTo>
                    <a:pt x="230124" y="32195"/>
                  </a:lnTo>
                  <a:cubicBezTo>
                    <a:pt x="238982" y="32195"/>
                    <a:pt x="246221" y="24955"/>
                    <a:pt x="246221" y="16097"/>
                  </a:cubicBezTo>
                  <a:cubicBezTo>
                    <a:pt x="246221" y="7239"/>
                    <a:pt x="238982" y="0"/>
                    <a:pt x="230124" y="0"/>
                  </a:cubicBezTo>
                  <a:close/>
                  <a:moveTo>
                    <a:pt x="372237" y="0"/>
                  </a:moveTo>
                  <a:lnTo>
                    <a:pt x="300323" y="0"/>
                  </a:lnTo>
                  <a:cubicBezTo>
                    <a:pt x="291465" y="0"/>
                    <a:pt x="284226" y="7239"/>
                    <a:pt x="284226" y="16097"/>
                  </a:cubicBezTo>
                  <a:cubicBezTo>
                    <a:pt x="284226" y="24955"/>
                    <a:pt x="291465" y="32195"/>
                    <a:pt x="300323" y="32195"/>
                  </a:cubicBezTo>
                  <a:lnTo>
                    <a:pt x="372237" y="32195"/>
                  </a:lnTo>
                  <a:cubicBezTo>
                    <a:pt x="381095" y="32195"/>
                    <a:pt x="388334" y="24955"/>
                    <a:pt x="388334" y="16097"/>
                  </a:cubicBezTo>
                  <a:cubicBezTo>
                    <a:pt x="388334" y="7239"/>
                    <a:pt x="381095" y="0"/>
                    <a:pt x="37223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592" name="Google Shape;2592;p89"/>
          <p:cNvGrpSpPr/>
          <p:nvPr/>
        </p:nvGrpSpPr>
        <p:grpSpPr>
          <a:xfrm>
            <a:off x="7975988" y="116167"/>
            <a:ext cx="1061979" cy="558999"/>
            <a:chOff x="3859815" y="2867310"/>
            <a:chExt cx="1262157" cy="664368"/>
          </a:xfrm>
        </p:grpSpPr>
        <p:sp>
          <p:nvSpPr>
            <p:cNvPr id="2593" name="Google Shape;2593;p89"/>
            <p:cNvSpPr/>
            <p:nvPr/>
          </p:nvSpPr>
          <p:spPr>
            <a:xfrm>
              <a:off x="3859815" y="2867310"/>
              <a:ext cx="1262157" cy="664368"/>
            </a:xfrm>
            <a:custGeom>
              <a:rect b="b" l="l" r="r" t="t"/>
              <a:pathLst>
                <a:path extrusionOk="0" h="664368" w="1262157">
                  <a:moveTo>
                    <a:pt x="1102233" y="344424"/>
                  </a:moveTo>
                  <a:cubicBezTo>
                    <a:pt x="1090231" y="344424"/>
                    <a:pt x="1078611" y="345757"/>
                    <a:pt x="1067372" y="348234"/>
                  </a:cubicBezTo>
                  <a:cubicBezTo>
                    <a:pt x="1048131" y="223838"/>
                    <a:pt x="945166" y="127159"/>
                    <a:pt x="817816" y="117348"/>
                  </a:cubicBezTo>
                  <a:cubicBezTo>
                    <a:pt x="756856" y="45625"/>
                    <a:pt x="666083" y="0"/>
                    <a:pt x="564547" y="0"/>
                  </a:cubicBezTo>
                  <a:cubicBezTo>
                    <a:pt x="398526" y="0"/>
                    <a:pt x="260890" y="121825"/>
                    <a:pt x="236220" y="280988"/>
                  </a:cubicBezTo>
                  <a:cubicBezTo>
                    <a:pt x="222599" y="277939"/>
                    <a:pt x="208502" y="276320"/>
                    <a:pt x="194024" y="276320"/>
                  </a:cubicBezTo>
                  <a:cubicBezTo>
                    <a:pt x="86868" y="276320"/>
                    <a:pt x="0" y="363188"/>
                    <a:pt x="0" y="470345"/>
                  </a:cubicBezTo>
                  <a:cubicBezTo>
                    <a:pt x="0" y="577501"/>
                    <a:pt x="86868" y="664369"/>
                    <a:pt x="194024" y="664369"/>
                  </a:cubicBezTo>
                  <a:lnTo>
                    <a:pt x="1102138" y="664369"/>
                  </a:lnTo>
                  <a:cubicBezTo>
                    <a:pt x="1190530" y="664369"/>
                    <a:pt x="1262158" y="592741"/>
                    <a:pt x="1262158" y="504349"/>
                  </a:cubicBezTo>
                  <a:cubicBezTo>
                    <a:pt x="1262158" y="415957"/>
                    <a:pt x="1190530" y="344329"/>
                    <a:pt x="1102138" y="344329"/>
                  </a:cubicBezTo>
                  <a:close/>
                </a:path>
              </a:pathLst>
            </a:custGeom>
            <a:solidFill>
              <a:srgbClr val="42444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594" name="Google Shape;2594;p89"/>
            <p:cNvGrpSpPr/>
            <p:nvPr/>
          </p:nvGrpSpPr>
          <p:grpSpPr>
            <a:xfrm>
              <a:off x="4275677" y="3065525"/>
              <a:ext cx="334517" cy="380047"/>
              <a:chOff x="4275677" y="3065525"/>
              <a:chExt cx="334517" cy="380047"/>
            </a:xfrm>
          </p:grpSpPr>
          <p:grpSp>
            <p:nvGrpSpPr>
              <p:cNvPr id="2595" name="Google Shape;2595;p89"/>
              <p:cNvGrpSpPr/>
              <p:nvPr/>
            </p:nvGrpSpPr>
            <p:grpSpPr>
              <a:xfrm>
                <a:off x="4275677" y="3065525"/>
                <a:ext cx="334517" cy="380047"/>
                <a:chOff x="4275677" y="3065525"/>
                <a:chExt cx="334517" cy="380047"/>
              </a:xfrm>
            </p:grpSpPr>
            <p:grpSp>
              <p:nvGrpSpPr>
                <p:cNvPr id="2596" name="Google Shape;2596;p89"/>
                <p:cNvGrpSpPr/>
                <p:nvPr/>
              </p:nvGrpSpPr>
              <p:grpSpPr>
                <a:xfrm>
                  <a:off x="4275677" y="3301269"/>
                  <a:ext cx="334422" cy="144303"/>
                  <a:chOff x="4275677" y="3301269"/>
                  <a:chExt cx="334422" cy="144303"/>
                </a:xfrm>
              </p:grpSpPr>
              <p:sp>
                <p:nvSpPr>
                  <p:cNvPr id="2597" name="Google Shape;2597;p89"/>
                  <p:cNvSpPr/>
                  <p:nvPr/>
                </p:nvSpPr>
                <p:spPr>
                  <a:xfrm>
                    <a:off x="4275677" y="3331654"/>
                    <a:ext cx="334422" cy="113918"/>
                  </a:xfrm>
                  <a:custGeom>
                    <a:rect b="b" l="l" r="r" t="t"/>
                    <a:pathLst>
                      <a:path extrusionOk="0" h="113918" w="334422">
                        <a:moveTo>
                          <a:pt x="95" y="0"/>
                        </a:moveTo>
                        <a:lnTo>
                          <a:pt x="95" y="83534"/>
                        </a:lnTo>
                        <a:cubicBezTo>
                          <a:pt x="95" y="100298"/>
                          <a:pt x="74962" y="113919"/>
                          <a:pt x="167259" y="113919"/>
                        </a:cubicBezTo>
                        <a:cubicBezTo>
                          <a:pt x="259556" y="113919"/>
                          <a:pt x="334423" y="100298"/>
                          <a:pt x="334423" y="83534"/>
                        </a:cubicBezTo>
                        <a:lnTo>
                          <a:pt x="334423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CFD3D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598" name="Google Shape;2598;p89"/>
                  <p:cNvSpPr/>
                  <p:nvPr/>
                </p:nvSpPr>
                <p:spPr>
                  <a:xfrm>
                    <a:off x="4275772" y="3301269"/>
                    <a:ext cx="334327" cy="60769"/>
                  </a:xfrm>
                  <a:custGeom>
                    <a:rect b="b" l="l" r="r" t="t"/>
                    <a:pathLst>
                      <a:path extrusionOk="0" h="60769" w="334327">
                        <a:moveTo>
                          <a:pt x="334328" y="30385"/>
                        </a:moveTo>
                        <a:cubicBezTo>
                          <a:pt x="334328" y="47166"/>
                          <a:pt x="259486" y="60770"/>
                          <a:pt x="167164" y="60770"/>
                        </a:cubicBezTo>
                        <a:cubicBezTo>
                          <a:pt x="74842" y="60770"/>
                          <a:pt x="0" y="47166"/>
                          <a:pt x="0" y="30385"/>
                        </a:cubicBezTo>
                        <a:cubicBezTo>
                          <a:pt x="0" y="13604"/>
                          <a:pt x="74842" y="0"/>
                          <a:pt x="167164" y="0"/>
                        </a:cubicBezTo>
                        <a:cubicBezTo>
                          <a:pt x="259486" y="0"/>
                          <a:pt x="334328" y="13604"/>
                          <a:pt x="334328" y="30385"/>
                        </a:cubicBezTo>
                        <a:close/>
                      </a:path>
                    </a:pathLst>
                  </a:custGeom>
                  <a:solidFill>
                    <a:srgbClr val="E6EAF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2599" name="Google Shape;2599;p89"/>
                <p:cNvGrpSpPr/>
                <p:nvPr/>
              </p:nvGrpSpPr>
              <p:grpSpPr>
                <a:xfrm>
                  <a:off x="4275677" y="3183350"/>
                  <a:ext cx="334422" cy="144302"/>
                  <a:chOff x="4275677" y="3183350"/>
                  <a:chExt cx="334422" cy="144302"/>
                </a:xfrm>
              </p:grpSpPr>
              <p:sp>
                <p:nvSpPr>
                  <p:cNvPr id="2600" name="Google Shape;2600;p89"/>
                  <p:cNvSpPr/>
                  <p:nvPr/>
                </p:nvSpPr>
                <p:spPr>
                  <a:xfrm>
                    <a:off x="4275677" y="3213734"/>
                    <a:ext cx="334422" cy="113918"/>
                  </a:xfrm>
                  <a:custGeom>
                    <a:rect b="b" l="l" r="r" t="t"/>
                    <a:pathLst>
                      <a:path extrusionOk="0" h="113918" w="334422">
                        <a:moveTo>
                          <a:pt x="95" y="0"/>
                        </a:moveTo>
                        <a:lnTo>
                          <a:pt x="95" y="83534"/>
                        </a:lnTo>
                        <a:cubicBezTo>
                          <a:pt x="95" y="100298"/>
                          <a:pt x="74962" y="113919"/>
                          <a:pt x="167259" y="113919"/>
                        </a:cubicBezTo>
                        <a:cubicBezTo>
                          <a:pt x="259556" y="113919"/>
                          <a:pt x="334423" y="100298"/>
                          <a:pt x="334423" y="83534"/>
                        </a:cubicBezTo>
                        <a:lnTo>
                          <a:pt x="334423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CFD3D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601" name="Google Shape;2601;p89"/>
                  <p:cNvSpPr/>
                  <p:nvPr/>
                </p:nvSpPr>
                <p:spPr>
                  <a:xfrm>
                    <a:off x="4275772" y="3183350"/>
                    <a:ext cx="334327" cy="60769"/>
                  </a:xfrm>
                  <a:custGeom>
                    <a:rect b="b" l="l" r="r" t="t"/>
                    <a:pathLst>
                      <a:path extrusionOk="0" h="60769" w="334327">
                        <a:moveTo>
                          <a:pt x="334328" y="30385"/>
                        </a:moveTo>
                        <a:cubicBezTo>
                          <a:pt x="334328" y="47166"/>
                          <a:pt x="259486" y="60769"/>
                          <a:pt x="167164" y="60769"/>
                        </a:cubicBezTo>
                        <a:cubicBezTo>
                          <a:pt x="74842" y="60769"/>
                          <a:pt x="0" y="47166"/>
                          <a:pt x="0" y="30385"/>
                        </a:cubicBezTo>
                        <a:cubicBezTo>
                          <a:pt x="0" y="13604"/>
                          <a:pt x="74842" y="0"/>
                          <a:pt x="167164" y="0"/>
                        </a:cubicBezTo>
                        <a:cubicBezTo>
                          <a:pt x="259486" y="0"/>
                          <a:pt x="334328" y="13604"/>
                          <a:pt x="334328" y="30385"/>
                        </a:cubicBezTo>
                        <a:close/>
                      </a:path>
                    </a:pathLst>
                  </a:custGeom>
                  <a:solidFill>
                    <a:srgbClr val="E6EAF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2602" name="Google Shape;2602;p89"/>
                <p:cNvGrpSpPr/>
                <p:nvPr/>
              </p:nvGrpSpPr>
              <p:grpSpPr>
                <a:xfrm>
                  <a:off x="4275677" y="3065525"/>
                  <a:ext cx="334517" cy="144303"/>
                  <a:chOff x="4275677" y="3065525"/>
                  <a:chExt cx="334517" cy="144303"/>
                </a:xfrm>
              </p:grpSpPr>
              <p:sp>
                <p:nvSpPr>
                  <p:cNvPr id="2603" name="Google Shape;2603;p89"/>
                  <p:cNvSpPr/>
                  <p:nvPr/>
                </p:nvSpPr>
                <p:spPr>
                  <a:xfrm>
                    <a:off x="4275677" y="3095910"/>
                    <a:ext cx="334422" cy="113918"/>
                  </a:xfrm>
                  <a:custGeom>
                    <a:rect b="b" l="l" r="r" t="t"/>
                    <a:pathLst>
                      <a:path extrusionOk="0" h="113918" w="334422">
                        <a:moveTo>
                          <a:pt x="95" y="0"/>
                        </a:moveTo>
                        <a:lnTo>
                          <a:pt x="95" y="83534"/>
                        </a:lnTo>
                        <a:cubicBezTo>
                          <a:pt x="95" y="100298"/>
                          <a:pt x="74962" y="113919"/>
                          <a:pt x="167259" y="113919"/>
                        </a:cubicBezTo>
                        <a:cubicBezTo>
                          <a:pt x="259556" y="113919"/>
                          <a:pt x="334423" y="100298"/>
                          <a:pt x="334423" y="83534"/>
                        </a:cubicBezTo>
                        <a:lnTo>
                          <a:pt x="334423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CFD3D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604" name="Google Shape;2604;p89"/>
                  <p:cNvSpPr/>
                  <p:nvPr/>
                </p:nvSpPr>
                <p:spPr>
                  <a:xfrm>
                    <a:off x="4275867" y="3065525"/>
                    <a:ext cx="334327" cy="60769"/>
                  </a:xfrm>
                  <a:custGeom>
                    <a:rect b="b" l="l" r="r" t="t"/>
                    <a:pathLst>
                      <a:path extrusionOk="0" h="60769" w="334327">
                        <a:moveTo>
                          <a:pt x="334328" y="30385"/>
                        </a:moveTo>
                        <a:cubicBezTo>
                          <a:pt x="334328" y="47149"/>
                          <a:pt x="259461" y="60770"/>
                          <a:pt x="167164" y="60770"/>
                        </a:cubicBezTo>
                        <a:cubicBezTo>
                          <a:pt x="74866" y="60770"/>
                          <a:pt x="0" y="47149"/>
                          <a:pt x="0" y="30385"/>
                        </a:cubicBezTo>
                        <a:cubicBezTo>
                          <a:pt x="0" y="13621"/>
                          <a:pt x="74866" y="0"/>
                          <a:pt x="167164" y="0"/>
                        </a:cubicBezTo>
                        <a:cubicBezTo>
                          <a:pt x="259461" y="0"/>
                          <a:pt x="334328" y="13621"/>
                          <a:pt x="334328" y="30385"/>
                        </a:cubicBezTo>
                        <a:close/>
                      </a:path>
                    </a:pathLst>
                  </a:custGeom>
                  <a:solidFill>
                    <a:srgbClr val="E6EAF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2605" name="Google Shape;2605;p89"/>
              <p:cNvSpPr/>
              <p:nvPr/>
            </p:nvSpPr>
            <p:spPr>
              <a:xfrm>
                <a:off x="4529994" y="3140487"/>
                <a:ext cx="38100" cy="38100"/>
              </a:xfrm>
              <a:custGeom>
                <a:rect b="b" l="l" r="r" t="t"/>
                <a:pathLst>
                  <a:path extrusionOk="0" h="38100" w="38100">
                    <a:moveTo>
                      <a:pt x="38100" y="19050"/>
                    </a:moveTo>
                    <a:cubicBezTo>
                      <a:pt x="38100" y="29623"/>
                      <a:pt x="29528" y="38100"/>
                      <a:pt x="19050" y="38100"/>
                    </a:cubicBezTo>
                    <a:cubicBezTo>
                      <a:pt x="8572" y="38100"/>
                      <a:pt x="0" y="29528"/>
                      <a:pt x="0" y="19050"/>
                    </a:cubicBezTo>
                    <a:cubicBezTo>
                      <a:pt x="0" y="8572"/>
                      <a:pt x="8572" y="0"/>
                      <a:pt x="19050" y="0"/>
                    </a:cubicBezTo>
                    <a:cubicBezTo>
                      <a:pt x="29528" y="0"/>
                      <a:pt x="38100" y="8572"/>
                      <a:pt x="38100" y="19050"/>
                    </a:cubicBezTo>
                    <a:close/>
                  </a:path>
                </a:pathLst>
              </a:custGeom>
              <a:solidFill>
                <a:srgbClr val="55C0E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06" name="Google Shape;2606;p89"/>
              <p:cNvSpPr/>
              <p:nvPr/>
            </p:nvSpPr>
            <p:spPr>
              <a:xfrm>
                <a:off x="4529994" y="3256216"/>
                <a:ext cx="38100" cy="38100"/>
              </a:xfrm>
              <a:custGeom>
                <a:rect b="b" l="l" r="r" t="t"/>
                <a:pathLst>
                  <a:path extrusionOk="0" h="38100" w="38100">
                    <a:moveTo>
                      <a:pt x="38100" y="19050"/>
                    </a:moveTo>
                    <a:cubicBezTo>
                      <a:pt x="38100" y="29623"/>
                      <a:pt x="29528" y="38100"/>
                      <a:pt x="19050" y="38100"/>
                    </a:cubicBezTo>
                    <a:cubicBezTo>
                      <a:pt x="8572" y="38100"/>
                      <a:pt x="0" y="29528"/>
                      <a:pt x="0" y="19050"/>
                    </a:cubicBezTo>
                    <a:cubicBezTo>
                      <a:pt x="0" y="8573"/>
                      <a:pt x="8572" y="0"/>
                      <a:pt x="19050" y="0"/>
                    </a:cubicBezTo>
                    <a:cubicBezTo>
                      <a:pt x="29528" y="0"/>
                      <a:pt x="38100" y="8573"/>
                      <a:pt x="38100" y="19050"/>
                    </a:cubicBezTo>
                    <a:close/>
                  </a:path>
                </a:pathLst>
              </a:custGeom>
              <a:solidFill>
                <a:srgbClr val="E6EAF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07" name="Google Shape;2607;p89"/>
              <p:cNvSpPr/>
              <p:nvPr/>
            </p:nvSpPr>
            <p:spPr>
              <a:xfrm>
                <a:off x="4529994" y="3377088"/>
                <a:ext cx="38100" cy="38100"/>
              </a:xfrm>
              <a:custGeom>
                <a:rect b="b" l="l" r="r" t="t"/>
                <a:pathLst>
                  <a:path extrusionOk="0" h="38100" w="38100">
                    <a:moveTo>
                      <a:pt x="38100" y="19050"/>
                    </a:moveTo>
                    <a:cubicBezTo>
                      <a:pt x="38100" y="29623"/>
                      <a:pt x="29528" y="38100"/>
                      <a:pt x="19050" y="38100"/>
                    </a:cubicBezTo>
                    <a:cubicBezTo>
                      <a:pt x="8572" y="38100"/>
                      <a:pt x="0" y="29528"/>
                      <a:pt x="0" y="19050"/>
                    </a:cubicBezTo>
                    <a:cubicBezTo>
                      <a:pt x="0" y="8573"/>
                      <a:pt x="8572" y="0"/>
                      <a:pt x="19050" y="0"/>
                    </a:cubicBezTo>
                    <a:cubicBezTo>
                      <a:pt x="29528" y="0"/>
                      <a:pt x="38100" y="8573"/>
                      <a:pt x="38100" y="19050"/>
                    </a:cubicBezTo>
                    <a:close/>
                  </a:path>
                </a:pathLst>
              </a:custGeom>
              <a:solidFill>
                <a:srgbClr val="E6EAF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608" name="Google Shape;2608;p89"/>
          <p:cNvGrpSpPr/>
          <p:nvPr/>
        </p:nvGrpSpPr>
        <p:grpSpPr>
          <a:xfrm flipH="1" rot="5400000">
            <a:off x="557972" y="4696603"/>
            <a:ext cx="16329" cy="218290"/>
            <a:chOff x="10809827" y="4402455"/>
            <a:chExt cx="24764" cy="330993"/>
          </a:xfrm>
        </p:grpSpPr>
        <p:sp>
          <p:nvSpPr>
            <p:cNvPr id="2609" name="Google Shape;2609;p89"/>
            <p:cNvSpPr/>
            <p:nvPr/>
          </p:nvSpPr>
          <p:spPr>
            <a:xfrm>
              <a:off x="10822209" y="4414266"/>
              <a:ext cx="9525" cy="307467"/>
            </a:xfrm>
            <a:custGeom>
              <a:rect b="b" l="l" r="r" t="t"/>
              <a:pathLst>
                <a:path extrusionOk="0" h="307467" w="9525">
                  <a:moveTo>
                    <a:pt x="-1" y="307467"/>
                  </a:moveTo>
                  <a:lnTo>
                    <a:pt x="-1" y="0"/>
                  </a:lnTo>
                </a:path>
              </a:pathLst>
            </a:custGeom>
            <a:solidFill>
              <a:schemeClr val="accent4"/>
            </a:solidFill>
            <a:ln cap="flat" cmpd="sng" w="10950">
              <a:solidFill>
                <a:schemeClr val="accent4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10" name="Google Shape;2610;p89"/>
            <p:cNvSpPr/>
            <p:nvPr/>
          </p:nvSpPr>
          <p:spPr>
            <a:xfrm>
              <a:off x="10809827" y="4708683"/>
              <a:ext cx="24764" cy="24765"/>
            </a:xfrm>
            <a:custGeom>
              <a:rect b="b" l="l" r="r" t="t"/>
              <a:pathLst>
                <a:path extrusionOk="0" h="24765" w="24764">
                  <a:moveTo>
                    <a:pt x="24765" y="12382"/>
                  </a:moveTo>
                  <a:cubicBezTo>
                    <a:pt x="24765" y="19240"/>
                    <a:pt x="19241" y="24765"/>
                    <a:pt x="12382" y="24765"/>
                  </a:cubicBezTo>
                  <a:cubicBezTo>
                    <a:pt x="5524" y="24765"/>
                    <a:pt x="0" y="19240"/>
                    <a:pt x="0" y="12382"/>
                  </a:cubicBezTo>
                  <a:cubicBezTo>
                    <a:pt x="0" y="5524"/>
                    <a:pt x="5524" y="0"/>
                    <a:pt x="12382" y="0"/>
                  </a:cubicBezTo>
                  <a:cubicBezTo>
                    <a:pt x="19241" y="0"/>
                    <a:pt x="24765" y="5524"/>
                    <a:pt x="24765" y="12382"/>
                  </a:cubicBezTo>
                  <a:close/>
                </a:path>
              </a:pathLst>
            </a:cu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11" name="Google Shape;2611;p89"/>
            <p:cNvSpPr/>
            <p:nvPr/>
          </p:nvSpPr>
          <p:spPr>
            <a:xfrm>
              <a:off x="10809827" y="4402455"/>
              <a:ext cx="24764" cy="24764"/>
            </a:xfrm>
            <a:custGeom>
              <a:rect b="b" l="l" r="r" t="t"/>
              <a:pathLst>
                <a:path extrusionOk="0" h="24764" w="24764">
                  <a:moveTo>
                    <a:pt x="24765" y="12382"/>
                  </a:moveTo>
                  <a:cubicBezTo>
                    <a:pt x="24765" y="5524"/>
                    <a:pt x="19241" y="0"/>
                    <a:pt x="12382" y="0"/>
                  </a:cubicBezTo>
                  <a:cubicBezTo>
                    <a:pt x="5524" y="0"/>
                    <a:pt x="0" y="5524"/>
                    <a:pt x="0" y="12382"/>
                  </a:cubicBezTo>
                  <a:cubicBezTo>
                    <a:pt x="0" y="19240"/>
                    <a:pt x="5524" y="24765"/>
                    <a:pt x="12382" y="24765"/>
                  </a:cubicBezTo>
                  <a:cubicBezTo>
                    <a:pt x="19241" y="24765"/>
                    <a:pt x="24765" y="19240"/>
                    <a:pt x="24765" y="12382"/>
                  </a:cubicBezTo>
                  <a:close/>
                </a:path>
              </a:pathLst>
            </a:cu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612" name="Google Shape;2612;p89"/>
          <p:cNvSpPr/>
          <p:nvPr/>
        </p:nvSpPr>
        <p:spPr>
          <a:xfrm rot="-532595">
            <a:off x="7984139" y="4422751"/>
            <a:ext cx="1661199" cy="1343241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3" name="Google Shape;2613;p89"/>
          <p:cNvSpPr/>
          <p:nvPr/>
        </p:nvSpPr>
        <p:spPr>
          <a:xfrm flipH="1" rot="-5145822">
            <a:off x="-1235221" y="72085"/>
            <a:ext cx="2404292" cy="1318592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6">
    <p:spTree>
      <p:nvGrpSpPr>
        <p:cNvPr id="2614" name="Shape 2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5" name="Google Shape;2615;p90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616" name="Google Shape;2616;p90"/>
          <p:cNvSpPr txBox="1"/>
          <p:nvPr>
            <p:ph idx="1" type="subTitle"/>
          </p:nvPr>
        </p:nvSpPr>
        <p:spPr>
          <a:xfrm>
            <a:off x="937625" y="2579823"/>
            <a:ext cx="2175300" cy="150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617" name="Google Shape;2617;p90"/>
          <p:cNvSpPr txBox="1"/>
          <p:nvPr>
            <p:ph idx="2" type="subTitle"/>
          </p:nvPr>
        </p:nvSpPr>
        <p:spPr>
          <a:xfrm>
            <a:off x="3484347" y="2579823"/>
            <a:ext cx="2175300" cy="150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618" name="Google Shape;2618;p90"/>
          <p:cNvSpPr txBox="1"/>
          <p:nvPr>
            <p:ph idx="3" type="subTitle"/>
          </p:nvPr>
        </p:nvSpPr>
        <p:spPr>
          <a:xfrm>
            <a:off x="6031075" y="2579823"/>
            <a:ext cx="2175300" cy="150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619" name="Google Shape;2619;p90"/>
          <p:cNvSpPr txBox="1"/>
          <p:nvPr>
            <p:ph idx="4" type="subTitle"/>
          </p:nvPr>
        </p:nvSpPr>
        <p:spPr>
          <a:xfrm>
            <a:off x="937625" y="1775401"/>
            <a:ext cx="2175300" cy="55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8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620" name="Google Shape;2620;p90"/>
          <p:cNvSpPr txBox="1"/>
          <p:nvPr>
            <p:ph idx="5" type="subTitle"/>
          </p:nvPr>
        </p:nvSpPr>
        <p:spPr>
          <a:xfrm>
            <a:off x="3484350" y="1775401"/>
            <a:ext cx="2175300" cy="55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8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621" name="Google Shape;2621;p90"/>
          <p:cNvSpPr txBox="1"/>
          <p:nvPr>
            <p:ph idx="6" type="subTitle"/>
          </p:nvPr>
        </p:nvSpPr>
        <p:spPr>
          <a:xfrm>
            <a:off x="6031075" y="1775401"/>
            <a:ext cx="2175300" cy="55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8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622" name="Google Shape;2622;p90"/>
          <p:cNvSpPr/>
          <p:nvPr/>
        </p:nvSpPr>
        <p:spPr>
          <a:xfrm flipH="1" rot="8800738">
            <a:off x="7902412" y="4181666"/>
            <a:ext cx="1680262" cy="1358589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3" name="Google Shape;2623;p90"/>
          <p:cNvSpPr/>
          <p:nvPr/>
        </p:nvSpPr>
        <p:spPr>
          <a:xfrm flipH="1" rot="-8942362">
            <a:off x="-983149" y="4040244"/>
            <a:ext cx="2474148" cy="2000589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4" name="Google Shape;2624;p90"/>
          <p:cNvSpPr/>
          <p:nvPr/>
        </p:nvSpPr>
        <p:spPr>
          <a:xfrm flipH="1" rot="1554271">
            <a:off x="7563507" y="-664049"/>
            <a:ext cx="2112334" cy="2002574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5" name="Google Shape;2625;p90"/>
          <p:cNvSpPr/>
          <p:nvPr/>
        </p:nvSpPr>
        <p:spPr>
          <a:xfrm>
            <a:off x="62825" y="1725386"/>
            <a:ext cx="606206" cy="37384"/>
          </a:xfrm>
          <a:custGeom>
            <a:rect b="b" l="l" r="r" t="t"/>
            <a:pathLst>
              <a:path extrusionOk="0" h="50863" w="824770">
                <a:moveTo>
                  <a:pt x="799338" y="50863"/>
                </a:moveTo>
                <a:lnTo>
                  <a:pt x="25432" y="50863"/>
                </a:lnTo>
                <a:cubicBezTo>
                  <a:pt x="11430" y="50863"/>
                  <a:pt x="0" y="39433"/>
                  <a:pt x="0" y="25432"/>
                </a:cubicBezTo>
                <a:lnTo>
                  <a:pt x="0" y="25432"/>
                </a:lnTo>
                <a:cubicBezTo>
                  <a:pt x="0" y="11430"/>
                  <a:pt x="11430" y="0"/>
                  <a:pt x="25432" y="0"/>
                </a:cubicBezTo>
                <a:lnTo>
                  <a:pt x="799338" y="0"/>
                </a:lnTo>
                <a:cubicBezTo>
                  <a:pt x="813339" y="0"/>
                  <a:pt x="824770" y="11430"/>
                  <a:pt x="824770" y="25432"/>
                </a:cubicBezTo>
                <a:lnTo>
                  <a:pt x="824770" y="25432"/>
                </a:lnTo>
                <a:cubicBezTo>
                  <a:pt x="824770" y="39433"/>
                  <a:pt x="813339" y="50863"/>
                  <a:pt x="799338" y="50863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626" name="Google Shape;2626;p90"/>
          <p:cNvGrpSpPr/>
          <p:nvPr/>
        </p:nvGrpSpPr>
        <p:grpSpPr>
          <a:xfrm>
            <a:off x="96399" y="951293"/>
            <a:ext cx="552408" cy="792759"/>
            <a:chOff x="10519314" y="4728596"/>
            <a:chExt cx="751780" cy="1078731"/>
          </a:xfrm>
        </p:grpSpPr>
        <p:grpSp>
          <p:nvGrpSpPr>
            <p:cNvPr id="2627" name="Google Shape;2627;p90"/>
            <p:cNvGrpSpPr/>
            <p:nvPr/>
          </p:nvGrpSpPr>
          <p:grpSpPr>
            <a:xfrm>
              <a:off x="10519314" y="4728596"/>
              <a:ext cx="626662" cy="1078731"/>
              <a:chOff x="10519314" y="4728596"/>
              <a:chExt cx="626662" cy="1078731"/>
            </a:xfrm>
          </p:grpSpPr>
          <p:grpSp>
            <p:nvGrpSpPr>
              <p:cNvPr id="2628" name="Google Shape;2628;p90"/>
              <p:cNvGrpSpPr/>
              <p:nvPr/>
            </p:nvGrpSpPr>
            <p:grpSpPr>
              <a:xfrm>
                <a:off x="10903220" y="4888205"/>
                <a:ext cx="242756" cy="919122"/>
                <a:chOff x="10903220" y="4888205"/>
                <a:chExt cx="242756" cy="919122"/>
              </a:xfrm>
            </p:grpSpPr>
            <p:sp>
              <p:nvSpPr>
                <p:cNvPr id="2629" name="Google Shape;2629;p90"/>
                <p:cNvSpPr/>
                <p:nvPr/>
              </p:nvSpPr>
              <p:spPr>
                <a:xfrm rot="-447735">
                  <a:off x="10961814" y="4892503"/>
                  <a:ext cx="125567" cy="910526"/>
                </a:xfrm>
                <a:custGeom>
                  <a:rect b="b" l="l" r="r" t="t"/>
                  <a:pathLst>
                    <a:path extrusionOk="0" h="909637" w="125444">
                      <a:moveTo>
                        <a:pt x="0" y="0"/>
                      </a:moveTo>
                      <a:lnTo>
                        <a:pt x="125445" y="0"/>
                      </a:lnTo>
                      <a:lnTo>
                        <a:pt x="125445" y="909637"/>
                      </a:lnTo>
                      <a:lnTo>
                        <a:pt x="0" y="909637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630" name="Google Shape;2630;p90"/>
                <p:cNvSpPr/>
                <p:nvPr/>
              </p:nvSpPr>
              <p:spPr>
                <a:xfrm>
                  <a:off x="10952422" y="4933194"/>
                  <a:ext cx="42088" cy="42088"/>
                </a:xfrm>
                <a:custGeom>
                  <a:rect b="b" l="l" r="r" t="t"/>
                  <a:pathLst>
                    <a:path extrusionOk="0" h="42088" w="42088">
                      <a:moveTo>
                        <a:pt x="41904" y="18282"/>
                      </a:moveTo>
                      <a:cubicBezTo>
                        <a:pt x="43428" y="29807"/>
                        <a:pt x="35331" y="40380"/>
                        <a:pt x="23806" y="41904"/>
                      </a:cubicBezTo>
                      <a:cubicBezTo>
                        <a:pt x="12281" y="43428"/>
                        <a:pt x="1709" y="35332"/>
                        <a:pt x="184" y="23806"/>
                      </a:cubicBezTo>
                      <a:cubicBezTo>
                        <a:pt x="-1340" y="12281"/>
                        <a:pt x="6756" y="1708"/>
                        <a:pt x="18282" y="184"/>
                      </a:cubicBezTo>
                      <a:cubicBezTo>
                        <a:pt x="29807" y="-1340"/>
                        <a:pt x="40380" y="6757"/>
                        <a:pt x="41904" y="18282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631" name="Google Shape;2631;p90"/>
                <p:cNvSpPr/>
                <p:nvPr/>
              </p:nvSpPr>
              <p:spPr>
                <a:xfrm>
                  <a:off x="10961186" y="5000250"/>
                  <a:ext cx="42087" cy="42087"/>
                </a:xfrm>
                <a:custGeom>
                  <a:rect b="b" l="l" r="r" t="t"/>
                  <a:pathLst>
                    <a:path extrusionOk="0" h="42087" w="42087">
                      <a:moveTo>
                        <a:pt x="41904" y="18282"/>
                      </a:moveTo>
                      <a:cubicBezTo>
                        <a:pt x="43427" y="29807"/>
                        <a:pt x="35331" y="40380"/>
                        <a:pt x="23806" y="41904"/>
                      </a:cubicBezTo>
                      <a:cubicBezTo>
                        <a:pt x="12280" y="43428"/>
                        <a:pt x="1708" y="35332"/>
                        <a:pt x="184" y="23806"/>
                      </a:cubicBezTo>
                      <a:cubicBezTo>
                        <a:pt x="-1340" y="12281"/>
                        <a:pt x="6756" y="1708"/>
                        <a:pt x="18281" y="184"/>
                      </a:cubicBezTo>
                      <a:cubicBezTo>
                        <a:pt x="29807" y="-1340"/>
                        <a:pt x="40380" y="6757"/>
                        <a:pt x="41904" y="18282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2632" name="Google Shape;2632;p90"/>
                <p:cNvGrpSpPr/>
                <p:nvPr/>
              </p:nvGrpSpPr>
              <p:grpSpPr>
                <a:xfrm>
                  <a:off x="11014221" y="5588618"/>
                  <a:ext cx="100021" cy="114784"/>
                  <a:chOff x="11014221" y="5588618"/>
                  <a:chExt cx="100021" cy="114784"/>
                </a:xfrm>
              </p:grpSpPr>
              <p:sp>
                <p:nvSpPr>
                  <p:cNvPr id="2633" name="Google Shape;2633;p90"/>
                  <p:cNvSpPr/>
                  <p:nvPr/>
                </p:nvSpPr>
                <p:spPr>
                  <a:xfrm rot="-447735">
                    <a:off x="11014826" y="5594269"/>
                    <a:ext cx="88001" cy="15064"/>
                  </a:xfrm>
                  <a:custGeom>
                    <a:rect b="b" l="l" r="r" t="t"/>
                    <a:pathLst>
                      <a:path extrusionOk="0" h="15049" w="87915">
                        <a:moveTo>
                          <a:pt x="0" y="0"/>
                        </a:moveTo>
                        <a:lnTo>
                          <a:pt x="87916" y="0"/>
                        </a:lnTo>
                        <a:lnTo>
                          <a:pt x="87916" y="15049"/>
                        </a:lnTo>
                        <a:lnTo>
                          <a:pt x="0" y="15049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634" name="Google Shape;2634;p90"/>
                  <p:cNvSpPr/>
                  <p:nvPr/>
                </p:nvSpPr>
                <p:spPr>
                  <a:xfrm rot="-447735">
                    <a:off x="11018646" y="5623150"/>
                    <a:ext cx="88001" cy="15064"/>
                  </a:xfrm>
                  <a:custGeom>
                    <a:rect b="b" l="l" r="r" t="t"/>
                    <a:pathLst>
                      <a:path extrusionOk="0" h="15049" w="87915">
                        <a:moveTo>
                          <a:pt x="0" y="0"/>
                        </a:moveTo>
                        <a:lnTo>
                          <a:pt x="87916" y="0"/>
                        </a:lnTo>
                        <a:lnTo>
                          <a:pt x="87916" y="15050"/>
                        </a:lnTo>
                        <a:lnTo>
                          <a:pt x="0" y="1505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635" name="Google Shape;2635;p90"/>
                  <p:cNvSpPr/>
                  <p:nvPr/>
                </p:nvSpPr>
                <p:spPr>
                  <a:xfrm rot="-447735">
                    <a:off x="11021820" y="5653805"/>
                    <a:ext cx="88001" cy="15064"/>
                  </a:xfrm>
                  <a:custGeom>
                    <a:rect b="b" l="l" r="r" t="t"/>
                    <a:pathLst>
                      <a:path extrusionOk="0" h="15049" w="87915">
                        <a:moveTo>
                          <a:pt x="0" y="0"/>
                        </a:moveTo>
                        <a:lnTo>
                          <a:pt x="87916" y="0"/>
                        </a:lnTo>
                        <a:lnTo>
                          <a:pt x="87916" y="15050"/>
                        </a:lnTo>
                        <a:lnTo>
                          <a:pt x="0" y="1505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636" name="Google Shape;2636;p90"/>
                  <p:cNvSpPr/>
                  <p:nvPr/>
                </p:nvSpPr>
                <p:spPr>
                  <a:xfrm rot="-447735">
                    <a:off x="11025635" y="5682688"/>
                    <a:ext cx="88001" cy="15064"/>
                  </a:xfrm>
                  <a:custGeom>
                    <a:rect b="b" l="l" r="r" t="t"/>
                    <a:pathLst>
                      <a:path extrusionOk="0" h="15049" w="87915">
                        <a:moveTo>
                          <a:pt x="0" y="0"/>
                        </a:moveTo>
                        <a:lnTo>
                          <a:pt x="87915" y="0"/>
                        </a:lnTo>
                        <a:lnTo>
                          <a:pt x="87915" y="15050"/>
                        </a:lnTo>
                        <a:lnTo>
                          <a:pt x="0" y="1505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grpSp>
            <p:nvGrpSpPr>
              <p:cNvPr id="2637" name="Google Shape;2637;p90"/>
              <p:cNvGrpSpPr/>
              <p:nvPr/>
            </p:nvGrpSpPr>
            <p:grpSpPr>
              <a:xfrm>
                <a:off x="10718623" y="4728596"/>
                <a:ext cx="229169" cy="1075979"/>
                <a:chOff x="10718623" y="4728596"/>
                <a:chExt cx="229169" cy="1075979"/>
              </a:xfrm>
            </p:grpSpPr>
            <p:sp>
              <p:nvSpPr>
                <p:cNvPr id="2638" name="Google Shape;2638;p90"/>
                <p:cNvSpPr/>
                <p:nvPr/>
              </p:nvSpPr>
              <p:spPr>
                <a:xfrm rot="-172174">
                  <a:off x="10745259" y="4732329"/>
                  <a:ext cx="175897" cy="1068513"/>
                </a:xfrm>
                <a:custGeom>
                  <a:rect b="b" l="l" r="r" t="t"/>
                  <a:pathLst>
                    <a:path extrusionOk="0" h="1069848" w="176117">
                      <a:moveTo>
                        <a:pt x="0" y="0"/>
                      </a:moveTo>
                      <a:lnTo>
                        <a:pt x="176117" y="0"/>
                      </a:lnTo>
                      <a:lnTo>
                        <a:pt x="176117" y="1069848"/>
                      </a:lnTo>
                      <a:lnTo>
                        <a:pt x="0" y="1069848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639" name="Google Shape;2639;p90"/>
                <p:cNvSpPr/>
                <p:nvPr/>
              </p:nvSpPr>
              <p:spPr>
                <a:xfrm>
                  <a:off x="10787634" y="5182743"/>
                  <a:ext cx="87629" cy="87630"/>
                </a:xfrm>
                <a:custGeom>
                  <a:rect b="b" l="l" r="r" t="t"/>
                  <a:pathLst>
                    <a:path extrusionOk="0" h="87630" w="87629">
                      <a:moveTo>
                        <a:pt x="87630" y="43815"/>
                      </a:moveTo>
                      <a:cubicBezTo>
                        <a:pt x="87630" y="68013"/>
                        <a:pt x="68014" y="87630"/>
                        <a:pt x="43815" y="87630"/>
                      </a:cubicBezTo>
                      <a:cubicBezTo>
                        <a:pt x="19617" y="87630"/>
                        <a:pt x="1" y="68014"/>
                        <a:pt x="1" y="43815"/>
                      </a:cubicBezTo>
                      <a:cubicBezTo>
                        <a:pt x="1" y="19617"/>
                        <a:pt x="19617" y="0"/>
                        <a:pt x="43815" y="0"/>
                      </a:cubicBezTo>
                      <a:cubicBezTo>
                        <a:pt x="68014" y="0"/>
                        <a:pt x="87630" y="19616"/>
                        <a:pt x="87630" y="43815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2640" name="Google Shape;2640;p90"/>
                <p:cNvGrpSpPr/>
                <p:nvPr/>
              </p:nvGrpSpPr>
              <p:grpSpPr>
                <a:xfrm>
                  <a:off x="10765015" y="5040134"/>
                  <a:ext cx="116314" cy="49775"/>
                  <a:chOff x="10765015" y="5040134"/>
                  <a:chExt cx="116314" cy="49775"/>
                </a:xfrm>
              </p:grpSpPr>
              <p:sp>
                <p:nvSpPr>
                  <p:cNvPr id="2641" name="Google Shape;2641;p90"/>
                  <p:cNvSpPr/>
                  <p:nvPr/>
                </p:nvSpPr>
                <p:spPr>
                  <a:xfrm rot="-172174">
                    <a:off x="10765318" y="5042987"/>
                    <a:ext cx="114347" cy="14935"/>
                  </a:xfrm>
                  <a:custGeom>
                    <a:rect b="b" l="l" r="r" t="t"/>
                    <a:pathLst>
                      <a:path extrusionOk="0" h="14954" w="114490">
                        <a:moveTo>
                          <a:pt x="0" y="0"/>
                        </a:moveTo>
                        <a:lnTo>
                          <a:pt x="114490" y="0"/>
                        </a:lnTo>
                        <a:lnTo>
                          <a:pt x="114490" y="14954"/>
                        </a:lnTo>
                        <a:lnTo>
                          <a:pt x="0" y="1495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642" name="Google Shape;2642;p90"/>
                  <p:cNvSpPr/>
                  <p:nvPr/>
                </p:nvSpPr>
                <p:spPr>
                  <a:xfrm rot="-172174">
                    <a:off x="10766681" y="5072121"/>
                    <a:ext cx="114347" cy="14935"/>
                  </a:xfrm>
                  <a:custGeom>
                    <a:rect b="b" l="l" r="r" t="t"/>
                    <a:pathLst>
                      <a:path extrusionOk="0" h="14954" w="114490">
                        <a:moveTo>
                          <a:pt x="0" y="0"/>
                        </a:moveTo>
                        <a:lnTo>
                          <a:pt x="114491" y="0"/>
                        </a:lnTo>
                        <a:lnTo>
                          <a:pt x="114491" y="14954"/>
                        </a:lnTo>
                        <a:lnTo>
                          <a:pt x="0" y="1495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2643" name="Google Shape;2643;p90"/>
                <p:cNvGrpSpPr/>
                <p:nvPr/>
              </p:nvGrpSpPr>
              <p:grpSpPr>
                <a:xfrm>
                  <a:off x="10784825" y="5436314"/>
                  <a:ext cx="116414" cy="49961"/>
                  <a:chOff x="10784825" y="5436314"/>
                  <a:chExt cx="116414" cy="49961"/>
                </a:xfrm>
              </p:grpSpPr>
              <p:sp>
                <p:nvSpPr>
                  <p:cNvPr id="2644" name="Google Shape;2644;p90"/>
                  <p:cNvSpPr/>
                  <p:nvPr/>
                </p:nvSpPr>
                <p:spPr>
                  <a:xfrm rot="-172174">
                    <a:off x="10785128" y="5439167"/>
                    <a:ext cx="114347" cy="14935"/>
                  </a:xfrm>
                  <a:custGeom>
                    <a:rect b="b" l="l" r="r" t="t"/>
                    <a:pathLst>
                      <a:path extrusionOk="0" h="14954" w="114490">
                        <a:moveTo>
                          <a:pt x="0" y="0"/>
                        </a:moveTo>
                        <a:lnTo>
                          <a:pt x="114491" y="0"/>
                        </a:lnTo>
                        <a:lnTo>
                          <a:pt x="114491" y="14955"/>
                        </a:lnTo>
                        <a:lnTo>
                          <a:pt x="0" y="14955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645" name="Google Shape;2645;p90"/>
                  <p:cNvSpPr/>
                  <p:nvPr/>
                </p:nvSpPr>
                <p:spPr>
                  <a:xfrm rot="-172174">
                    <a:off x="10786591" y="5468487"/>
                    <a:ext cx="114347" cy="14935"/>
                  </a:xfrm>
                  <a:custGeom>
                    <a:rect b="b" l="l" r="r" t="t"/>
                    <a:pathLst>
                      <a:path extrusionOk="0" h="14954" w="114490">
                        <a:moveTo>
                          <a:pt x="0" y="0"/>
                        </a:moveTo>
                        <a:lnTo>
                          <a:pt x="114490" y="0"/>
                        </a:lnTo>
                        <a:lnTo>
                          <a:pt x="114490" y="14955"/>
                        </a:lnTo>
                        <a:lnTo>
                          <a:pt x="0" y="14955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grpSp>
            <p:nvGrpSpPr>
              <p:cNvPr id="2646" name="Google Shape;2646;p90"/>
              <p:cNvGrpSpPr/>
              <p:nvPr/>
            </p:nvGrpSpPr>
            <p:grpSpPr>
              <a:xfrm>
                <a:off x="10519314" y="4813458"/>
                <a:ext cx="202120" cy="992123"/>
                <a:chOff x="10519314" y="4813458"/>
                <a:chExt cx="202120" cy="992123"/>
              </a:xfrm>
            </p:grpSpPr>
            <p:sp>
              <p:nvSpPr>
                <p:cNvPr id="2647" name="Google Shape;2647;p90"/>
                <p:cNvSpPr/>
                <p:nvPr/>
              </p:nvSpPr>
              <p:spPr>
                <a:xfrm>
                  <a:off x="10519314" y="4813458"/>
                  <a:ext cx="202120" cy="992123"/>
                </a:xfrm>
                <a:custGeom>
                  <a:rect b="b" l="l" r="r" t="t"/>
                  <a:pathLst>
                    <a:path extrusionOk="0" h="992123" w="202120">
                      <a:moveTo>
                        <a:pt x="0" y="0"/>
                      </a:moveTo>
                      <a:lnTo>
                        <a:pt x="202120" y="0"/>
                      </a:lnTo>
                      <a:lnTo>
                        <a:pt x="202120" y="992124"/>
                      </a:lnTo>
                      <a:lnTo>
                        <a:pt x="0" y="992124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648" name="Google Shape;2648;p90"/>
                <p:cNvSpPr/>
                <p:nvPr/>
              </p:nvSpPr>
              <p:spPr>
                <a:xfrm>
                  <a:off x="10558843" y="4891468"/>
                  <a:ext cx="123063" cy="123062"/>
                </a:xfrm>
                <a:custGeom>
                  <a:rect b="b" l="l" r="r" t="t"/>
                  <a:pathLst>
                    <a:path extrusionOk="0" h="123062" w="123063">
                      <a:moveTo>
                        <a:pt x="123063" y="61532"/>
                      </a:moveTo>
                      <a:cubicBezTo>
                        <a:pt x="123063" y="95514"/>
                        <a:pt x="95514" y="123063"/>
                        <a:pt x="61531" y="123063"/>
                      </a:cubicBezTo>
                      <a:cubicBezTo>
                        <a:pt x="27548" y="123063"/>
                        <a:pt x="-1" y="95514"/>
                        <a:pt x="-1" y="61532"/>
                      </a:cubicBezTo>
                      <a:cubicBezTo>
                        <a:pt x="-1" y="27549"/>
                        <a:pt x="27548" y="0"/>
                        <a:pt x="61531" y="0"/>
                      </a:cubicBezTo>
                      <a:cubicBezTo>
                        <a:pt x="95514" y="0"/>
                        <a:pt x="123063" y="27549"/>
                        <a:pt x="123063" y="61532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2649" name="Google Shape;2649;p90"/>
                <p:cNvGrpSpPr/>
                <p:nvPr/>
              </p:nvGrpSpPr>
              <p:grpSpPr>
                <a:xfrm>
                  <a:off x="10556176" y="5465730"/>
                  <a:ext cx="128397" cy="44196"/>
                  <a:chOff x="10556176" y="5465730"/>
                  <a:chExt cx="128397" cy="44196"/>
                </a:xfrm>
              </p:grpSpPr>
              <p:sp>
                <p:nvSpPr>
                  <p:cNvPr id="2650" name="Google Shape;2650;p90"/>
                  <p:cNvSpPr/>
                  <p:nvPr/>
                </p:nvSpPr>
                <p:spPr>
                  <a:xfrm>
                    <a:off x="10556176" y="5465730"/>
                    <a:ext cx="128397" cy="14954"/>
                  </a:xfrm>
                  <a:custGeom>
                    <a:rect b="b" l="l" r="r" t="t"/>
                    <a:pathLst>
                      <a:path extrusionOk="0" h="14954" w="128397">
                        <a:moveTo>
                          <a:pt x="0" y="0"/>
                        </a:moveTo>
                        <a:lnTo>
                          <a:pt x="128397" y="0"/>
                        </a:lnTo>
                        <a:lnTo>
                          <a:pt x="128397" y="14954"/>
                        </a:lnTo>
                        <a:lnTo>
                          <a:pt x="0" y="1495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651" name="Google Shape;2651;p90"/>
                  <p:cNvSpPr/>
                  <p:nvPr/>
                </p:nvSpPr>
                <p:spPr>
                  <a:xfrm>
                    <a:off x="10556176" y="5494972"/>
                    <a:ext cx="128397" cy="14954"/>
                  </a:xfrm>
                  <a:custGeom>
                    <a:rect b="b" l="l" r="r" t="t"/>
                    <a:pathLst>
                      <a:path extrusionOk="0" h="14954" w="128397">
                        <a:moveTo>
                          <a:pt x="0" y="0"/>
                        </a:moveTo>
                        <a:lnTo>
                          <a:pt x="128397" y="0"/>
                        </a:lnTo>
                        <a:lnTo>
                          <a:pt x="128397" y="14955"/>
                        </a:lnTo>
                        <a:lnTo>
                          <a:pt x="0" y="14955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2652" name="Google Shape;2652;p90"/>
                <p:cNvGrpSpPr/>
                <p:nvPr/>
              </p:nvGrpSpPr>
              <p:grpSpPr>
                <a:xfrm>
                  <a:off x="10556176" y="5689187"/>
                  <a:ext cx="128397" cy="44196"/>
                  <a:chOff x="10556176" y="5689187"/>
                  <a:chExt cx="128397" cy="44196"/>
                </a:xfrm>
              </p:grpSpPr>
              <p:sp>
                <p:nvSpPr>
                  <p:cNvPr id="2653" name="Google Shape;2653;p90"/>
                  <p:cNvSpPr/>
                  <p:nvPr/>
                </p:nvSpPr>
                <p:spPr>
                  <a:xfrm>
                    <a:off x="10556176" y="5689187"/>
                    <a:ext cx="128397" cy="14954"/>
                  </a:xfrm>
                  <a:custGeom>
                    <a:rect b="b" l="l" r="r" t="t"/>
                    <a:pathLst>
                      <a:path extrusionOk="0" h="14954" w="128397">
                        <a:moveTo>
                          <a:pt x="0" y="0"/>
                        </a:moveTo>
                        <a:lnTo>
                          <a:pt x="128397" y="0"/>
                        </a:lnTo>
                        <a:lnTo>
                          <a:pt x="128397" y="14954"/>
                        </a:lnTo>
                        <a:lnTo>
                          <a:pt x="0" y="1495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654" name="Google Shape;2654;p90"/>
                  <p:cNvSpPr/>
                  <p:nvPr/>
                </p:nvSpPr>
                <p:spPr>
                  <a:xfrm>
                    <a:off x="10556176" y="5718429"/>
                    <a:ext cx="128397" cy="14954"/>
                  </a:xfrm>
                  <a:custGeom>
                    <a:rect b="b" l="l" r="r" t="t"/>
                    <a:pathLst>
                      <a:path extrusionOk="0" h="14954" w="128397">
                        <a:moveTo>
                          <a:pt x="0" y="0"/>
                        </a:moveTo>
                        <a:lnTo>
                          <a:pt x="128397" y="0"/>
                        </a:lnTo>
                        <a:lnTo>
                          <a:pt x="128397" y="14954"/>
                        </a:lnTo>
                        <a:lnTo>
                          <a:pt x="0" y="1495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</p:grpSp>
        <p:grpSp>
          <p:nvGrpSpPr>
            <p:cNvPr id="2655" name="Google Shape;2655;p90"/>
            <p:cNvGrpSpPr/>
            <p:nvPr/>
          </p:nvGrpSpPr>
          <p:grpSpPr>
            <a:xfrm>
              <a:off x="11058042" y="5088325"/>
              <a:ext cx="213052" cy="717953"/>
              <a:chOff x="11058042" y="5088325"/>
              <a:chExt cx="213052" cy="717953"/>
            </a:xfrm>
          </p:grpSpPr>
          <p:sp>
            <p:nvSpPr>
              <p:cNvPr id="2656" name="Google Shape;2656;p90"/>
              <p:cNvSpPr/>
              <p:nvPr/>
            </p:nvSpPr>
            <p:spPr>
              <a:xfrm rot="-631368">
                <a:off x="11122592" y="5089982"/>
                <a:ext cx="83952" cy="714640"/>
              </a:xfrm>
              <a:custGeom>
                <a:rect b="b" l="l" r="r" t="t"/>
                <a:pathLst>
                  <a:path extrusionOk="0" h="715136" w="84010">
                    <a:moveTo>
                      <a:pt x="0" y="0"/>
                    </a:moveTo>
                    <a:lnTo>
                      <a:pt x="84010" y="0"/>
                    </a:lnTo>
                    <a:lnTo>
                      <a:pt x="84010" y="715137"/>
                    </a:lnTo>
                    <a:lnTo>
                      <a:pt x="0" y="715137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57" name="Google Shape;2657;p90"/>
              <p:cNvSpPr/>
              <p:nvPr/>
            </p:nvSpPr>
            <p:spPr>
              <a:xfrm rot="-631368">
                <a:off x="11154645" y="5271518"/>
                <a:ext cx="25985" cy="411004"/>
              </a:xfrm>
              <a:custGeom>
                <a:rect b="b" l="l" r="r" t="t"/>
                <a:pathLst>
                  <a:path extrusionOk="0" h="411289" w="26003">
                    <a:moveTo>
                      <a:pt x="0" y="0"/>
                    </a:moveTo>
                    <a:lnTo>
                      <a:pt x="26003" y="0"/>
                    </a:lnTo>
                    <a:lnTo>
                      <a:pt x="26003" y="411289"/>
                    </a:lnTo>
                    <a:lnTo>
                      <a:pt x="0" y="411289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658" name="Google Shape;2658;p90"/>
          <p:cNvGrpSpPr/>
          <p:nvPr/>
        </p:nvGrpSpPr>
        <p:grpSpPr>
          <a:xfrm>
            <a:off x="135453" y="69369"/>
            <a:ext cx="426307" cy="643642"/>
            <a:chOff x="10572463" y="3528536"/>
            <a:chExt cx="580168" cy="875823"/>
          </a:xfrm>
        </p:grpSpPr>
        <p:grpSp>
          <p:nvGrpSpPr>
            <p:cNvPr id="2659" name="Google Shape;2659;p90"/>
            <p:cNvGrpSpPr/>
            <p:nvPr/>
          </p:nvGrpSpPr>
          <p:grpSpPr>
            <a:xfrm>
              <a:off x="10713815" y="3528536"/>
              <a:ext cx="438816" cy="746664"/>
              <a:chOff x="10713815" y="3528536"/>
              <a:chExt cx="438816" cy="746664"/>
            </a:xfrm>
          </p:grpSpPr>
          <p:sp>
            <p:nvSpPr>
              <p:cNvPr id="2660" name="Google Shape;2660;p90"/>
              <p:cNvSpPr/>
              <p:nvPr/>
            </p:nvSpPr>
            <p:spPr>
              <a:xfrm>
                <a:off x="10713815" y="3528536"/>
                <a:ext cx="438816" cy="746664"/>
              </a:xfrm>
              <a:custGeom>
                <a:rect b="b" l="l" r="r" t="t"/>
                <a:pathLst>
                  <a:path extrusionOk="0" h="746664" w="438816">
                    <a:moveTo>
                      <a:pt x="438721" y="746569"/>
                    </a:moveTo>
                    <a:lnTo>
                      <a:pt x="0" y="746569"/>
                    </a:lnTo>
                    <a:lnTo>
                      <a:pt x="0" y="0"/>
                    </a:lnTo>
                    <a:lnTo>
                      <a:pt x="326231" y="0"/>
                    </a:lnTo>
                    <a:cubicBezTo>
                      <a:pt x="370141" y="43910"/>
                      <a:pt x="394811" y="68580"/>
                      <a:pt x="438816" y="112585"/>
                    </a:cubicBezTo>
                    <a:lnTo>
                      <a:pt x="438816" y="746665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2661" name="Google Shape;2661;p90"/>
              <p:cNvGrpSpPr/>
              <p:nvPr/>
            </p:nvGrpSpPr>
            <p:grpSpPr>
              <a:xfrm>
                <a:off x="10776489" y="3625310"/>
                <a:ext cx="313848" cy="288226"/>
                <a:chOff x="10776489" y="3625310"/>
                <a:chExt cx="313848" cy="288226"/>
              </a:xfrm>
            </p:grpSpPr>
            <p:sp>
              <p:nvSpPr>
                <p:cNvPr id="2662" name="Google Shape;2662;p90"/>
                <p:cNvSpPr/>
                <p:nvPr/>
              </p:nvSpPr>
              <p:spPr>
                <a:xfrm>
                  <a:off x="10776489" y="3625310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663" name="Google Shape;2663;p90"/>
                <p:cNvSpPr/>
                <p:nvPr/>
              </p:nvSpPr>
              <p:spPr>
                <a:xfrm>
                  <a:off x="10776489" y="3678650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664" name="Google Shape;2664;p90"/>
                <p:cNvSpPr/>
                <p:nvPr/>
              </p:nvSpPr>
              <p:spPr>
                <a:xfrm>
                  <a:off x="10776489" y="3731990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665" name="Google Shape;2665;p90"/>
                <p:cNvSpPr/>
                <p:nvPr/>
              </p:nvSpPr>
              <p:spPr>
                <a:xfrm>
                  <a:off x="10776489" y="3785425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666" name="Google Shape;2666;p90"/>
                <p:cNvSpPr/>
                <p:nvPr/>
              </p:nvSpPr>
              <p:spPr>
                <a:xfrm>
                  <a:off x="10776489" y="3838765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667" name="Google Shape;2667;p90"/>
                <p:cNvSpPr/>
                <p:nvPr/>
              </p:nvSpPr>
              <p:spPr>
                <a:xfrm>
                  <a:off x="10776489" y="3892105"/>
                  <a:ext cx="184689" cy="21431"/>
                </a:xfrm>
                <a:custGeom>
                  <a:rect b="b" l="l" r="r" t="t"/>
                  <a:pathLst>
                    <a:path extrusionOk="0" h="21431" w="184689">
                      <a:moveTo>
                        <a:pt x="0" y="0"/>
                      </a:moveTo>
                      <a:lnTo>
                        <a:pt x="184690" y="0"/>
                      </a:lnTo>
                      <a:lnTo>
                        <a:pt x="184690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rgbClr val="42444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2668" name="Google Shape;2668;p90"/>
              <p:cNvGrpSpPr/>
              <p:nvPr/>
            </p:nvGrpSpPr>
            <p:grpSpPr>
              <a:xfrm>
                <a:off x="10776489" y="3999547"/>
                <a:ext cx="313848" cy="181546"/>
                <a:chOff x="10776489" y="3999547"/>
                <a:chExt cx="313848" cy="181546"/>
              </a:xfrm>
            </p:grpSpPr>
            <p:sp>
              <p:nvSpPr>
                <p:cNvPr id="2669" name="Google Shape;2669;p90"/>
                <p:cNvSpPr/>
                <p:nvPr/>
              </p:nvSpPr>
              <p:spPr>
                <a:xfrm>
                  <a:off x="10776489" y="3999547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670" name="Google Shape;2670;p90"/>
                <p:cNvSpPr/>
                <p:nvPr/>
              </p:nvSpPr>
              <p:spPr>
                <a:xfrm>
                  <a:off x="10776489" y="4052887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671" name="Google Shape;2671;p90"/>
                <p:cNvSpPr/>
                <p:nvPr/>
              </p:nvSpPr>
              <p:spPr>
                <a:xfrm>
                  <a:off x="10776489" y="4106322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672" name="Google Shape;2672;p90"/>
                <p:cNvSpPr/>
                <p:nvPr/>
              </p:nvSpPr>
              <p:spPr>
                <a:xfrm>
                  <a:off x="10776489" y="4159662"/>
                  <a:ext cx="184689" cy="21431"/>
                </a:xfrm>
                <a:custGeom>
                  <a:rect b="b" l="l" r="r" t="t"/>
                  <a:pathLst>
                    <a:path extrusionOk="0" h="21431" w="184689">
                      <a:moveTo>
                        <a:pt x="0" y="0"/>
                      </a:moveTo>
                      <a:lnTo>
                        <a:pt x="184690" y="0"/>
                      </a:lnTo>
                      <a:lnTo>
                        <a:pt x="184690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rgbClr val="42444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2673" name="Google Shape;2673;p90"/>
              <p:cNvSpPr/>
              <p:nvPr/>
            </p:nvSpPr>
            <p:spPr>
              <a:xfrm>
                <a:off x="11039951" y="3528536"/>
                <a:ext cx="112584" cy="112585"/>
              </a:xfrm>
              <a:custGeom>
                <a:rect b="b" l="l" r="r" t="t"/>
                <a:pathLst>
                  <a:path extrusionOk="0" h="112585" w="112584">
                    <a:moveTo>
                      <a:pt x="112585" y="112585"/>
                    </a:moveTo>
                    <a:lnTo>
                      <a:pt x="0" y="112585"/>
                    </a:lnTo>
                    <a:lnTo>
                      <a:pt x="0" y="0"/>
                    </a:lnTo>
                    <a:lnTo>
                      <a:pt x="0" y="0"/>
                    </a:lnTo>
                    <a:cubicBezTo>
                      <a:pt x="43910" y="43910"/>
                      <a:pt x="68580" y="68580"/>
                      <a:pt x="112585" y="112585"/>
                    </a:cubicBezTo>
                    <a:lnTo>
                      <a:pt x="112585" y="112585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674" name="Google Shape;2674;p90"/>
            <p:cNvGrpSpPr/>
            <p:nvPr/>
          </p:nvGrpSpPr>
          <p:grpSpPr>
            <a:xfrm>
              <a:off x="10572463" y="3657790"/>
              <a:ext cx="438817" cy="746569"/>
              <a:chOff x="10572463" y="3657790"/>
              <a:chExt cx="438817" cy="746569"/>
            </a:xfrm>
          </p:grpSpPr>
          <p:sp>
            <p:nvSpPr>
              <p:cNvPr id="2675" name="Google Shape;2675;p90"/>
              <p:cNvSpPr/>
              <p:nvPr/>
            </p:nvSpPr>
            <p:spPr>
              <a:xfrm>
                <a:off x="10572463" y="3657790"/>
                <a:ext cx="438817" cy="746569"/>
              </a:xfrm>
              <a:custGeom>
                <a:rect b="b" l="l" r="r" t="t"/>
                <a:pathLst>
                  <a:path extrusionOk="0" h="746569" w="438817">
                    <a:moveTo>
                      <a:pt x="438722" y="746570"/>
                    </a:moveTo>
                    <a:lnTo>
                      <a:pt x="0" y="746570"/>
                    </a:lnTo>
                    <a:lnTo>
                      <a:pt x="0" y="0"/>
                    </a:lnTo>
                    <a:lnTo>
                      <a:pt x="326231" y="0"/>
                    </a:lnTo>
                    <a:cubicBezTo>
                      <a:pt x="370141" y="43910"/>
                      <a:pt x="394812" y="68580"/>
                      <a:pt x="438817" y="112586"/>
                    </a:cubicBezTo>
                    <a:lnTo>
                      <a:pt x="438817" y="74657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2676" name="Google Shape;2676;p90"/>
              <p:cNvGrpSpPr/>
              <p:nvPr/>
            </p:nvGrpSpPr>
            <p:grpSpPr>
              <a:xfrm>
                <a:off x="10635138" y="3754469"/>
                <a:ext cx="313848" cy="288321"/>
                <a:chOff x="10635138" y="3754469"/>
                <a:chExt cx="313848" cy="288321"/>
              </a:xfrm>
            </p:grpSpPr>
            <p:sp>
              <p:nvSpPr>
                <p:cNvPr id="2677" name="Google Shape;2677;p90"/>
                <p:cNvSpPr/>
                <p:nvPr/>
              </p:nvSpPr>
              <p:spPr>
                <a:xfrm>
                  <a:off x="10635138" y="3754469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678" name="Google Shape;2678;p90"/>
                <p:cNvSpPr/>
                <p:nvPr/>
              </p:nvSpPr>
              <p:spPr>
                <a:xfrm>
                  <a:off x="10635138" y="3807904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679" name="Google Shape;2679;p90"/>
                <p:cNvSpPr/>
                <p:nvPr/>
              </p:nvSpPr>
              <p:spPr>
                <a:xfrm>
                  <a:off x="10635138" y="3861244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680" name="Google Shape;2680;p90"/>
                <p:cNvSpPr/>
                <p:nvPr/>
              </p:nvSpPr>
              <p:spPr>
                <a:xfrm>
                  <a:off x="10635138" y="3914584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681" name="Google Shape;2681;p90"/>
                <p:cNvSpPr/>
                <p:nvPr/>
              </p:nvSpPr>
              <p:spPr>
                <a:xfrm>
                  <a:off x="10635138" y="3968019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682" name="Google Shape;2682;p90"/>
                <p:cNvSpPr/>
                <p:nvPr/>
              </p:nvSpPr>
              <p:spPr>
                <a:xfrm>
                  <a:off x="10635138" y="4021359"/>
                  <a:ext cx="184689" cy="21431"/>
                </a:xfrm>
                <a:custGeom>
                  <a:rect b="b" l="l" r="r" t="t"/>
                  <a:pathLst>
                    <a:path extrusionOk="0" h="21431" w="184689">
                      <a:moveTo>
                        <a:pt x="0" y="0"/>
                      </a:moveTo>
                      <a:lnTo>
                        <a:pt x="184689" y="0"/>
                      </a:lnTo>
                      <a:lnTo>
                        <a:pt x="184689" y="21431"/>
                      </a:lnTo>
                      <a:lnTo>
                        <a:pt x="-1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2683" name="Google Shape;2683;p90"/>
              <p:cNvGrpSpPr/>
              <p:nvPr/>
            </p:nvGrpSpPr>
            <p:grpSpPr>
              <a:xfrm>
                <a:off x="10635138" y="4128801"/>
                <a:ext cx="313848" cy="181547"/>
                <a:chOff x="10635138" y="4128801"/>
                <a:chExt cx="313848" cy="181547"/>
              </a:xfrm>
            </p:grpSpPr>
            <p:sp>
              <p:nvSpPr>
                <p:cNvPr id="2684" name="Google Shape;2684;p90"/>
                <p:cNvSpPr/>
                <p:nvPr/>
              </p:nvSpPr>
              <p:spPr>
                <a:xfrm>
                  <a:off x="10635138" y="4128801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685" name="Google Shape;2685;p90"/>
                <p:cNvSpPr/>
                <p:nvPr/>
              </p:nvSpPr>
              <p:spPr>
                <a:xfrm>
                  <a:off x="10635138" y="4182141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686" name="Google Shape;2686;p90"/>
                <p:cNvSpPr/>
                <p:nvPr/>
              </p:nvSpPr>
              <p:spPr>
                <a:xfrm>
                  <a:off x="10635138" y="4235481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687" name="Google Shape;2687;p90"/>
                <p:cNvSpPr/>
                <p:nvPr/>
              </p:nvSpPr>
              <p:spPr>
                <a:xfrm>
                  <a:off x="10635138" y="4288917"/>
                  <a:ext cx="184689" cy="21431"/>
                </a:xfrm>
                <a:custGeom>
                  <a:rect b="b" l="l" r="r" t="t"/>
                  <a:pathLst>
                    <a:path extrusionOk="0" h="21431" w="184689">
                      <a:moveTo>
                        <a:pt x="0" y="0"/>
                      </a:moveTo>
                      <a:lnTo>
                        <a:pt x="184689" y="0"/>
                      </a:lnTo>
                      <a:lnTo>
                        <a:pt x="184689" y="21431"/>
                      </a:lnTo>
                      <a:lnTo>
                        <a:pt x="-1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2688" name="Google Shape;2688;p90"/>
              <p:cNvSpPr/>
              <p:nvPr/>
            </p:nvSpPr>
            <p:spPr>
              <a:xfrm>
                <a:off x="10898599" y="3657790"/>
                <a:ext cx="112586" cy="112585"/>
              </a:xfrm>
              <a:custGeom>
                <a:rect b="b" l="l" r="r" t="t"/>
                <a:pathLst>
                  <a:path extrusionOk="0" h="112585" w="112586">
                    <a:moveTo>
                      <a:pt x="112586" y="112586"/>
                    </a:moveTo>
                    <a:lnTo>
                      <a:pt x="0" y="112586"/>
                    </a:lnTo>
                    <a:lnTo>
                      <a:pt x="0" y="0"/>
                    </a:lnTo>
                    <a:lnTo>
                      <a:pt x="0" y="0"/>
                    </a:lnTo>
                    <a:cubicBezTo>
                      <a:pt x="43910" y="43910"/>
                      <a:pt x="68581" y="68580"/>
                      <a:pt x="112586" y="112586"/>
                    </a:cubicBezTo>
                    <a:lnTo>
                      <a:pt x="112586" y="112586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689" name="Google Shape;2689;p90"/>
          <p:cNvGrpSpPr/>
          <p:nvPr/>
        </p:nvGrpSpPr>
        <p:grpSpPr>
          <a:xfrm>
            <a:off x="309868" y="711612"/>
            <a:ext cx="18197" cy="243247"/>
            <a:chOff x="10809827" y="4402455"/>
            <a:chExt cx="24764" cy="330993"/>
          </a:xfrm>
        </p:grpSpPr>
        <p:sp>
          <p:nvSpPr>
            <p:cNvPr id="2690" name="Google Shape;2690;p90"/>
            <p:cNvSpPr/>
            <p:nvPr/>
          </p:nvSpPr>
          <p:spPr>
            <a:xfrm>
              <a:off x="10822209" y="4414266"/>
              <a:ext cx="9525" cy="307467"/>
            </a:xfrm>
            <a:custGeom>
              <a:rect b="b" l="l" r="r" t="t"/>
              <a:pathLst>
                <a:path extrusionOk="0" h="307467" w="9525">
                  <a:moveTo>
                    <a:pt x="-1" y="307467"/>
                  </a:moveTo>
                  <a:lnTo>
                    <a:pt x="-1" y="0"/>
                  </a:lnTo>
                </a:path>
              </a:pathLst>
            </a:custGeom>
            <a:solidFill>
              <a:schemeClr val="accent4"/>
            </a:solidFill>
            <a:ln cap="flat" cmpd="sng" w="10950">
              <a:solidFill>
                <a:schemeClr val="accent4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91" name="Google Shape;2691;p90"/>
            <p:cNvSpPr/>
            <p:nvPr/>
          </p:nvSpPr>
          <p:spPr>
            <a:xfrm>
              <a:off x="10809827" y="4708683"/>
              <a:ext cx="24764" cy="24765"/>
            </a:xfrm>
            <a:custGeom>
              <a:rect b="b" l="l" r="r" t="t"/>
              <a:pathLst>
                <a:path extrusionOk="0" h="24765" w="24764">
                  <a:moveTo>
                    <a:pt x="24765" y="12382"/>
                  </a:moveTo>
                  <a:cubicBezTo>
                    <a:pt x="24765" y="19240"/>
                    <a:pt x="19241" y="24765"/>
                    <a:pt x="12382" y="24765"/>
                  </a:cubicBezTo>
                  <a:cubicBezTo>
                    <a:pt x="5524" y="24765"/>
                    <a:pt x="0" y="19240"/>
                    <a:pt x="0" y="12382"/>
                  </a:cubicBezTo>
                  <a:cubicBezTo>
                    <a:pt x="0" y="5524"/>
                    <a:pt x="5524" y="0"/>
                    <a:pt x="12382" y="0"/>
                  </a:cubicBezTo>
                  <a:cubicBezTo>
                    <a:pt x="19241" y="0"/>
                    <a:pt x="24765" y="5524"/>
                    <a:pt x="24765" y="12382"/>
                  </a:cubicBezTo>
                  <a:close/>
                </a:path>
              </a:pathLst>
            </a:cu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92" name="Google Shape;2692;p90"/>
            <p:cNvSpPr/>
            <p:nvPr/>
          </p:nvSpPr>
          <p:spPr>
            <a:xfrm>
              <a:off x="10809827" y="4402455"/>
              <a:ext cx="24764" cy="24764"/>
            </a:xfrm>
            <a:custGeom>
              <a:rect b="b" l="l" r="r" t="t"/>
              <a:pathLst>
                <a:path extrusionOk="0" h="24764" w="24764">
                  <a:moveTo>
                    <a:pt x="24765" y="12382"/>
                  </a:moveTo>
                  <a:cubicBezTo>
                    <a:pt x="24765" y="5524"/>
                    <a:pt x="19241" y="0"/>
                    <a:pt x="12382" y="0"/>
                  </a:cubicBezTo>
                  <a:cubicBezTo>
                    <a:pt x="5524" y="0"/>
                    <a:pt x="0" y="5524"/>
                    <a:pt x="0" y="12382"/>
                  </a:cubicBezTo>
                  <a:cubicBezTo>
                    <a:pt x="0" y="19240"/>
                    <a:pt x="5524" y="24765"/>
                    <a:pt x="12382" y="24765"/>
                  </a:cubicBezTo>
                  <a:cubicBezTo>
                    <a:pt x="19241" y="24765"/>
                    <a:pt x="24765" y="19240"/>
                    <a:pt x="24765" y="12382"/>
                  </a:cubicBezTo>
                  <a:close/>
                </a:path>
              </a:pathLst>
            </a:cu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693" name="Google Shape;2693;p90"/>
          <p:cNvGrpSpPr/>
          <p:nvPr/>
        </p:nvGrpSpPr>
        <p:grpSpPr>
          <a:xfrm>
            <a:off x="8421644" y="1045085"/>
            <a:ext cx="396068" cy="717683"/>
            <a:chOff x="1945386" y="5582316"/>
            <a:chExt cx="470725" cy="852963"/>
          </a:xfrm>
        </p:grpSpPr>
        <p:grpSp>
          <p:nvGrpSpPr>
            <p:cNvPr id="2694" name="Google Shape;2694;p90"/>
            <p:cNvGrpSpPr/>
            <p:nvPr/>
          </p:nvGrpSpPr>
          <p:grpSpPr>
            <a:xfrm>
              <a:off x="1945386" y="5582316"/>
              <a:ext cx="470725" cy="852963"/>
              <a:chOff x="1945386" y="5582316"/>
              <a:chExt cx="470725" cy="852963"/>
            </a:xfrm>
          </p:grpSpPr>
          <p:sp>
            <p:nvSpPr>
              <p:cNvPr id="2695" name="Google Shape;2695;p90"/>
              <p:cNvSpPr/>
              <p:nvPr/>
            </p:nvSpPr>
            <p:spPr>
              <a:xfrm>
                <a:off x="1945386" y="5582316"/>
                <a:ext cx="470725" cy="852963"/>
              </a:xfrm>
              <a:custGeom>
                <a:rect b="b" l="l" r="r" t="t"/>
                <a:pathLst>
                  <a:path extrusionOk="0" h="852963" w="470725">
                    <a:moveTo>
                      <a:pt x="435388" y="0"/>
                    </a:moveTo>
                    <a:cubicBezTo>
                      <a:pt x="454904" y="0"/>
                      <a:pt x="470726" y="15821"/>
                      <a:pt x="470726" y="35338"/>
                    </a:cubicBezTo>
                    <a:lnTo>
                      <a:pt x="470726" y="817626"/>
                    </a:lnTo>
                    <a:cubicBezTo>
                      <a:pt x="470726" y="837143"/>
                      <a:pt x="454904" y="852964"/>
                      <a:pt x="435388" y="852964"/>
                    </a:cubicBezTo>
                    <a:lnTo>
                      <a:pt x="35338" y="852964"/>
                    </a:lnTo>
                    <a:cubicBezTo>
                      <a:pt x="15821" y="852964"/>
                      <a:pt x="0" y="837143"/>
                      <a:pt x="0" y="817626"/>
                    </a:cubicBezTo>
                    <a:lnTo>
                      <a:pt x="0" y="35338"/>
                    </a:lnTo>
                    <a:cubicBezTo>
                      <a:pt x="0" y="15822"/>
                      <a:pt x="15821" y="0"/>
                      <a:pt x="35338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96" name="Google Shape;2696;p90"/>
              <p:cNvSpPr/>
              <p:nvPr/>
            </p:nvSpPr>
            <p:spPr>
              <a:xfrm>
                <a:off x="1965864" y="5625846"/>
                <a:ext cx="429577" cy="699420"/>
              </a:xfrm>
              <a:custGeom>
                <a:rect b="b" l="l" r="r" t="t"/>
                <a:pathLst>
                  <a:path extrusionOk="0" h="699420" w="429577">
                    <a:moveTo>
                      <a:pt x="0" y="0"/>
                    </a:moveTo>
                    <a:lnTo>
                      <a:pt x="429578" y="0"/>
                    </a:lnTo>
                    <a:lnTo>
                      <a:pt x="429578" y="699421"/>
                    </a:lnTo>
                    <a:lnTo>
                      <a:pt x="0" y="69942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697" name="Google Shape;2697;p90"/>
            <p:cNvSpPr/>
            <p:nvPr/>
          </p:nvSpPr>
          <p:spPr>
            <a:xfrm>
              <a:off x="1986438" y="6371462"/>
              <a:ext cx="388334" cy="32194"/>
            </a:xfrm>
            <a:custGeom>
              <a:rect b="b" l="l" r="r" t="t"/>
              <a:pathLst>
                <a:path extrusionOk="0" h="32194" w="388334">
                  <a:moveTo>
                    <a:pt x="88011" y="0"/>
                  </a:moveTo>
                  <a:lnTo>
                    <a:pt x="16097" y="0"/>
                  </a:lnTo>
                  <a:cubicBezTo>
                    <a:pt x="7239" y="0"/>
                    <a:pt x="0" y="7239"/>
                    <a:pt x="0" y="16097"/>
                  </a:cubicBezTo>
                  <a:cubicBezTo>
                    <a:pt x="0" y="24955"/>
                    <a:pt x="7239" y="32195"/>
                    <a:pt x="16097" y="32195"/>
                  </a:cubicBezTo>
                  <a:lnTo>
                    <a:pt x="88011" y="32195"/>
                  </a:lnTo>
                  <a:cubicBezTo>
                    <a:pt x="96869" y="32195"/>
                    <a:pt x="104108" y="24955"/>
                    <a:pt x="104108" y="16097"/>
                  </a:cubicBezTo>
                  <a:cubicBezTo>
                    <a:pt x="104108" y="7239"/>
                    <a:pt x="96869" y="0"/>
                    <a:pt x="88011" y="0"/>
                  </a:cubicBezTo>
                  <a:close/>
                  <a:moveTo>
                    <a:pt x="230124" y="0"/>
                  </a:moveTo>
                  <a:lnTo>
                    <a:pt x="158210" y="0"/>
                  </a:lnTo>
                  <a:cubicBezTo>
                    <a:pt x="149352" y="0"/>
                    <a:pt x="142113" y="7239"/>
                    <a:pt x="142113" y="16097"/>
                  </a:cubicBezTo>
                  <a:cubicBezTo>
                    <a:pt x="142113" y="24955"/>
                    <a:pt x="149352" y="32195"/>
                    <a:pt x="158210" y="32195"/>
                  </a:cubicBezTo>
                  <a:lnTo>
                    <a:pt x="230124" y="32195"/>
                  </a:lnTo>
                  <a:cubicBezTo>
                    <a:pt x="238982" y="32195"/>
                    <a:pt x="246221" y="24955"/>
                    <a:pt x="246221" y="16097"/>
                  </a:cubicBezTo>
                  <a:cubicBezTo>
                    <a:pt x="246221" y="7239"/>
                    <a:pt x="238982" y="0"/>
                    <a:pt x="230124" y="0"/>
                  </a:cubicBezTo>
                  <a:close/>
                  <a:moveTo>
                    <a:pt x="372237" y="0"/>
                  </a:moveTo>
                  <a:lnTo>
                    <a:pt x="300323" y="0"/>
                  </a:lnTo>
                  <a:cubicBezTo>
                    <a:pt x="291465" y="0"/>
                    <a:pt x="284226" y="7239"/>
                    <a:pt x="284226" y="16097"/>
                  </a:cubicBezTo>
                  <a:cubicBezTo>
                    <a:pt x="284226" y="24955"/>
                    <a:pt x="291465" y="32195"/>
                    <a:pt x="300323" y="32195"/>
                  </a:cubicBezTo>
                  <a:lnTo>
                    <a:pt x="372237" y="32195"/>
                  </a:lnTo>
                  <a:cubicBezTo>
                    <a:pt x="381095" y="32195"/>
                    <a:pt x="388334" y="24955"/>
                    <a:pt x="388334" y="16097"/>
                  </a:cubicBezTo>
                  <a:cubicBezTo>
                    <a:pt x="388334" y="7239"/>
                    <a:pt x="381095" y="0"/>
                    <a:pt x="37223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698" name="Google Shape;2698;p90"/>
          <p:cNvGrpSpPr/>
          <p:nvPr/>
        </p:nvGrpSpPr>
        <p:grpSpPr>
          <a:xfrm>
            <a:off x="8088695" y="57742"/>
            <a:ext cx="1061979" cy="558999"/>
            <a:chOff x="3859815" y="2867310"/>
            <a:chExt cx="1262157" cy="664368"/>
          </a:xfrm>
        </p:grpSpPr>
        <p:sp>
          <p:nvSpPr>
            <p:cNvPr id="2699" name="Google Shape;2699;p90"/>
            <p:cNvSpPr/>
            <p:nvPr/>
          </p:nvSpPr>
          <p:spPr>
            <a:xfrm>
              <a:off x="3859815" y="2867310"/>
              <a:ext cx="1262157" cy="664368"/>
            </a:xfrm>
            <a:custGeom>
              <a:rect b="b" l="l" r="r" t="t"/>
              <a:pathLst>
                <a:path extrusionOk="0" h="664368" w="1262157">
                  <a:moveTo>
                    <a:pt x="1102233" y="344424"/>
                  </a:moveTo>
                  <a:cubicBezTo>
                    <a:pt x="1090231" y="344424"/>
                    <a:pt x="1078611" y="345757"/>
                    <a:pt x="1067372" y="348234"/>
                  </a:cubicBezTo>
                  <a:cubicBezTo>
                    <a:pt x="1048131" y="223838"/>
                    <a:pt x="945166" y="127159"/>
                    <a:pt x="817816" y="117348"/>
                  </a:cubicBezTo>
                  <a:cubicBezTo>
                    <a:pt x="756856" y="45625"/>
                    <a:pt x="666083" y="0"/>
                    <a:pt x="564547" y="0"/>
                  </a:cubicBezTo>
                  <a:cubicBezTo>
                    <a:pt x="398526" y="0"/>
                    <a:pt x="260890" y="121825"/>
                    <a:pt x="236220" y="280988"/>
                  </a:cubicBezTo>
                  <a:cubicBezTo>
                    <a:pt x="222599" y="277939"/>
                    <a:pt x="208502" y="276320"/>
                    <a:pt x="194024" y="276320"/>
                  </a:cubicBezTo>
                  <a:cubicBezTo>
                    <a:pt x="86868" y="276320"/>
                    <a:pt x="0" y="363188"/>
                    <a:pt x="0" y="470345"/>
                  </a:cubicBezTo>
                  <a:cubicBezTo>
                    <a:pt x="0" y="577501"/>
                    <a:pt x="86868" y="664369"/>
                    <a:pt x="194024" y="664369"/>
                  </a:cubicBezTo>
                  <a:lnTo>
                    <a:pt x="1102138" y="664369"/>
                  </a:lnTo>
                  <a:cubicBezTo>
                    <a:pt x="1190530" y="664369"/>
                    <a:pt x="1262158" y="592741"/>
                    <a:pt x="1262158" y="504349"/>
                  </a:cubicBezTo>
                  <a:cubicBezTo>
                    <a:pt x="1262158" y="415957"/>
                    <a:pt x="1190530" y="344329"/>
                    <a:pt x="1102138" y="344329"/>
                  </a:cubicBezTo>
                  <a:close/>
                </a:path>
              </a:pathLst>
            </a:custGeom>
            <a:solidFill>
              <a:srgbClr val="42444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700" name="Google Shape;2700;p90"/>
            <p:cNvGrpSpPr/>
            <p:nvPr/>
          </p:nvGrpSpPr>
          <p:grpSpPr>
            <a:xfrm>
              <a:off x="4275677" y="3065525"/>
              <a:ext cx="334517" cy="380047"/>
              <a:chOff x="4275677" y="3065525"/>
              <a:chExt cx="334517" cy="380047"/>
            </a:xfrm>
          </p:grpSpPr>
          <p:grpSp>
            <p:nvGrpSpPr>
              <p:cNvPr id="2701" name="Google Shape;2701;p90"/>
              <p:cNvGrpSpPr/>
              <p:nvPr/>
            </p:nvGrpSpPr>
            <p:grpSpPr>
              <a:xfrm>
                <a:off x="4275677" y="3065525"/>
                <a:ext cx="334517" cy="380047"/>
                <a:chOff x="4275677" y="3065525"/>
                <a:chExt cx="334517" cy="380047"/>
              </a:xfrm>
            </p:grpSpPr>
            <p:grpSp>
              <p:nvGrpSpPr>
                <p:cNvPr id="2702" name="Google Shape;2702;p90"/>
                <p:cNvGrpSpPr/>
                <p:nvPr/>
              </p:nvGrpSpPr>
              <p:grpSpPr>
                <a:xfrm>
                  <a:off x="4275677" y="3301269"/>
                  <a:ext cx="334422" cy="144303"/>
                  <a:chOff x="4275677" y="3301269"/>
                  <a:chExt cx="334422" cy="144303"/>
                </a:xfrm>
              </p:grpSpPr>
              <p:sp>
                <p:nvSpPr>
                  <p:cNvPr id="2703" name="Google Shape;2703;p90"/>
                  <p:cNvSpPr/>
                  <p:nvPr/>
                </p:nvSpPr>
                <p:spPr>
                  <a:xfrm>
                    <a:off x="4275677" y="3331654"/>
                    <a:ext cx="334422" cy="113918"/>
                  </a:xfrm>
                  <a:custGeom>
                    <a:rect b="b" l="l" r="r" t="t"/>
                    <a:pathLst>
                      <a:path extrusionOk="0" h="113918" w="334422">
                        <a:moveTo>
                          <a:pt x="95" y="0"/>
                        </a:moveTo>
                        <a:lnTo>
                          <a:pt x="95" y="83534"/>
                        </a:lnTo>
                        <a:cubicBezTo>
                          <a:pt x="95" y="100298"/>
                          <a:pt x="74962" y="113919"/>
                          <a:pt x="167259" y="113919"/>
                        </a:cubicBezTo>
                        <a:cubicBezTo>
                          <a:pt x="259556" y="113919"/>
                          <a:pt x="334423" y="100298"/>
                          <a:pt x="334423" y="83534"/>
                        </a:cubicBezTo>
                        <a:lnTo>
                          <a:pt x="334423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CFD3D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704" name="Google Shape;2704;p90"/>
                  <p:cNvSpPr/>
                  <p:nvPr/>
                </p:nvSpPr>
                <p:spPr>
                  <a:xfrm>
                    <a:off x="4275772" y="3301269"/>
                    <a:ext cx="334327" cy="60769"/>
                  </a:xfrm>
                  <a:custGeom>
                    <a:rect b="b" l="l" r="r" t="t"/>
                    <a:pathLst>
                      <a:path extrusionOk="0" h="60769" w="334327">
                        <a:moveTo>
                          <a:pt x="334328" y="30385"/>
                        </a:moveTo>
                        <a:cubicBezTo>
                          <a:pt x="334328" y="47166"/>
                          <a:pt x="259486" y="60770"/>
                          <a:pt x="167164" y="60770"/>
                        </a:cubicBezTo>
                        <a:cubicBezTo>
                          <a:pt x="74842" y="60770"/>
                          <a:pt x="0" y="47166"/>
                          <a:pt x="0" y="30385"/>
                        </a:cubicBezTo>
                        <a:cubicBezTo>
                          <a:pt x="0" y="13604"/>
                          <a:pt x="74842" y="0"/>
                          <a:pt x="167164" y="0"/>
                        </a:cubicBezTo>
                        <a:cubicBezTo>
                          <a:pt x="259486" y="0"/>
                          <a:pt x="334328" y="13604"/>
                          <a:pt x="334328" y="30385"/>
                        </a:cubicBezTo>
                        <a:close/>
                      </a:path>
                    </a:pathLst>
                  </a:custGeom>
                  <a:solidFill>
                    <a:srgbClr val="E6EAF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2705" name="Google Shape;2705;p90"/>
                <p:cNvGrpSpPr/>
                <p:nvPr/>
              </p:nvGrpSpPr>
              <p:grpSpPr>
                <a:xfrm>
                  <a:off x="4275677" y="3183350"/>
                  <a:ext cx="334422" cy="144302"/>
                  <a:chOff x="4275677" y="3183350"/>
                  <a:chExt cx="334422" cy="144302"/>
                </a:xfrm>
              </p:grpSpPr>
              <p:sp>
                <p:nvSpPr>
                  <p:cNvPr id="2706" name="Google Shape;2706;p90"/>
                  <p:cNvSpPr/>
                  <p:nvPr/>
                </p:nvSpPr>
                <p:spPr>
                  <a:xfrm>
                    <a:off x="4275677" y="3213734"/>
                    <a:ext cx="334422" cy="113918"/>
                  </a:xfrm>
                  <a:custGeom>
                    <a:rect b="b" l="l" r="r" t="t"/>
                    <a:pathLst>
                      <a:path extrusionOk="0" h="113918" w="334422">
                        <a:moveTo>
                          <a:pt x="95" y="0"/>
                        </a:moveTo>
                        <a:lnTo>
                          <a:pt x="95" y="83534"/>
                        </a:lnTo>
                        <a:cubicBezTo>
                          <a:pt x="95" y="100298"/>
                          <a:pt x="74962" y="113919"/>
                          <a:pt x="167259" y="113919"/>
                        </a:cubicBezTo>
                        <a:cubicBezTo>
                          <a:pt x="259556" y="113919"/>
                          <a:pt x="334423" y="100298"/>
                          <a:pt x="334423" y="83534"/>
                        </a:cubicBezTo>
                        <a:lnTo>
                          <a:pt x="334423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CFD3D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707" name="Google Shape;2707;p90"/>
                  <p:cNvSpPr/>
                  <p:nvPr/>
                </p:nvSpPr>
                <p:spPr>
                  <a:xfrm>
                    <a:off x="4275772" y="3183350"/>
                    <a:ext cx="334327" cy="60769"/>
                  </a:xfrm>
                  <a:custGeom>
                    <a:rect b="b" l="l" r="r" t="t"/>
                    <a:pathLst>
                      <a:path extrusionOk="0" h="60769" w="334327">
                        <a:moveTo>
                          <a:pt x="334328" y="30385"/>
                        </a:moveTo>
                        <a:cubicBezTo>
                          <a:pt x="334328" y="47166"/>
                          <a:pt x="259486" y="60769"/>
                          <a:pt x="167164" y="60769"/>
                        </a:cubicBezTo>
                        <a:cubicBezTo>
                          <a:pt x="74842" y="60769"/>
                          <a:pt x="0" y="47166"/>
                          <a:pt x="0" y="30385"/>
                        </a:cubicBezTo>
                        <a:cubicBezTo>
                          <a:pt x="0" y="13604"/>
                          <a:pt x="74842" y="0"/>
                          <a:pt x="167164" y="0"/>
                        </a:cubicBezTo>
                        <a:cubicBezTo>
                          <a:pt x="259486" y="0"/>
                          <a:pt x="334328" y="13604"/>
                          <a:pt x="334328" y="30385"/>
                        </a:cubicBezTo>
                        <a:close/>
                      </a:path>
                    </a:pathLst>
                  </a:custGeom>
                  <a:solidFill>
                    <a:srgbClr val="E6EAF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2708" name="Google Shape;2708;p90"/>
                <p:cNvGrpSpPr/>
                <p:nvPr/>
              </p:nvGrpSpPr>
              <p:grpSpPr>
                <a:xfrm>
                  <a:off x="4275677" y="3065525"/>
                  <a:ext cx="334517" cy="144303"/>
                  <a:chOff x="4275677" y="3065525"/>
                  <a:chExt cx="334517" cy="144303"/>
                </a:xfrm>
              </p:grpSpPr>
              <p:sp>
                <p:nvSpPr>
                  <p:cNvPr id="2709" name="Google Shape;2709;p90"/>
                  <p:cNvSpPr/>
                  <p:nvPr/>
                </p:nvSpPr>
                <p:spPr>
                  <a:xfrm>
                    <a:off x="4275677" y="3095910"/>
                    <a:ext cx="334422" cy="113918"/>
                  </a:xfrm>
                  <a:custGeom>
                    <a:rect b="b" l="l" r="r" t="t"/>
                    <a:pathLst>
                      <a:path extrusionOk="0" h="113918" w="334422">
                        <a:moveTo>
                          <a:pt x="95" y="0"/>
                        </a:moveTo>
                        <a:lnTo>
                          <a:pt x="95" y="83534"/>
                        </a:lnTo>
                        <a:cubicBezTo>
                          <a:pt x="95" y="100298"/>
                          <a:pt x="74962" y="113919"/>
                          <a:pt x="167259" y="113919"/>
                        </a:cubicBezTo>
                        <a:cubicBezTo>
                          <a:pt x="259556" y="113919"/>
                          <a:pt x="334423" y="100298"/>
                          <a:pt x="334423" y="83534"/>
                        </a:cubicBezTo>
                        <a:lnTo>
                          <a:pt x="334423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CFD3D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710" name="Google Shape;2710;p90"/>
                  <p:cNvSpPr/>
                  <p:nvPr/>
                </p:nvSpPr>
                <p:spPr>
                  <a:xfrm>
                    <a:off x="4275867" y="3065525"/>
                    <a:ext cx="334327" cy="60769"/>
                  </a:xfrm>
                  <a:custGeom>
                    <a:rect b="b" l="l" r="r" t="t"/>
                    <a:pathLst>
                      <a:path extrusionOk="0" h="60769" w="334327">
                        <a:moveTo>
                          <a:pt x="334328" y="30385"/>
                        </a:moveTo>
                        <a:cubicBezTo>
                          <a:pt x="334328" y="47149"/>
                          <a:pt x="259461" y="60770"/>
                          <a:pt x="167164" y="60770"/>
                        </a:cubicBezTo>
                        <a:cubicBezTo>
                          <a:pt x="74866" y="60770"/>
                          <a:pt x="0" y="47149"/>
                          <a:pt x="0" y="30385"/>
                        </a:cubicBezTo>
                        <a:cubicBezTo>
                          <a:pt x="0" y="13621"/>
                          <a:pt x="74866" y="0"/>
                          <a:pt x="167164" y="0"/>
                        </a:cubicBezTo>
                        <a:cubicBezTo>
                          <a:pt x="259461" y="0"/>
                          <a:pt x="334328" y="13621"/>
                          <a:pt x="334328" y="30385"/>
                        </a:cubicBezTo>
                        <a:close/>
                      </a:path>
                    </a:pathLst>
                  </a:custGeom>
                  <a:solidFill>
                    <a:srgbClr val="E6EAF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2711" name="Google Shape;2711;p90"/>
              <p:cNvSpPr/>
              <p:nvPr/>
            </p:nvSpPr>
            <p:spPr>
              <a:xfrm>
                <a:off x="4529994" y="3140487"/>
                <a:ext cx="38100" cy="38100"/>
              </a:xfrm>
              <a:custGeom>
                <a:rect b="b" l="l" r="r" t="t"/>
                <a:pathLst>
                  <a:path extrusionOk="0" h="38100" w="38100">
                    <a:moveTo>
                      <a:pt x="38100" y="19050"/>
                    </a:moveTo>
                    <a:cubicBezTo>
                      <a:pt x="38100" y="29623"/>
                      <a:pt x="29528" y="38100"/>
                      <a:pt x="19050" y="38100"/>
                    </a:cubicBezTo>
                    <a:cubicBezTo>
                      <a:pt x="8572" y="38100"/>
                      <a:pt x="0" y="29528"/>
                      <a:pt x="0" y="19050"/>
                    </a:cubicBezTo>
                    <a:cubicBezTo>
                      <a:pt x="0" y="8572"/>
                      <a:pt x="8572" y="0"/>
                      <a:pt x="19050" y="0"/>
                    </a:cubicBezTo>
                    <a:cubicBezTo>
                      <a:pt x="29528" y="0"/>
                      <a:pt x="38100" y="8572"/>
                      <a:pt x="38100" y="19050"/>
                    </a:cubicBezTo>
                    <a:close/>
                  </a:path>
                </a:pathLst>
              </a:custGeom>
              <a:solidFill>
                <a:srgbClr val="55C0E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12" name="Google Shape;2712;p90"/>
              <p:cNvSpPr/>
              <p:nvPr/>
            </p:nvSpPr>
            <p:spPr>
              <a:xfrm>
                <a:off x="4529994" y="3256216"/>
                <a:ext cx="38100" cy="38100"/>
              </a:xfrm>
              <a:custGeom>
                <a:rect b="b" l="l" r="r" t="t"/>
                <a:pathLst>
                  <a:path extrusionOk="0" h="38100" w="38100">
                    <a:moveTo>
                      <a:pt x="38100" y="19050"/>
                    </a:moveTo>
                    <a:cubicBezTo>
                      <a:pt x="38100" y="29623"/>
                      <a:pt x="29528" y="38100"/>
                      <a:pt x="19050" y="38100"/>
                    </a:cubicBezTo>
                    <a:cubicBezTo>
                      <a:pt x="8572" y="38100"/>
                      <a:pt x="0" y="29528"/>
                      <a:pt x="0" y="19050"/>
                    </a:cubicBezTo>
                    <a:cubicBezTo>
                      <a:pt x="0" y="8573"/>
                      <a:pt x="8572" y="0"/>
                      <a:pt x="19050" y="0"/>
                    </a:cubicBezTo>
                    <a:cubicBezTo>
                      <a:pt x="29528" y="0"/>
                      <a:pt x="38100" y="8573"/>
                      <a:pt x="38100" y="19050"/>
                    </a:cubicBezTo>
                    <a:close/>
                  </a:path>
                </a:pathLst>
              </a:custGeom>
              <a:solidFill>
                <a:srgbClr val="E6EAF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13" name="Google Shape;2713;p90"/>
              <p:cNvSpPr/>
              <p:nvPr/>
            </p:nvSpPr>
            <p:spPr>
              <a:xfrm>
                <a:off x="4529994" y="3377088"/>
                <a:ext cx="38100" cy="38100"/>
              </a:xfrm>
              <a:custGeom>
                <a:rect b="b" l="l" r="r" t="t"/>
                <a:pathLst>
                  <a:path extrusionOk="0" h="38100" w="38100">
                    <a:moveTo>
                      <a:pt x="38100" y="19050"/>
                    </a:moveTo>
                    <a:cubicBezTo>
                      <a:pt x="38100" y="29623"/>
                      <a:pt x="29528" y="38100"/>
                      <a:pt x="19050" y="38100"/>
                    </a:cubicBezTo>
                    <a:cubicBezTo>
                      <a:pt x="8572" y="38100"/>
                      <a:pt x="0" y="29528"/>
                      <a:pt x="0" y="19050"/>
                    </a:cubicBezTo>
                    <a:cubicBezTo>
                      <a:pt x="0" y="8573"/>
                      <a:pt x="8572" y="0"/>
                      <a:pt x="19050" y="0"/>
                    </a:cubicBezTo>
                    <a:cubicBezTo>
                      <a:pt x="29528" y="0"/>
                      <a:pt x="38100" y="8573"/>
                      <a:pt x="38100" y="19050"/>
                    </a:cubicBezTo>
                    <a:close/>
                  </a:path>
                </a:pathLst>
              </a:custGeom>
              <a:solidFill>
                <a:srgbClr val="E6EAF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714" name="Google Shape;2714;p90"/>
          <p:cNvGrpSpPr/>
          <p:nvPr/>
        </p:nvGrpSpPr>
        <p:grpSpPr>
          <a:xfrm>
            <a:off x="8582238" y="611818"/>
            <a:ext cx="33124" cy="442802"/>
            <a:chOff x="10809827" y="4402455"/>
            <a:chExt cx="24764" cy="330993"/>
          </a:xfrm>
        </p:grpSpPr>
        <p:sp>
          <p:nvSpPr>
            <p:cNvPr id="2715" name="Google Shape;2715;p90"/>
            <p:cNvSpPr/>
            <p:nvPr/>
          </p:nvSpPr>
          <p:spPr>
            <a:xfrm>
              <a:off x="10822209" y="4414266"/>
              <a:ext cx="9525" cy="307467"/>
            </a:xfrm>
            <a:custGeom>
              <a:rect b="b" l="l" r="r" t="t"/>
              <a:pathLst>
                <a:path extrusionOk="0" h="307467" w="9525">
                  <a:moveTo>
                    <a:pt x="-1" y="307467"/>
                  </a:moveTo>
                  <a:lnTo>
                    <a:pt x="-1" y="0"/>
                  </a:lnTo>
                </a:path>
              </a:pathLst>
            </a:custGeom>
            <a:solidFill>
              <a:schemeClr val="accent4"/>
            </a:solidFill>
            <a:ln cap="flat" cmpd="sng" w="10950">
              <a:solidFill>
                <a:schemeClr val="accent4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16" name="Google Shape;2716;p90"/>
            <p:cNvSpPr/>
            <p:nvPr/>
          </p:nvSpPr>
          <p:spPr>
            <a:xfrm>
              <a:off x="10809827" y="4708683"/>
              <a:ext cx="24764" cy="24765"/>
            </a:xfrm>
            <a:custGeom>
              <a:rect b="b" l="l" r="r" t="t"/>
              <a:pathLst>
                <a:path extrusionOk="0" h="24765" w="24764">
                  <a:moveTo>
                    <a:pt x="24765" y="12382"/>
                  </a:moveTo>
                  <a:cubicBezTo>
                    <a:pt x="24765" y="19240"/>
                    <a:pt x="19241" y="24765"/>
                    <a:pt x="12382" y="24765"/>
                  </a:cubicBezTo>
                  <a:cubicBezTo>
                    <a:pt x="5524" y="24765"/>
                    <a:pt x="0" y="19240"/>
                    <a:pt x="0" y="12382"/>
                  </a:cubicBezTo>
                  <a:cubicBezTo>
                    <a:pt x="0" y="5524"/>
                    <a:pt x="5524" y="0"/>
                    <a:pt x="12382" y="0"/>
                  </a:cubicBezTo>
                  <a:cubicBezTo>
                    <a:pt x="19241" y="0"/>
                    <a:pt x="24765" y="5524"/>
                    <a:pt x="24765" y="12382"/>
                  </a:cubicBezTo>
                  <a:close/>
                </a:path>
              </a:pathLst>
            </a:cu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17" name="Google Shape;2717;p90"/>
            <p:cNvSpPr/>
            <p:nvPr/>
          </p:nvSpPr>
          <p:spPr>
            <a:xfrm>
              <a:off x="10809827" y="4402455"/>
              <a:ext cx="24764" cy="24764"/>
            </a:xfrm>
            <a:custGeom>
              <a:rect b="b" l="l" r="r" t="t"/>
              <a:pathLst>
                <a:path extrusionOk="0" h="24764" w="24764">
                  <a:moveTo>
                    <a:pt x="24765" y="12382"/>
                  </a:moveTo>
                  <a:cubicBezTo>
                    <a:pt x="24765" y="5524"/>
                    <a:pt x="19241" y="0"/>
                    <a:pt x="12382" y="0"/>
                  </a:cubicBezTo>
                  <a:cubicBezTo>
                    <a:pt x="5524" y="0"/>
                    <a:pt x="0" y="5524"/>
                    <a:pt x="0" y="12382"/>
                  </a:cubicBezTo>
                  <a:cubicBezTo>
                    <a:pt x="0" y="19240"/>
                    <a:pt x="5524" y="24765"/>
                    <a:pt x="12382" y="24765"/>
                  </a:cubicBezTo>
                  <a:cubicBezTo>
                    <a:pt x="19241" y="24765"/>
                    <a:pt x="24765" y="19240"/>
                    <a:pt x="24765" y="12382"/>
                  </a:cubicBezTo>
                  <a:close/>
                </a:path>
              </a:pathLst>
            </a:cu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5">
    <p:spTree>
      <p:nvGrpSpPr>
        <p:cNvPr id="2718" name="Shape 2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9" name="Google Shape;2719;p91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720" name="Google Shape;2720;p91"/>
          <p:cNvSpPr txBox="1"/>
          <p:nvPr>
            <p:ph idx="1" type="subTitle"/>
          </p:nvPr>
        </p:nvSpPr>
        <p:spPr>
          <a:xfrm>
            <a:off x="1253225" y="2053700"/>
            <a:ext cx="2811000" cy="103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721" name="Google Shape;2721;p91"/>
          <p:cNvSpPr txBox="1"/>
          <p:nvPr>
            <p:ph idx="2" type="subTitle"/>
          </p:nvPr>
        </p:nvSpPr>
        <p:spPr>
          <a:xfrm>
            <a:off x="5079776" y="2053700"/>
            <a:ext cx="2811000" cy="103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722" name="Google Shape;2722;p91"/>
          <p:cNvSpPr txBox="1"/>
          <p:nvPr>
            <p:ph idx="3" type="subTitle"/>
          </p:nvPr>
        </p:nvSpPr>
        <p:spPr>
          <a:xfrm>
            <a:off x="1253225" y="3565300"/>
            <a:ext cx="2811000" cy="103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723" name="Google Shape;2723;p91"/>
          <p:cNvSpPr txBox="1"/>
          <p:nvPr>
            <p:ph idx="4" type="subTitle"/>
          </p:nvPr>
        </p:nvSpPr>
        <p:spPr>
          <a:xfrm>
            <a:off x="5079776" y="3565300"/>
            <a:ext cx="2811000" cy="103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724" name="Google Shape;2724;p91"/>
          <p:cNvSpPr txBox="1"/>
          <p:nvPr>
            <p:ph idx="5" type="subTitle"/>
          </p:nvPr>
        </p:nvSpPr>
        <p:spPr>
          <a:xfrm>
            <a:off x="1253225" y="1363500"/>
            <a:ext cx="2811000" cy="69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8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725" name="Google Shape;2725;p91"/>
          <p:cNvSpPr txBox="1"/>
          <p:nvPr>
            <p:ph idx="6" type="subTitle"/>
          </p:nvPr>
        </p:nvSpPr>
        <p:spPr>
          <a:xfrm>
            <a:off x="1253225" y="2875125"/>
            <a:ext cx="2811000" cy="69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8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726" name="Google Shape;2726;p91"/>
          <p:cNvSpPr txBox="1"/>
          <p:nvPr>
            <p:ph idx="7" type="subTitle"/>
          </p:nvPr>
        </p:nvSpPr>
        <p:spPr>
          <a:xfrm>
            <a:off x="5079750" y="1363500"/>
            <a:ext cx="2811000" cy="69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8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727" name="Google Shape;2727;p91"/>
          <p:cNvSpPr txBox="1"/>
          <p:nvPr>
            <p:ph idx="8" type="subTitle"/>
          </p:nvPr>
        </p:nvSpPr>
        <p:spPr>
          <a:xfrm>
            <a:off x="5079750" y="2875125"/>
            <a:ext cx="2811000" cy="69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8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728" name="Google Shape;2728;p91"/>
          <p:cNvSpPr/>
          <p:nvPr/>
        </p:nvSpPr>
        <p:spPr>
          <a:xfrm flipH="1" rot="8819869">
            <a:off x="7035528" y="3933627"/>
            <a:ext cx="3158468" cy="2509642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9" name="Google Shape;2729;p91"/>
          <p:cNvSpPr/>
          <p:nvPr/>
        </p:nvSpPr>
        <p:spPr>
          <a:xfrm flipH="1" rot="-3657034">
            <a:off x="-1336268" y="-858934"/>
            <a:ext cx="2746020" cy="1921695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730" name="Google Shape;2730;p91"/>
          <p:cNvGrpSpPr/>
          <p:nvPr/>
        </p:nvGrpSpPr>
        <p:grpSpPr>
          <a:xfrm>
            <a:off x="65066" y="4373044"/>
            <a:ext cx="878158" cy="654532"/>
            <a:chOff x="1114425" y="4361211"/>
            <a:chExt cx="573023" cy="427101"/>
          </a:xfrm>
        </p:grpSpPr>
        <p:grpSp>
          <p:nvGrpSpPr>
            <p:cNvPr id="2731" name="Google Shape;2731;p91"/>
            <p:cNvGrpSpPr/>
            <p:nvPr/>
          </p:nvGrpSpPr>
          <p:grpSpPr>
            <a:xfrm>
              <a:off x="1114425" y="4361211"/>
              <a:ext cx="573023" cy="427101"/>
              <a:chOff x="1114425" y="4361211"/>
              <a:chExt cx="573023" cy="427101"/>
            </a:xfrm>
          </p:grpSpPr>
          <p:sp>
            <p:nvSpPr>
              <p:cNvPr id="2732" name="Google Shape;2732;p91"/>
              <p:cNvSpPr/>
              <p:nvPr/>
            </p:nvSpPr>
            <p:spPr>
              <a:xfrm>
                <a:off x="1241964" y="4361211"/>
                <a:ext cx="445484" cy="299466"/>
              </a:xfrm>
              <a:custGeom>
                <a:rect b="b" l="l" r="r" t="t"/>
                <a:pathLst>
                  <a:path extrusionOk="0" h="299466" w="445484">
                    <a:moveTo>
                      <a:pt x="139160" y="7715"/>
                    </a:moveTo>
                    <a:lnTo>
                      <a:pt x="173450" y="42005"/>
                    </a:lnTo>
                    <a:cubicBezTo>
                      <a:pt x="178403" y="46958"/>
                      <a:pt x="185166" y="49721"/>
                      <a:pt x="192215" y="49721"/>
                    </a:cubicBezTo>
                    <a:lnTo>
                      <a:pt x="419005" y="49721"/>
                    </a:lnTo>
                    <a:cubicBezTo>
                      <a:pt x="433673" y="49721"/>
                      <a:pt x="445484" y="61627"/>
                      <a:pt x="445484" y="76200"/>
                    </a:cubicBezTo>
                    <a:lnTo>
                      <a:pt x="445484" y="272987"/>
                    </a:lnTo>
                    <a:cubicBezTo>
                      <a:pt x="445484" y="287655"/>
                      <a:pt x="433578" y="299466"/>
                      <a:pt x="419005" y="299466"/>
                    </a:cubicBezTo>
                    <a:lnTo>
                      <a:pt x="26479" y="299466"/>
                    </a:lnTo>
                    <a:cubicBezTo>
                      <a:pt x="11811" y="299466"/>
                      <a:pt x="0" y="287560"/>
                      <a:pt x="0" y="272987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79" y="0"/>
                    </a:cubicBezTo>
                    <a:lnTo>
                      <a:pt x="120396" y="0"/>
                    </a:lnTo>
                    <a:cubicBezTo>
                      <a:pt x="127445" y="0"/>
                      <a:pt x="134207" y="2762"/>
                      <a:pt x="139160" y="7715"/>
                    </a:cubicBezTo>
                    <a:close/>
                  </a:path>
                </a:pathLst>
              </a:custGeom>
              <a:solidFill>
                <a:srgbClr val="35363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33" name="Google Shape;2733;p91"/>
              <p:cNvSpPr/>
              <p:nvPr/>
            </p:nvSpPr>
            <p:spPr>
              <a:xfrm>
                <a:off x="1178242" y="4425029"/>
                <a:ext cx="445484" cy="299466"/>
              </a:xfrm>
              <a:custGeom>
                <a:rect b="b" l="l" r="r" t="t"/>
                <a:pathLst>
                  <a:path extrusionOk="0" h="299466" w="445484">
                    <a:moveTo>
                      <a:pt x="139160" y="7620"/>
                    </a:moveTo>
                    <a:lnTo>
                      <a:pt x="173450" y="41910"/>
                    </a:lnTo>
                    <a:cubicBezTo>
                      <a:pt x="178403" y="46863"/>
                      <a:pt x="185166" y="49721"/>
                      <a:pt x="192215" y="49721"/>
                    </a:cubicBezTo>
                    <a:lnTo>
                      <a:pt x="419005" y="49721"/>
                    </a:lnTo>
                    <a:cubicBezTo>
                      <a:pt x="433673" y="49721"/>
                      <a:pt x="445484" y="61627"/>
                      <a:pt x="445484" y="76200"/>
                    </a:cubicBezTo>
                    <a:lnTo>
                      <a:pt x="445484" y="272987"/>
                    </a:lnTo>
                    <a:cubicBezTo>
                      <a:pt x="445484" y="287655"/>
                      <a:pt x="433578" y="299466"/>
                      <a:pt x="419005" y="299466"/>
                    </a:cubicBezTo>
                    <a:lnTo>
                      <a:pt x="26479" y="299466"/>
                    </a:lnTo>
                    <a:cubicBezTo>
                      <a:pt x="11811" y="299466"/>
                      <a:pt x="0" y="287560"/>
                      <a:pt x="0" y="272987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79" y="0"/>
                    </a:cubicBezTo>
                    <a:lnTo>
                      <a:pt x="120396" y="0"/>
                    </a:lnTo>
                    <a:cubicBezTo>
                      <a:pt x="127445" y="0"/>
                      <a:pt x="134207" y="2762"/>
                      <a:pt x="139160" y="7715"/>
                    </a:cubicBezTo>
                    <a:close/>
                  </a:path>
                </a:pathLst>
              </a:custGeom>
              <a:solidFill>
                <a:srgbClr val="42444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34" name="Google Shape;2734;p91"/>
              <p:cNvSpPr/>
              <p:nvPr/>
            </p:nvSpPr>
            <p:spPr>
              <a:xfrm>
                <a:off x="1114425" y="4488846"/>
                <a:ext cx="445484" cy="299466"/>
              </a:xfrm>
              <a:custGeom>
                <a:rect b="b" l="l" r="r" t="t"/>
                <a:pathLst>
                  <a:path extrusionOk="0" h="299466" w="445484">
                    <a:moveTo>
                      <a:pt x="139160" y="7620"/>
                    </a:moveTo>
                    <a:lnTo>
                      <a:pt x="173450" y="41910"/>
                    </a:lnTo>
                    <a:cubicBezTo>
                      <a:pt x="178403" y="46863"/>
                      <a:pt x="185166" y="49721"/>
                      <a:pt x="192215" y="49721"/>
                    </a:cubicBezTo>
                    <a:lnTo>
                      <a:pt x="419005" y="49721"/>
                    </a:lnTo>
                    <a:cubicBezTo>
                      <a:pt x="433673" y="49721"/>
                      <a:pt x="445484" y="61627"/>
                      <a:pt x="445484" y="76200"/>
                    </a:cubicBezTo>
                    <a:lnTo>
                      <a:pt x="445484" y="272987"/>
                    </a:lnTo>
                    <a:cubicBezTo>
                      <a:pt x="445484" y="287655"/>
                      <a:pt x="433578" y="299466"/>
                      <a:pt x="419005" y="299466"/>
                    </a:cubicBezTo>
                    <a:lnTo>
                      <a:pt x="26480" y="299466"/>
                    </a:lnTo>
                    <a:cubicBezTo>
                      <a:pt x="11811" y="299466"/>
                      <a:pt x="0" y="287560"/>
                      <a:pt x="0" y="272987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80" y="0"/>
                    </a:cubicBezTo>
                    <a:lnTo>
                      <a:pt x="120396" y="0"/>
                    </a:lnTo>
                    <a:cubicBezTo>
                      <a:pt x="127445" y="0"/>
                      <a:pt x="134207" y="2762"/>
                      <a:pt x="139160" y="7811"/>
                    </a:cubicBezTo>
                    <a:close/>
                  </a:path>
                </a:pathLst>
              </a:custGeom>
              <a:solidFill>
                <a:srgbClr val="6F708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735" name="Google Shape;2735;p91"/>
            <p:cNvSpPr/>
            <p:nvPr/>
          </p:nvSpPr>
          <p:spPr>
            <a:xfrm>
              <a:off x="1303210" y="4628965"/>
              <a:ext cx="68735" cy="82063"/>
            </a:xfrm>
            <a:custGeom>
              <a:rect b="b" l="l" r="r" t="t"/>
              <a:pathLst>
                <a:path extrusionOk="0" h="82063" w="68735">
                  <a:moveTo>
                    <a:pt x="0" y="6471"/>
                  </a:moveTo>
                  <a:lnTo>
                    <a:pt x="0" y="75527"/>
                  </a:lnTo>
                  <a:cubicBezTo>
                    <a:pt x="0" y="80575"/>
                    <a:pt x="5524" y="83719"/>
                    <a:pt x="9811" y="81147"/>
                  </a:cubicBezTo>
                  <a:lnTo>
                    <a:pt x="65532" y="48095"/>
                  </a:lnTo>
                  <a:cubicBezTo>
                    <a:pt x="69723" y="45619"/>
                    <a:pt x="69818" y="39618"/>
                    <a:pt x="65723" y="37046"/>
                  </a:cubicBezTo>
                  <a:lnTo>
                    <a:pt x="10001" y="1042"/>
                  </a:lnTo>
                  <a:cubicBezTo>
                    <a:pt x="5715" y="-1721"/>
                    <a:pt x="0" y="1327"/>
                    <a:pt x="0" y="647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736" name="Google Shape;2736;p91"/>
          <p:cNvGrpSpPr/>
          <p:nvPr/>
        </p:nvGrpSpPr>
        <p:grpSpPr>
          <a:xfrm>
            <a:off x="8114970" y="266839"/>
            <a:ext cx="829992" cy="750888"/>
            <a:chOff x="8114596" y="445039"/>
            <a:chExt cx="633002" cy="572716"/>
          </a:xfrm>
        </p:grpSpPr>
        <p:grpSp>
          <p:nvGrpSpPr>
            <p:cNvPr id="2737" name="Google Shape;2737;p91"/>
            <p:cNvGrpSpPr/>
            <p:nvPr/>
          </p:nvGrpSpPr>
          <p:grpSpPr>
            <a:xfrm>
              <a:off x="8114596" y="445039"/>
              <a:ext cx="633002" cy="572716"/>
              <a:chOff x="7189660" y="520827"/>
              <a:chExt cx="598074" cy="541115"/>
            </a:xfrm>
          </p:grpSpPr>
          <p:sp>
            <p:nvSpPr>
              <p:cNvPr id="2738" name="Google Shape;2738;p91"/>
              <p:cNvSpPr/>
              <p:nvPr/>
            </p:nvSpPr>
            <p:spPr>
              <a:xfrm>
                <a:off x="7189660" y="520827"/>
                <a:ext cx="598074" cy="541115"/>
              </a:xfrm>
              <a:custGeom>
                <a:rect b="b" l="l" r="r" t="t"/>
                <a:pathLst>
                  <a:path extrusionOk="0" h="541115" w="598074">
                    <a:moveTo>
                      <a:pt x="557022" y="0"/>
                    </a:moveTo>
                    <a:cubicBezTo>
                      <a:pt x="579695" y="0"/>
                      <a:pt x="598075" y="18380"/>
                      <a:pt x="598075" y="41053"/>
                    </a:cubicBezTo>
                    <a:lnTo>
                      <a:pt x="598075" y="500063"/>
                    </a:lnTo>
                    <a:cubicBezTo>
                      <a:pt x="598075" y="522735"/>
                      <a:pt x="579695" y="541115"/>
                      <a:pt x="557022" y="541115"/>
                    </a:cubicBezTo>
                    <a:lnTo>
                      <a:pt x="41053" y="541115"/>
                    </a:lnTo>
                    <a:cubicBezTo>
                      <a:pt x="18380" y="541115"/>
                      <a:pt x="0" y="522735"/>
                      <a:pt x="0" y="500063"/>
                    </a:cubicBezTo>
                    <a:lnTo>
                      <a:pt x="0" y="41053"/>
                    </a:lnTo>
                    <a:cubicBezTo>
                      <a:pt x="0" y="18380"/>
                      <a:pt x="18380" y="0"/>
                      <a:pt x="410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2739" name="Google Shape;2739;p91"/>
              <p:cNvGrpSpPr/>
              <p:nvPr/>
            </p:nvGrpSpPr>
            <p:grpSpPr>
              <a:xfrm>
                <a:off x="7579137" y="551973"/>
                <a:ext cx="164782" cy="41529"/>
                <a:chOff x="7579137" y="551973"/>
                <a:chExt cx="164782" cy="41529"/>
              </a:xfrm>
            </p:grpSpPr>
            <p:sp>
              <p:nvSpPr>
                <p:cNvPr id="2740" name="Google Shape;2740;p91"/>
                <p:cNvSpPr/>
                <p:nvPr/>
              </p:nvSpPr>
              <p:spPr>
                <a:xfrm>
                  <a:off x="7702391" y="551973"/>
                  <a:ext cx="41528" cy="41529"/>
                </a:xfrm>
                <a:custGeom>
                  <a:rect b="b" l="l" r="r" t="t"/>
                  <a:pathLst>
                    <a:path extrusionOk="0" h="41529" w="41528">
                      <a:moveTo>
                        <a:pt x="41529" y="20765"/>
                      </a:moveTo>
                      <a:cubicBezTo>
                        <a:pt x="41529" y="32290"/>
                        <a:pt x="32195" y="41529"/>
                        <a:pt x="20764" y="41529"/>
                      </a:cubicBezTo>
                      <a:cubicBezTo>
                        <a:pt x="9334" y="41529"/>
                        <a:pt x="0" y="32195"/>
                        <a:pt x="0" y="20765"/>
                      </a:cubicBezTo>
                      <a:cubicBezTo>
                        <a:pt x="0" y="9335"/>
                        <a:pt x="9334" y="0"/>
                        <a:pt x="20764" y="0"/>
                      </a:cubicBezTo>
                      <a:cubicBezTo>
                        <a:pt x="32195" y="0"/>
                        <a:pt x="41529" y="9335"/>
                        <a:pt x="41529" y="20765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741" name="Google Shape;2741;p91"/>
                <p:cNvSpPr/>
                <p:nvPr/>
              </p:nvSpPr>
              <p:spPr>
                <a:xfrm>
                  <a:off x="7640764" y="551973"/>
                  <a:ext cx="41528" cy="41529"/>
                </a:xfrm>
                <a:custGeom>
                  <a:rect b="b" l="l" r="r" t="t"/>
                  <a:pathLst>
                    <a:path extrusionOk="0" h="41529" w="41528">
                      <a:moveTo>
                        <a:pt x="41529" y="20765"/>
                      </a:moveTo>
                      <a:cubicBezTo>
                        <a:pt x="41529" y="32290"/>
                        <a:pt x="32195" y="41529"/>
                        <a:pt x="20764" y="41529"/>
                      </a:cubicBezTo>
                      <a:cubicBezTo>
                        <a:pt x="9334" y="41529"/>
                        <a:pt x="0" y="32195"/>
                        <a:pt x="0" y="20765"/>
                      </a:cubicBezTo>
                      <a:cubicBezTo>
                        <a:pt x="0" y="9335"/>
                        <a:pt x="9334" y="0"/>
                        <a:pt x="20764" y="0"/>
                      </a:cubicBezTo>
                      <a:cubicBezTo>
                        <a:pt x="32195" y="0"/>
                        <a:pt x="41529" y="9335"/>
                        <a:pt x="41529" y="20765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742" name="Google Shape;2742;p91"/>
                <p:cNvSpPr/>
                <p:nvPr/>
              </p:nvSpPr>
              <p:spPr>
                <a:xfrm>
                  <a:off x="7579137" y="551973"/>
                  <a:ext cx="41528" cy="41529"/>
                </a:xfrm>
                <a:custGeom>
                  <a:rect b="b" l="l" r="r" t="t"/>
                  <a:pathLst>
                    <a:path extrusionOk="0" h="41529" w="41528">
                      <a:moveTo>
                        <a:pt x="41529" y="20765"/>
                      </a:moveTo>
                      <a:cubicBezTo>
                        <a:pt x="41529" y="32290"/>
                        <a:pt x="32195" y="41529"/>
                        <a:pt x="20764" y="41529"/>
                      </a:cubicBezTo>
                      <a:cubicBezTo>
                        <a:pt x="9334" y="41529"/>
                        <a:pt x="0" y="32195"/>
                        <a:pt x="0" y="20765"/>
                      </a:cubicBezTo>
                      <a:cubicBezTo>
                        <a:pt x="0" y="9335"/>
                        <a:pt x="9334" y="0"/>
                        <a:pt x="20764" y="0"/>
                      </a:cubicBezTo>
                      <a:cubicBezTo>
                        <a:pt x="32195" y="0"/>
                        <a:pt x="41529" y="9335"/>
                        <a:pt x="41529" y="20765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2743" name="Google Shape;2743;p91"/>
            <p:cNvGrpSpPr/>
            <p:nvPr/>
          </p:nvGrpSpPr>
          <p:grpSpPr>
            <a:xfrm>
              <a:off x="8184962" y="619646"/>
              <a:ext cx="498115" cy="257273"/>
              <a:chOff x="7256144" y="685800"/>
              <a:chExt cx="470630" cy="243077"/>
            </a:xfrm>
          </p:grpSpPr>
          <p:sp>
            <p:nvSpPr>
              <p:cNvPr id="2744" name="Google Shape;2744;p91"/>
              <p:cNvSpPr/>
              <p:nvPr/>
            </p:nvSpPr>
            <p:spPr>
              <a:xfrm>
                <a:off x="7256144" y="694753"/>
                <a:ext cx="218503" cy="218217"/>
              </a:xfrm>
              <a:custGeom>
                <a:rect b="b" l="l" r="r" t="t"/>
                <a:pathLst>
                  <a:path extrusionOk="0" h="218217" w="218503">
                    <a:moveTo>
                      <a:pt x="216598" y="129540"/>
                    </a:moveTo>
                    <a:cubicBezTo>
                      <a:pt x="217837" y="122968"/>
                      <a:pt x="218504" y="116110"/>
                      <a:pt x="218504" y="109156"/>
                    </a:cubicBezTo>
                    <a:cubicBezTo>
                      <a:pt x="218504" y="102203"/>
                      <a:pt x="217837" y="95440"/>
                      <a:pt x="216598" y="88773"/>
                    </a:cubicBezTo>
                    <a:lnTo>
                      <a:pt x="181261" y="88773"/>
                    </a:lnTo>
                    <a:cubicBezTo>
                      <a:pt x="179641" y="83058"/>
                      <a:pt x="177451" y="77724"/>
                      <a:pt x="174593" y="72676"/>
                    </a:cubicBezTo>
                    <a:lnTo>
                      <a:pt x="199549" y="47720"/>
                    </a:lnTo>
                    <a:cubicBezTo>
                      <a:pt x="191834" y="36385"/>
                      <a:pt x="182118" y="26670"/>
                      <a:pt x="170783" y="18955"/>
                    </a:cubicBezTo>
                    <a:lnTo>
                      <a:pt x="145732" y="44005"/>
                    </a:lnTo>
                    <a:cubicBezTo>
                      <a:pt x="140684" y="41148"/>
                      <a:pt x="135255" y="38957"/>
                      <a:pt x="129635" y="37338"/>
                    </a:cubicBezTo>
                    <a:lnTo>
                      <a:pt x="129635" y="1905"/>
                    </a:lnTo>
                    <a:cubicBezTo>
                      <a:pt x="123063" y="667"/>
                      <a:pt x="116205" y="0"/>
                      <a:pt x="109252" y="0"/>
                    </a:cubicBezTo>
                    <a:cubicBezTo>
                      <a:pt x="102298" y="0"/>
                      <a:pt x="95536" y="667"/>
                      <a:pt x="88868" y="1905"/>
                    </a:cubicBezTo>
                    <a:lnTo>
                      <a:pt x="88868" y="37338"/>
                    </a:lnTo>
                    <a:cubicBezTo>
                      <a:pt x="83154" y="38957"/>
                      <a:pt x="77819" y="41148"/>
                      <a:pt x="72771" y="44005"/>
                    </a:cubicBezTo>
                    <a:lnTo>
                      <a:pt x="47720" y="18955"/>
                    </a:lnTo>
                    <a:cubicBezTo>
                      <a:pt x="36386" y="26670"/>
                      <a:pt x="26670" y="36481"/>
                      <a:pt x="18955" y="47720"/>
                    </a:cubicBezTo>
                    <a:lnTo>
                      <a:pt x="43910" y="72676"/>
                    </a:lnTo>
                    <a:cubicBezTo>
                      <a:pt x="41053" y="77724"/>
                      <a:pt x="38862" y="83153"/>
                      <a:pt x="37243" y="88773"/>
                    </a:cubicBezTo>
                    <a:lnTo>
                      <a:pt x="1905" y="88773"/>
                    </a:lnTo>
                    <a:cubicBezTo>
                      <a:pt x="667" y="95345"/>
                      <a:pt x="0" y="102203"/>
                      <a:pt x="0" y="109156"/>
                    </a:cubicBezTo>
                    <a:cubicBezTo>
                      <a:pt x="0" y="116110"/>
                      <a:pt x="667" y="122873"/>
                      <a:pt x="1905" y="129540"/>
                    </a:cubicBezTo>
                    <a:lnTo>
                      <a:pt x="37243" y="129540"/>
                    </a:lnTo>
                    <a:cubicBezTo>
                      <a:pt x="38862" y="135255"/>
                      <a:pt x="41053" y="140589"/>
                      <a:pt x="43910" y="145637"/>
                    </a:cubicBezTo>
                    <a:lnTo>
                      <a:pt x="18955" y="170593"/>
                    </a:lnTo>
                    <a:cubicBezTo>
                      <a:pt x="26670" y="181928"/>
                      <a:pt x="36386" y="191643"/>
                      <a:pt x="47720" y="199358"/>
                    </a:cubicBezTo>
                    <a:lnTo>
                      <a:pt x="72771" y="174308"/>
                    </a:lnTo>
                    <a:cubicBezTo>
                      <a:pt x="77819" y="177165"/>
                      <a:pt x="83248" y="179356"/>
                      <a:pt x="88868" y="180975"/>
                    </a:cubicBezTo>
                    <a:lnTo>
                      <a:pt x="88868" y="216313"/>
                    </a:lnTo>
                    <a:cubicBezTo>
                      <a:pt x="95441" y="217551"/>
                      <a:pt x="102298" y="218218"/>
                      <a:pt x="109252" y="218218"/>
                    </a:cubicBezTo>
                    <a:cubicBezTo>
                      <a:pt x="116205" y="218218"/>
                      <a:pt x="122968" y="217551"/>
                      <a:pt x="129635" y="216313"/>
                    </a:cubicBezTo>
                    <a:lnTo>
                      <a:pt x="129635" y="180975"/>
                    </a:lnTo>
                    <a:cubicBezTo>
                      <a:pt x="135350" y="179356"/>
                      <a:pt x="140684" y="177070"/>
                      <a:pt x="145732" y="174308"/>
                    </a:cubicBezTo>
                    <a:lnTo>
                      <a:pt x="170783" y="199358"/>
                    </a:lnTo>
                    <a:cubicBezTo>
                      <a:pt x="182118" y="191643"/>
                      <a:pt x="191834" y="181928"/>
                      <a:pt x="199549" y="170593"/>
                    </a:cubicBezTo>
                    <a:lnTo>
                      <a:pt x="174593" y="145542"/>
                    </a:lnTo>
                    <a:cubicBezTo>
                      <a:pt x="177451" y="140494"/>
                      <a:pt x="179641" y="135064"/>
                      <a:pt x="181261" y="129445"/>
                    </a:cubicBezTo>
                    <a:lnTo>
                      <a:pt x="216598" y="129445"/>
                    </a:lnTo>
                    <a:close/>
                    <a:moveTo>
                      <a:pt x="109252" y="131255"/>
                    </a:moveTo>
                    <a:cubicBezTo>
                      <a:pt x="97060" y="131255"/>
                      <a:pt x="87249" y="121349"/>
                      <a:pt x="87249" y="109252"/>
                    </a:cubicBezTo>
                    <a:cubicBezTo>
                      <a:pt x="87249" y="97155"/>
                      <a:pt x="97155" y="87249"/>
                      <a:pt x="109252" y="87249"/>
                    </a:cubicBezTo>
                    <a:cubicBezTo>
                      <a:pt x="121348" y="87249"/>
                      <a:pt x="131255" y="97155"/>
                      <a:pt x="131255" y="109252"/>
                    </a:cubicBezTo>
                    <a:cubicBezTo>
                      <a:pt x="131255" y="121349"/>
                      <a:pt x="121348" y="131255"/>
                      <a:pt x="109252" y="131255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2745" name="Google Shape;2745;p91"/>
              <p:cNvGrpSpPr/>
              <p:nvPr/>
            </p:nvGrpSpPr>
            <p:grpSpPr>
              <a:xfrm>
                <a:off x="7512843" y="685800"/>
                <a:ext cx="213931" cy="243077"/>
                <a:chOff x="7512843" y="685800"/>
                <a:chExt cx="213931" cy="243077"/>
              </a:xfrm>
            </p:grpSpPr>
            <p:grpSp>
              <p:nvGrpSpPr>
                <p:cNvPr id="2746" name="Google Shape;2746;p91"/>
                <p:cNvGrpSpPr/>
                <p:nvPr/>
              </p:nvGrpSpPr>
              <p:grpSpPr>
                <a:xfrm>
                  <a:off x="7512843" y="836580"/>
                  <a:ext cx="213931" cy="92297"/>
                  <a:chOff x="7512843" y="836580"/>
                  <a:chExt cx="213931" cy="92297"/>
                </a:xfrm>
              </p:grpSpPr>
              <p:sp>
                <p:nvSpPr>
                  <p:cNvPr id="2747" name="Google Shape;2747;p91"/>
                  <p:cNvSpPr/>
                  <p:nvPr/>
                </p:nvSpPr>
                <p:spPr>
                  <a:xfrm>
                    <a:off x="7512843" y="856011"/>
                    <a:ext cx="213931" cy="72866"/>
                  </a:xfrm>
                  <a:custGeom>
                    <a:rect b="b" l="l" r="r" t="t"/>
                    <a:pathLst>
                      <a:path extrusionOk="0" h="72866" w="213931">
                        <a:moveTo>
                          <a:pt x="0" y="0"/>
                        </a:moveTo>
                        <a:lnTo>
                          <a:pt x="0" y="53435"/>
                        </a:lnTo>
                        <a:cubicBezTo>
                          <a:pt x="0" y="64199"/>
                          <a:pt x="47911" y="72866"/>
                          <a:pt x="106966" y="72866"/>
                        </a:cubicBezTo>
                        <a:cubicBezTo>
                          <a:pt x="166021" y="72866"/>
                          <a:pt x="213932" y="64199"/>
                          <a:pt x="213932" y="53435"/>
                        </a:cubicBezTo>
                        <a:lnTo>
                          <a:pt x="213932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748" name="Google Shape;2748;p91"/>
                  <p:cNvSpPr/>
                  <p:nvPr/>
                </p:nvSpPr>
                <p:spPr>
                  <a:xfrm>
                    <a:off x="7512843" y="836580"/>
                    <a:ext cx="213931" cy="38861"/>
                  </a:xfrm>
                  <a:custGeom>
                    <a:rect b="b" l="l" r="r" t="t"/>
                    <a:pathLst>
                      <a:path extrusionOk="0" h="38861" w="213931">
                        <a:moveTo>
                          <a:pt x="213932" y="19431"/>
                        </a:moveTo>
                        <a:cubicBezTo>
                          <a:pt x="213932" y="30162"/>
                          <a:pt x="166042" y="38862"/>
                          <a:pt x="106966" y="38862"/>
                        </a:cubicBezTo>
                        <a:cubicBezTo>
                          <a:pt x="47891" y="38862"/>
                          <a:pt x="1" y="30162"/>
                          <a:pt x="1" y="19431"/>
                        </a:cubicBezTo>
                        <a:cubicBezTo>
                          <a:pt x="1" y="8700"/>
                          <a:pt x="47891" y="0"/>
                          <a:pt x="106966" y="0"/>
                        </a:cubicBezTo>
                        <a:cubicBezTo>
                          <a:pt x="166042" y="0"/>
                          <a:pt x="213932" y="8700"/>
                          <a:pt x="213932" y="19431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2749" name="Google Shape;2749;p91"/>
                <p:cNvGrpSpPr/>
                <p:nvPr/>
              </p:nvGrpSpPr>
              <p:grpSpPr>
                <a:xfrm>
                  <a:off x="7512843" y="761238"/>
                  <a:ext cx="213931" cy="92296"/>
                  <a:chOff x="7512843" y="761238"/>
                  <a:chExt cx="213931" cy="92296"/>
                </a:xfrm>
              </p:grpSpPr>
              <p:sp>
                <p:nvSpPr>
                  <p:cNvPr id="2750" name="Google Shape;2750;p91"/>
                  <p:cNvSpPr/>
                  <p:nvPr/>
                </p:nvSpPr>
                <p:spPr>
                  <a:xfrm>
                    <a:off x="7512843" y="780668"/>
                    <a:ext cx="213931" cy="72866"/>
                  </a:xfrm>
                  <a:custGeom>
                    <a:rect b="b" l="l" r="r" t="t"/>
                    <a:pathLst>
                      <a:path extrusionOk="0" h="72866" w="213931">
                        <a:moveTo>
                          <a:pt x="0" y="0"/>
                        </a:moveTo>
                        <a:lnTo>
                          <a:pt x="0" y="53435"/>
                        </a:lnTo>
                        <a:cubicBezTo>
                          <a:pt x="0" y="64199"/>
                          <a:pt x="47911" y="72866"/>
                          <a:pt x="106966" y="72866"/>
                        </a:cubicBezTo>
                        <a:cubicBezTo>
                          <a:pt x="166021" y="72866"/>
                          <a:pt x="213932" y="64199"/>
                          <a:pt x="213932" y="53435"/>
                        </a:cubicBezTo>
                        <a:lnTo>
                          <a:pt x="213932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751" name="Google Shape;2751;p91"/>
                  <p:cNvSpPr/>
                  <p:nvPr/>
                </p:nvSpPr>
                <p:spPr>
                  <a:xfrm>
                    <a:off x="7512843" y="761238"/>
                    <a:ext cx="213931" cy="38861"/>
                  </a:xfrm>
                  <a:custGeom>
                    <a:rect b="b" l="l" r="r" t="t"/>
                    <a:pathLst>
                      <a:path extrusionOk="0" h="38861" w="213931">
                        <a:moveTo>
                          <a:pt x="213932" y="19431"/>
                        </a:moveTo>
                        <a:cubicBezTo>
                          <a:pt x="213932" y="30162"/>
                          <a:pt x="166042" y="38862"/>
                          <a:pt x="106966" y="38862"/>
                        </a:cubicBezTo>
                        <a:cubicBezTo>
                          <a:pt x="47891" y="38862"/>
                          <a:pt x="1" y="30162"/>
                          <a:pt x="1" y="19431"/>
                        </a:cubicBezTo>
                        <a:cubicBezTo>
                          <a:pt x="1" y="8700"/>
                          <a:pt x="47891" y="0"/>
                          <a:pt x="106966" y="0"/>
                        </a:cubicBezTo>
                        <a:cubicBezTo>
                          <a:pt x="166042" y="0"/>
                          <a:pt x="213932" y="8700"/>
                          <a:pt x="213932" y="19431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2752" name="Google Shape;2752;p91"/>
                <p:cNvGrpSpPr/>
                <p:nvPr/>
              </p:nvGrpSpPr>
              <p:grpSpPr>
                <a:xfrm>
                  <a:off x="7512843" y="685800"/>
                  <a:ext cx="213931" cy="92297"/>
                  <a:chOff x="7512843" y="685800"/>
                  <a:chExt cx="213931" cy="92297"/>
                </a:xfrm>
              </p:grpSpPr>
              <p:sp>
                <p:nvSpPr>
                  <p:cNvPr id="2753" name="Google Shape;2753;p91"/>
                  <p:cNvSpPr/>
                  <p:nvPr/>
                </p:nvSpPr>
                <p:spPr>
                  <a:xfrm>
                    <a:off x="7512843" y="705231"/>
                    <a:ext cx="213931" cy="72866"/>
                  </a:xfrm>
                  <a:custGeom>
                    <a:rect b="b" l="l" r="r" t="t"/>
                    <a:pathLst>
                      <a:path extrusionOk="0" h="72866" w="213931">
                        <a:moveTo>
                          <a:pt x="0" y="0"/>
                        </a:moveTo>
                        <a:lnTo>
                          <a:pt x="0" y="53435"/>
                        </a:lnTo>
                        <a:cubicBezTo>
                          <a:pt x="0" y="64198"/>
                          <a:pt x="47911" y="72866"/>
                          <a:pt x="106966" y="72866"/>
                        </a:cubicBezTo>
                        <a:cubicBezTo>
                          <a:pt x="166021" y="72866"/>
                          <a:pt x="213932" y="64198"/>
                          <a:pt x="213932" y="53435"/>
                        </a:cubicBezTo>
                        <a:lnTo>
                          <a:pt x="213932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754" name="Google Shape;2754;p91"/>
                  <p:cNvSpPr/>
                  <p:nvPr/>
                </p:nvSpPr>
                <p:spPr>
                  <a:xfrm>
                    <a:off x="7512843" y="685800"/>
                    <a:ext cx="213931" cy="38861"/>
                  </a:xfrm>
                  <a:custGeom>
                    <a:rect b="b" l="l" r="r" t="t"/>
                    <a:pathLst>
                      <a:path extrusionOk="0" h="38861" w="213931">
                        <a:moveTo>
                          <a:pt x="213932" y="19431"/>
                        </a:moveTo>
                        <a:cubicBezTo>
                          <a:pt x="213932" y="30162"/>
                          <a:pt x="166042" y="38862"/>
                          <a:pt x="106966" y="38862"/>
                        </a:cubicBezTo>
                        <a:cubicBezTo>
                          <a:pt x="47891" y="38862"/>
                          <a:pt x="1" y="30162"/>
                          <a:pt x="1" y="19431"/>
                        </a:cubicBezTo>
                        <a:cubicBezTo>
                          <a:pt x="1" y="8700"/>
                          <a:pt x="47891" y="0"/>
                          <a:pt x="106966" y="0"/>
                        </a:cubicBezTo>
                        <a:cubicBezTo>
                          <a:pt x="166042" y="0"/>
                          <a:pt x="213932" y="8700"/>
                          <a:pt x="213932" y="19431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</p:grpSp>
      </p:grp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7">
    <p:spTree>
      <p:nvGrpSpPr>
        <p:cNvPr id="2755" name="Shape 27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6" name="Google Shape;2756;p92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757" name="Google Shape;2757;p92"/>
          <p:cNvSpPr txBox="1"/>
          <p:nvPr>
            <p:ph idx="1" type="subTitle"/>
          </p:nvPr>
        </p:nvSpPr>
        <p:spPr>
          <a:xfrm>
            <a:off x="723900" y="1710151"/>
            <a:ext cx="1986000" cy="11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758" name="Google Shape;2758;p92"/>
          <p:cNvSpPr txBox="1"/>
          <p:nvPr>
            <p:ph idx="2" type="subTitle"/>
          </p:nvPr>
        </p:nvSpPr>
        <p:spPr>
          <a:xfrm>
            <a:off x="3577144" y="1710161"/>
            <a:ext cx="1986000" cy="11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759" name="Google Shape;2759;p92"/>
          <p:cNvSpPr txBox="1"/>
          <p:nvPr>
            <p:ph idx="3" type="subTitle"/>
          </p:nvPr>
        </p:nvSpPr>
        <p:spPr>
          <a:xfrm>
            <a:off x="723900" y="3498800"/>
            <a:ext cx="1986000" cy="11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760" name="Google Shape;2760;p92"/>
          <p:cNvSpPr txBox="1"/>
          <p:nvPr>
            <p:ph idx="4" type="subTitle"/>
          </p:nvPr>
        </p:nvSpPr>
        <p:spPr>
          <a:xfrm>
            <a:off x="3577144" y="3498800"/>
            <a:ext cx="1986000" cy="11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761" name="Google Shape;2761;p92"/>
          <p:cNvSpPr txBox="1"/>
          <p:nvPr>
            <p:ph idx="5" type="subTitle"/>
          </p:nvPr>
        </p:nvSpPr>
        <p:spPr>
          <a:xfrm>
            <a:off x="6430388" y="1710161"/>
            <a:ext cx="1986000" cy="11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762" name="Google Shape;2762;p92"/>
          <p:cNvSpPr txBox="1"/>
          <p:nvPr>
            <p:ph idx="6" type="subTitle"/>
          </p:nvPr>
        </p:nvSpPr>
        <p:spPr>
          <a:xfrm>
            <a:off x="6430388" y="3498800"/>
            <a:ext cx="1986000" cy="11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763" name="Google Shape;2763;p92"/>
          <p:cNvSpPr txBox="1"/>
          <p:nvPr>
            <p:ph idx="7" type="subTitle"/>
          </p:nvPr>
        </p:nvSpPr>
        <p:spPr>
          <a:xfrm>
            <a:off x="731700" y="1060275"/>
            <a:ext cx="1978200" cy="653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8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764" name="Google Shape;2764;p92"/>
          <p:cNvSpPr txBox="1"/>
          <p:nvPr>
            <p:ph idx="8" type="subTitle"/>
          </p:nvPr>
        </p:nvSpPr>
        <p:spPr>
          <a:xfrm>
            <a:off x="3582994" y="1060284"/>
            <a:ext cx="1978200" cy="653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8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765" name="Google Shape;2765;p92"/>
          <p:cNvSpPr txBox="1"/>
          <p:nvPr>
            <p:ph idx="9" type="subTitle"/>
          </p:nvPr>
        </p:nvSpPr>
        <p:spPr>
          <a:xfrm>
            <a:off x="6434288" y="1060284"/>
            <a:ext cx="1978200" cy="653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8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766" name="Google Shape;2766;p92"/>
          <p:cNvSpPr txBox="1"/>
          <p:nvPr>
            <p:ph idx="13" type="subTitle"/>
          </p:nvPr>
        </p:nvSpPr>
        <p:spPr>
          <a:xfrm>
            <a:off x="723900" y="2845800"/>
            <a:ext cx="1986000" cy="653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8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767" name="Google Shape;2767;p92"/>
          <p:cNvSpPr txBox="1"/>
          <p:nvPr>
            <p:ph idx="14" type="subTitle"/>
          </p:nvPr>
        </p:nvSpPr>
        <p:spPr>
          <a:xfrm>
            <a:off x="3582995" y="2845800"/>
            <a:ext cx="1978200" cy="653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8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768" name="Google Shape;2768;p92"/>
          <p:cNvSpPr txBox="1"/>
          <p:nvPr>
            <p:ph idx="15" type="subTitle"/>
          </p:nvPr>
        </p:nvSpPr>
        <p:spPr>
          <a:xfrm>
            <a:off x="6434290" y="2845800"/>
            <a:ext cx="1978200" cy="653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8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769" name="Google Shape;2769;p92"/>
          <p:cNvSpPr/>
          <p:nvPr/>
        </p:nvSpPr>
        <p:spPr>
          <a:xfrm flipH="1" rot="-3263452">
            <a:off x="7372110" y="4038327"/>
            <a:ext cx="2997856" cy="2576292"/>
          </a:xfrm>
          <a:custGeom>
            <a:rect b="b" l="l" r="r" t="t"/>
            <a:pathLst>
              <a:path extrusionOk="0" h="30330" w="38869">
                <a:moveTo>
                  <a:pt x="24297" y="1"/>
                </a:moveTo>
                <a:cubicBezTo>
                  <a:pt x="23576" y="1"/>
                  <a:pt x="22813" y="81"/>
                  <a:pt x="22018" y="271"/>
                </a:cubicBezTo>
                <a:cubicBezTo>
                  <a:pt x="16904" y="1494"/>
                  <a:pt x="14626" y="5778"/>
                  <a:pt x="11611" y="8671"/>
                </a:cubicBezTo>
                <a:cubicBezTo>
                  <a:pt x="10032" y="10186"/>
                  <a:pt x="7766" y="10684"/>
                  <a:pt x="5916" y="11826"/>
                </a:cubicBezTo>
                <a:cubicBezTo>
                  <a:pt x="0" y="15481"/>
                  <a:pt x="539" y="24197"/>
                  <a:pt x="4874" y="27639"/>
                </a:cubicBezTo>
                <a:cubicBezTo>
                  <a:pt x="7150" y="29445"/>
                  <a:pt x="9815" y="30330"/>
                  <a:pt x="12976" y="30330"/>
                </a:cubicBezTo>
                <a:cubicBezTo>
                  <a:pt x="15025" y="30330"/>
                  <a:pt x="17282" y="29958"/>
                  <a:pt x="19778" y="29225"/>
                </a:cubicBezTo>
                <a:cubicBezTo>
                  <a:pt x="26123" y="27360"/>
                  <a:pt x="30656" y="26268"/>
                  <a:pt x="34763" y="20412"/>
                </a:cubicBezTo>
                <a:cubicBezTo>
                  <a:pt x="38869" y="14558"/>
                  <a:pt x="35544" y="6859"/>
                  <a:pt x="30907" y="2368"/>
                </a:cubicBezTo>
                <a:cubicBezTo>
                  <a:pt x="30907" y="2368"/>
                  <a:pt x="28215" y="1"/>
                  <a:pt x="24297" y="1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0" name="Google Shape;2770;p92"/>
          <p:cNvSpPr/>
          <p:nvPr/>
        </p:nvSpPr>
        <p:spPr>
          <a:xfrm flipH="1" rot="531647">
            <a:off x="-1621232" y="4095570"/>
            <a:ext cx="2581069" cy="2087046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1" name="Google Shape;2771;p92"/>
          <p:cNvSpPr/>
          <p:nvPr/>
        </p:nvSpPr>
        <p:spPr>
          <a:xfrm flipH="1" rot="460658">
            <a:off x="7344116" y="-1448948"/>
            <a:ext cx="3053845" cy="2469331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772" name="Google Shape;2772;p92"/>
          <p:cNvGrpSpPr/>
          <p:nvPr/>
        </p:nvGrpSpPr>
        <p:grpSpPr>
          <a:xfrm>
            <a:off x="7931872" y="177093"/>
            <a:ext cx="997823" cy="737095"/>
            <a:chOff x="7931872" y="177093"/>
            <a:chExt cx="997823" cy="737095"/>
          </a:xfrm>
        </p:grpSpPr>
        <p:grpSp>
          <p:nvGrpSpPr>
            <p:cNvPr id="2773" name="Google Shape;2773;p92"/>
            <p:cNvGrpSpPr/>
            <p:nvPr/>
          </p:nvGrpSpPr>
          <p:grpSpPr>
            <a:xfrm>
              <a:off x="7931872" y="177093"/>
              <a:ext cx="919725" cy="318025"/>
              <a:chOff x="7230903" y="4635722"/>
              <a:chExt cx="652843" cy="225742"/>
            </a:xfrm>
          </p:grpSpPr>
          <p:sp>
            <p:nvSpPr>
              <p:cNvPr id="2774" name="Google Shape;2774;p92"/>
              <p:cNvSpPr/>
              <p:nvPr/>
            </p:nvSpPr>
            <p:spPr>
              <a:xfrm>
                <a:off x="7230903" y="4635722"/>
                <a:ext cx="652843" cy="225742"/>
              </a:xfrm>
              <a:custGeom>
                <a:rect b="b" l="l" r="r" t="t"/>
                <a:pathLst>
                  <a:path extrusionOk="0" h="225742" w="652843">
                    <a:moveTo>
                      <a:pt x="619030" y="0"/>
                    </a:moveTo>
                    <a:cubicBezTo>
                      <a:pt x="637705" y="0"/>
                      <a:pt x="652844" y="15139"/>
                      <a:pt x="652844" y="33814"/>
                    </a:cubicBezTo>
                    <a:lnTo>
                      <a:pt x="652844" y="191929"/>
                    </a:lnTo>
                    <a:cubicBezTo>
                      <a:pt x="652844" y="210603"/>
                      <a:pt x="637704" y="225742"/>
                      <a:pt x="619030" y="225742"/>
                    </a:cubicBezTo>
                    <a:lnTo>
                      <a:pt x="33814" y="225742"/>
                    </a:lnTo>
                    <a:cubicBezTo>
                      <a:pt x="15139" y="225742"/>
                      <a:pt x="0" y="210603"/>
                      <a:pt x="0" y="191929"/>
                    </a:cubicBezTo>
                    <a:lnTo>
                      <a:pt x="0" y="33814"/>
                    </a:lnTo>
                    <a:cubicBezTo>
                      <a:pt x="0" y="15139"/>
                      <a:pt x="15139" y="0"/>
                      <a:pt x="33814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75" name="Google Shape;2775;p92"/>
              <p:cNvSpPr/>
              <p:nvPr/>
            </p:nvSpPr>
            <p:spPr>
              <a:xfrm>
                <a:off x="7287577" y="4672107"/>
                <a:ext cx="151161" cy="151161"/>
              </a:xfrm>
              <a:custGeom>
                <a:rect b="b" l="l" r="r" t="t"/>
                <a:pathLst>
                  <a:path extrusionOk="0" h="151161" w="151161">
                    <a:moveTo>
                      <a:pt x="0" y="0"/>
                    </a:moveTo>
                    <a:lnTo>
                      <a:pt x="151161" y="0"/>
                    </a:lnTo>
                    <a:lnTo>
                      <a:pt x="151161" y="151162"/>
                    </a:lnTo>
                    <a:lnTo>
                      <a:pt x="0" y="151162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2776" name="Google Shape;2776;p92"/>
              <p:cNvGrpSpPr/>
              <p:nvPr/>
            </p:nvGrpSpPr>
            <p:grpSpPr>
              <a:xfrm>
                <a:off x="7487126" y="4676394"/>
                <a:ext cx="332041" cy="142684"/>
                <a:chOff x="7487126" y="4676394"/>
                <a:chExt cx="332041" cy="142684"/>
              </a:xfrm>
            </p:grpSpPr>
            <p:sp>
              <p:nvSpPr>
                <p:cNvPr id="2777" name="Google Shape;2777;p92"/>
                <p:cNvSpPr/>
                <p:nvPr/>
              </p:nvSpPr>
              <p:spPr>
                <a:xfrm>
                  <a:off x="7487126" y="4676394"/>
                  <a:ext cx="332041" cy="20383"/>
                </a:xfrm>
                <a:custGeom>
                  <a:rect b="b" l="l" r="r" t="t"/>
                  <a:pathLst>
                    <a:path extrusionOk="0" h="20383" w="332041">
                      <a:moveTo>
                        <a:pt x="0" y="0"/>
                      </a:moveTo>
                      <a:lnTo>
                        <a:pt x="332041" y="0"/>
                      </a:lnTo>
                      <a:lnTo>
                        <a:pt x="332041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778" name="Google Shape;2778;p92"/>
                <p:cNvSpPr/>
                <p:nvPr/>
              </p:nvSpPr>
              <p:spPr>
                <a:xfrm>
                  <a:off x="7487126" y="4717161"/>
                  <a:ext cx="290322" cy="20383"/>
                </a:xfrm>
                <a:custGeom>
                  <a:rect b="b" l="l" r="r" t="t"/>
                  <a:pathLst>
                    <a:path extrusionOk="0" h="20383" w="290322">
                      <a:moveTo>
                        <a:pt x="0" y="0"/>
                      </a:moveTo>
                      <a:lnTo>
                        <a:pt x="290322" y="0"/>
                      </a:lnTo>
                      <a:lnTo>
                        <a:pt x="290322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779" name="Google Shape;2779;p92"/>
                <p:cNvSpPr/>
                <p:nvPr/>
              </p:nvSpPr>
              <p:spPr>
                <a:xfrm>
                  <a:off x="7487126" y="4757928"/>
                  <a:ext cx="303942" cy="20383"/>
                </a:xfrm>
                <a:custGeom>
                  <a:rect b="b" l="l" r="r" t="t"/>
                  <a:pathLst>
                    <a:path extrusionOk="0" h="20383" w="303942">
                      <a:moveTo>
                        <a:pt x="0" y="0"/>
                      </a:moveTo>
                      <a:lnTo>
                        <a:pt x="303942" y="0"/>
                      </a:lnTo>
                      <a:lnTo>
                        <a:pt x="303942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780" name="Google Shape;2780;p92"/>
                <p:cNvSpPr/>
                <p:nvPr/>
              </p:nvSpPr>
              <p:spPr>
                <a:xfrm>
                  <a:off x="7487126" y="4798695"/>
                  <a:ext cx="171545" cy="20383"/>
                </a:xfrm>
                <a:custGeom>
                  <a:rect b="b" l="l" r="r" t="t"/>
                  <a:pathLst>
                    <a:path extrusionOk="0" h="20383" w="171545">
                      <a:moveTo>
                        <a:pt x="0" y="0"/>
                      </a:moveTo>
                      <a:lnTo>
                        <a:pt x="171545" y="0"/>
                      </a:lnTo>
                      <a:lnTo>
                        <a:pt x="171545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2781" name="Google Shape;2781;p92"/>
            <p:cNvGrpSpPr/>
            <p:nvPr/>
          </p:nvGrpSpPr>
          <p:grpSpPr>
            <a:xfrm>
              <a:off x="7931872" y="596163"/>
              <a:ext cx="919725" cy="318025"/>
              <a:chOff x="7230903" y="4933188"/>
              <a:chExt cx="652843" cy="225742"/>
            </a:xfrm>
          </p:grpSpPr>
          <p:grpSp>
            <p:nvGrpSpPr>
              <p:cNvPr id="2782" name="Google Shape;2782;p92"/>
              <p:cNvGrpSpPr/>
              <p:nvPr/>
            </p:nvGrpSpPr>
            <p:grpSpPr>
              <a:xfrm>
                <a:off x="7230903" y="4933188"/>
                <a:ext cx="652843" cy="225742"/>
                <a:chOff x="7230903" y="4933188"/>
                <a:chExt cx="652843" cy="225742"/>
              </a:xfrm>
            </p:grpSpPr>
            <p:sp>
              <p:nvSpPr>
                <p:cNvPr id="2783" name="Google Shape;2783;p92"/>
                <p:cNvSpPr/>
                <p:nvPr/>
              </p:nvSpPr>
              <p:spPr>
                <a:xfrm>
                  <a:off x="7230903" y="4933188"/>
                  <a:ext cx="652843" cy="225742"/>
                </a:xfrm>
                <a:custGeom>
                  <a:rect b="b" l="l" r="r" t="t"/>
                  <a:pathLst>
                    <a:path extrusionOk="0" h="225742" w="652843">
                      <a:moveTo>
                        <a:pt x="619030" y="0"/>
                      </a:moveTo>
                      <a:cubicBezTo>
                        <a:pt x="637705" y="0"/>
                        <a:pt x="652844" y="15139"/>
                        <a:pt x="652844" y="33814"/>
                      </a:cubicBezTo>
                      <a:lnTo>
                        <a:pt x="652844" y="191929"/>
                      </a:lnTo>
                      <a:cubicBezTo>
                        <a:pt x="652844" y="210604"/>
                        <a:pt x="637704" y="225742"/>
                        <a:pt x="619030" y="225742"/>
                      </a:cubicBezTo>
                      <a:lnTo>
                        <a:pt x="33814" y="225742"/>
                      </a:lnTo>
                      <a:cubicBezTo>
                        <a:pt x="15139" y="225742"/>
                        <a:pt x="0" y="210604"/>
                        <a:pt x="0" y="191929"/>
                      </a:cubicBezTo>
                      <a:lnTo>
                        <a:pt x="0" y="33814"/>
                      </a:lnTo>
                      <a:cubicBezTo>
                        <a:pt x="0" y="15139"/>
                        <a:pt x="15139" y="0"/>
                        <a:pt x="33814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784" name="Google Shape;2784;p92"/>
                <p:cNvSpPr/>
                <p:nvPr/>
              </p:nvSpPr>
              <p:spPr>
                <a:xfrm>
                  <a:off x="7287577" y="4969668"/>
                  <a:ext cx="151161" cy="151161"/>
                </a:xfrm>
                <a:custGeom>
                  <a:rect b="b" l="l" r="r" t="t"/>
                  <a:pathLst>
                    <a:path extrusionOk="0" h="151161" w="151161">
                      <a:moveTo>
                        <a:pt x="75534" y="151162"/>
                      </a:moveTo>
                      <a:lnTo>
                        <a:pt x="75534" y="151162"/>
                      </a:lnTo>
                      <a:cubicBezTo>
                        <a:pt x="33814" y="151162"/>
                        <a:pt x="0" y="117348"/>
                        <a:pt x="0" y="75629"/>
                      </a:cubicBezTo>
                      <a:lnTo>
                        <a:pt x="0" y="75629"/>
                      </a:lnTo>
                      <a:cubicBezTo>
                        <a:pt x="0" y="33909"/>
                        <a:pt x="33814" y="0"/>
                        <a:pt x="75534" y="0"/>
                      </a:cubicBezTo>
                      <a:lnTo>
                        <a:pt x="75534" y="0"/>
                      </a:lnTo>
                      <a:cubicBezTo>
                        <a:pt x="117253" y="0"/>
                        <a:pt x="151162" y="33814"/>
                        <a:pt x="151162" y="75533"/>
                      </a:cubicBezTo>
                      <a:lnTo>
                        <a:pt x="151162" y="75533"/>
                      </a:lnTo>
                      <a:cubicBezTo>
                        <a:pt x="151162" y="117253"/>
                        <a:pt x="117348" y="151162"/>
                        <a:pt x="75534" y="151162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2785" name="Google Shape;2785;p92"/>
                <p:cNvGrpSpPr/>
                <p:nvPr/>
              </p:nvGrpSpPr>
              <p:grpSpPr>
                <a:xfrm>
                  <a:off x="7487126" y="4973859"/>
                  <a:ext cx="332041" cy="142684"/>
                  <a:chOff x="7487126" y="4973859"/>
                  <a:chExt cx="332041" cy="142684"/>
                </a:xfrm>
              </p:grpSpPr>
              <p:sp>
                <p:nvSpPr>
                  <p:cNvPr id="2786" name="Google Shape;2786;p92"/>
                  <p:cNvSpPr/>
                  <p:nvPr/>
                </p:nvSpPr>
                <p:spPr>
                  <a:xfrm>
                    <a:off x="7506747" y="4973859"/>
                    <a:ext cx="280034" cy="20383"/>
                  </a:xfrm>
                  <a:custGeom>
                    <a:rect b="b" l="l" r="r" t="t"/>
                    <a:pathLst>
                      <a:path extrusionOk="0" h="20383" w="280034">
                        <a:moveTo>
                          <a:pt x="0" y="0"/>
                        </a:moveTo>
                        <a:lnTo>
                          <a:pt x="280035" y="0"/>
                        </a:lnTo>
                        <a:lnTo>
                          <a:pt x="280035" y="20384"/>
                        </a:lnTo>
                        <a:lnTo>
                          <a:pt x="0" y="2038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787" name="Google Shape;2787;p92"/>
                  <p:cNvSpPr/>
                  <p:nvPr/>
                </p:nvSpPr>
                <p:spPr>
                  <a:xfrm>
                    <a:off x="7487126" y="5014626"/>
                    <a:ext cx="205073" cy="20383"/>
                  </a:xfrm>
                  <a:custGeom>
                    <a:rect b="b" l="l" r="r" t="t"/>
                    <a:pathLst>
                      <a:path extrusionOk="0" h="20383" w="205073">
                        <a:moveTo>
                          <a:pt x="0" y="0"/>
                        </a:moveTo>
                        <a:lnTo>
                          <a:pt x="205073" y="0"/>
                        </a:lnTo>
                        <a:lnTo>
                          <a:pt x="205073" y="20384"/>
                        </a:lnTo>
                        <a:lnTo>
                          <a:pt x="0" y="2038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788" name="Google Shape;2788;p92"/>
                  <p:cNvSpPr/>
                  <p:nvPr/>
                </p:nvSpPr>
                <p:spPr>
                  <a:xfrm>
                    <a:off x="7487126" y="5055393"/>
                    <a:ext cx="332041" cy="20383"/>
                  </a:xfrm>
                  <a:custGeom>
                    <a:rect b="b" l="l" r="r" t="t"/>
                    <a:pathLst>
                      <a:path extrusionOk="0" h="20383" w="332041">
                        <a:moveTo>
                          <a:pt x="0" y="0"/>
                        </a:moveTo>
                        <a:lnTo>
                          <a:pt x="332041" y="0"/>
                        </a:lnTo>
                        <a:lnTo>
                          <a:pt x="332041" y="20384"/>
                        </a:lnTo>
                        <a:lnTo>
                          <a:pt x="0" y="2038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789" name="Google Shape;2789;p92"/>
                  <p:cNvSpPr/>
                  <p:nvPr/>
                </p:nvSpPr>
                <p:spPr>
                  <a:xfrm>
                    <a:off x="7487126" y="5096160"/>
                    <a:ext cx="171545" cy="20383"/>
                  </a:xfrm>
                  <a:custGeom>
                    <a:rect b="b" l="l" r="r" t="t"/>
                    <a:pathLst>
                      <a:path extrusionOk="0" h="20383" w="171545">
                        <a:moveTo>
                          <a:pt x="0" y="0"/>
                        </a:moveTo>
                        <a:lnTo>
                          <a:pt x="171545" y="0"/>
                        </a:lnTo>
                        <a:lnTo>
                          <a:pt x="171545" y="20384"/>
                        </a:lnTo>
                        <a:lnTo>
                          <a:pt x="0" y="2038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2790" name="Google Shape;2790;p92"/>
              <p:cNvSpPr/>
              <p:nvPr/>
            </p:nvSpPr>
            <p:spPr>
              <a:xfrm>
                <a:off x="7338250" y="5011639"/>
                <a:ext cx="50734" cy="60632"/>
              </a:xfrm>
              <a:custGeom>
                <a:rect b="b" l="l" r="r" t="t"/>
                <a:pathLst>
                  <a:path extrusionOk="0" h="60632" w="50734">
                    <a:moveTo>
                      <a:pt x="0" y="4892"/>
                    </a:moveTo>
                    <a:lnTo>
                      <a:pt x="0" y="55851"/>
                    </a:lnTo>
                    <a:cubicBezTo>
                      <a:pt x="0" y="59566"/>
                      <a:pt x="4001" y="61851"/>
                      <a:pt x="7239" y="59947"/>
                    </a:cubicBezTo>
                    <a:lnTo>
                      <a:pt x="48387" y="35563"/>
                    </a:lnTo>
                    <a:cubicBezTo>
                      <a:pt x="51435" y="33753"/>
                      <a:pt x="51531" y="29371"/>
                      <a:pt x="48578" y="27371"/>
                    </a:cubicBezTo>
                    <a:lnTo>
                      <a:pt x="7430" y="796"/>
                    </a:lnTo>
                    <a:cubicBezTo>
                      <a:pt x="4191" y="-1299"/>
                      <a:pt x="0" y="987"/>
                      <a:pt x="0" y="4797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791" name="Google Shape;2791;p92"/>
            <p:cNvGrpSpPr/>
            <p:nvPr/>
          </p:nvGrpSpPr>
          <p:grpSpPr>
            <a:xfrm>
              <a:off x="8756326" y="539537"/>
              <a:ext cx="173370" cy="112691"/>
              <a:chOff x="7816120" y="4892994"/>
              <a:chExt cx="123062" cy="79991"/>
            </a:xfrm>
          </p:grpSpPr>
          <p:grpSp>
            <p:nvGrpSpPr>
              <p:cNvPr id="2792" name="Google Shape;2792;p92"/>
              <p:cNvGrpSpPr/>
              <p:nvPr/>
            </p:nvGrpSpPr>
            <p:grpSpPr>
              <a:xfrm>
                <a:off x="7816120" y="4902803"/>
                <a:ext cx="123062" cy="63817"/>
                <a:chOff x="7816120" y="4902803"/>
                <a:chExt cx="123062" cy="63817"/>
              </a:xfrm>
            </p:grpSpPr>
            <p:sp>
              <p:nvSpPr>
                <p:cNvPr id="2793" name="Google Shape;2793;p92"/>
                <p:cNvSpPr/>
                <p:nvPr/>
              </p:nvSpPr>
              <p:spPr>
                <a:xfrm>
                  <a:off x="7816120" y="4902803"/>
                  <a:ext cx="123062" cy="63817"/>
                </a:xfrm>
                <a:custGeom>
                  <a:rect b="b" l="l" r="r" t="t"/>
                  <a:pathLst>
                    <a:path extrusionOk="0" h="63817" w="123062">
                      <a:moveTo>
                        <a:pt x="61531" y="63817"/>
                      </a:moveTo>
                      <a:cubicBezTo>
                        <a:pt x="86963" y="63817"/>
                        <a:pt x="109442" y="51244"/>
                        <a:pt x="123063" y="31909"/>
                      </a:cubicBezTo>
                      <a:cubicBezTo>
                        <a:pt x="109442" y="12573"/>
                        <a:pt x="86963" y="0"/>
                        <a:pt x="61531" y="0"/>
                      </a:cubicBezTo>
                      <a:cubicBezTo>
                        <a:pt x="36100" y="0"/>
                        <a:pt x="13621" y="12573"/>
                        <a:pt x="0" y="31909"/>
                      </a:cubicBezTo>
                      <a:cubicBezTo>
                        <a:pt x="13621" y="51244"/>
                        <a:pt x="36100" y="63817"/>
                        <a:pt x="61531" y="63817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794" name="Google Shape;2794;p92"/>
                <p:cNvSpPr/>
                <p:nvPr/>
              </p:nvSpPr>
              <p:spPr>
                <a:xfrm>
                  <a:off x="7858029" y="4915090"/>
                  <a:ext cx="39242" cy="39243"/>
                </a:xfrm>
                <a:custGeom>
                  <a:rect b="b" l="l" r="r" t="t"/>
                  <a:pathLst>
                    <a:path extrusionOk="0" h="39243" w="39242">
                      <a:moveTo>
                        <a:pt x="39243" y="19621"/>
                      </a:moveTo>
                      <a:cubicBezTo>
                        <a:pt x="39243" y="30458"/>
                        <a:pt x="30458" y="39243"/>
                        <a:pt x="19621" y="39243"/>
                      </a:cubicBezTo>
                      <a:cubicBezTo>
                        <a:pt x="8785" y="39243"/>
                        <a:pt x="0" y="30458"/>
                        <a:pt x="0" y="19621"/>
                      </a:cubicBezTo>
                      <a:cubicBezTo>
                        <a:pt x="0" y="8785"/>
                        <a:pt x="8785" y="0"/>
                        <a:pt x="19621" y="0"/>
                      </a:cubicBezTo>
                      <a:cubicBezTo>
                        <a:pt x="30458" y="0"/>
                        <a:pt x="39243" y="8785"/>
                        <a:pt x="39243" y="1962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2795" name="Google Shape;2795;p92"/>
              <p:cNvSpPr/>
              <p:nvPr/>
            </p:nvSpPr>
            <p:spPr>
              <a:xfrm rot="-2700000">
                <a:off x="7825456" y="4928129"/>
                <a:ext cx="103403" cy="9720"/>
              </a:xfrm>
              <a:custGeom>
                <a:rect b="b" l="l" r="r" t="t"/>
                <a:pathLst>
                  <a:path extrusionOk="0" h="9715" w="103346">
                    <a:moveTo>
                      <a:pt x="0" y="0"/>
                    </a:moveTo>
                    <a:lnTo>
                      <a:pt x="103346" y="0"/>
                    </a:lnTo>
                    <a:lnTo>
                      <a:pt x="103346" y="9716"/>
                    </a:lnTo>
                    <a:lnTo>
                      <a:pt x="0" y="9716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CUSTOM_8">
    <p:spTree>
      <p:nvGrpSpPr>
        <p:cNvPr id="2796" name="Shape 27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7" name="Google Shape;2797;p93"/>
          <p:cNvSpPr txBox="1"/>
          <p:nvPr>
            <p:ph hasCustomPrompt="1" type="title"/>
          </p:nvPr>
        </p:nvSpPr>
        <p:spPr>
          <a:xfrm>
            <a:off x="798388" y="2997571"/>
            <a:ext cx="3492600" cy="7689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0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798" name="Google Shape;2798;p93"/>
          <p:cNvSpPr txBox="1"/>
          <p:nvPr>
            <p:ph idx="1" type="subTitle"/>
          </p:nvPr>
        </p:nvSpPr>
        <p:spPr>
          <a:xfrm>
            <a:off x="798388" y="3772215"/>
            <a:ext cx="3492600" cy="59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2799" name="Google Shape;2799;p93"/>
          <p:cNvSpPr txBox="1"/>
          <p:nvPr>
            <p:ph hasCustomPrompt="1" idx="2" type="title"/>
          </p:nvPr>
        </p:nvSpPr>
        <p:spPr>
          <a:xfrm>
            <a:off x="2825700" y="1029535"/>
            <a:ext cx="3492600" cy="7689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0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800" name="Google Shape;2800;p93"/>
          <p:cNvSpPr txBox="1"/>
          <p:nvPr>
            <p:ph idx="3" type="subTitle"/>
          </p:nvPr>
        </p:nvSpPr>
        <p:spPr>
          <a:xfrm>
            <a:off x="2825700" y="1804473"/>
            <a:ext cx="3492600" cy="59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2801" name="Google Shape;2801;p93"/>
          <p:cNvSpPr txBox="1"/>
          <p:nvPr>
            <p:ph hasCustomPrompt="1" idx="4" type="title"/>
          </p:nvPr>
        </p:nvSpPr>
        <p:spPr>
          <a:xfrm>
            <a:off x="4853013" y="2997571"/>
            <a:ext cx="3492600" cy="7689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0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802" name="Google Shape;2802;p93"/>
          <p:cNvSpPr txBox="1"/>
          <p:nvPr>
            <p:ph idx="5" type="subTitle"/>
          </p:nvPr>
        </p:nvSpPr>
        <p:spPr>
          <a:xfrm>
            <a:off x="4853013" y="3772215"/>
            <a:ext cx="3492600" cy="59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2803" name="Google Shape;2803;p93"/>
          <p:cNvSpPr/>
          <p:nvPr/>
        </p:nvSpPr>
        <p:spPr>
          <a:xfrm rot="-5710536">
            <a:off x="-1869285" y="3438573"/>
            <a:ext cx="3168438" cy="2307909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4" name="Google Shape;2804;p93"/>
          <p:cNvSpPr/>
          <p:nvPr/>
        </p:nvSpPr>
        <p:spPr>
          <a:xfrm rot="-294905">
            <a:off x="7350387" y="3903245"/>
            <a:ext cx="3168449" cy="2561999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TITLE_ONLY_1">
    <p:spTree>
      <p:nvGrpSpPr>
        <p:cNvPr id="2805" name="Shape 28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6" name="Google Shape;2806;p9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807" name="Google Shape;2807;p94"/>
          <p:cNvSpPr/>
          <p:nvPr/>
        </p:nvSpPr>
        <p:spPr>
          <a:xfrm flipH="1" rot="337739">
            <a:off x="8212271" y="3187242"/>
            <a:ext cx="3158465" cy="3518480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808" name="Google Shape;2808;p94"/>
          <p:cNvGrpSpPr/>
          <p:nvPr/>
        </p:nvGrpSpPr>
        <p:grpSpPr>
          <a:xfrm>
            <a:off x="90200" y="4214393"/>
            <a:ext cx="516117" cy="779220"/>
            <a:chOff x="10572463" y="3528536"/>
            <a:chExt cx="580168" cy="875823"/>
          </a:xfrm>
        </p:grpSpPr>
        <p:grpSp>
          <p:nvGrpSpPr>
            <p:cNvPr id="2809" name="Google Shape;2809;p94"/>
            <p:cNvGrpSpPr/>
            <p:nvPr/>
          </p:nvGrpSpPr>
          <p:grpSpPr>
            <a:xfrm>
              <a:off x="10713815" y="3528536"/>
              <a:ext cx="438816" cy="746664"/>
              <a:chOff x="10713815" y="3528536"/>
              <a:chExt cx="438816" cy="746664"/>
            </a:xfrm>
          </p:grpSpPr>
          <p:sp>
            <p:nvSpPr>
              <p:cNvPr id="2810" name="Google Shape;2810;p94"/>
              <p:cNvSpPr/>
              <p:nvPr/>
            </p:nvSpPr>
            <p:spPr>
              <a:xfrm>
                <a:off x="10713815" y="3528536"/>
                <a:ext cx="438816" cy="746664"/>
              </a:xfrm>
              <a:custGeom>
                <a:rect b="b" l="l" r="r" t="t"/>
                <a:pathLst>
                  <a:path extrusionOk="0" h="746664" w="438816">
                    <a:moveTo>
                      <a:pt x="438721" y="746569"/>
                    </a:moveTo>
                    <a:lnTo>
                      <a:pt x="0" y="746569"/>
                    </a:lnTo>
                    <a:lnTo>
                      <a:pt x="0" y="0"/>
                    </a:lnTo>
                    <a:lnTo>
                      <a:pt x="326231" y="0"/>
                    </a:lnTo>
                    <a:cubicBezTo>
                      <a:pt x="370141" y="43910"/>
                      <a:pt x="394811" y="68580"/>
                      <a:pt x="438816" y="112585"/>
                    </a:cubicBezTo>
                    <a:lnTo>
                      <a:pt x="438816" y="746665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2811" name="Google Shape;2811;p94"/>
              <p:cNvGrpSpPr/>
              <p:nvPr/>
            </p:nvGrpSpPr>
            <p:grpSpPr>
              <a:xfrm>
                <a:off x="10776489" y="3625310"/>
                <a:ext cx="313848" cy="288226"/>
                <a:chOff x="10776489" y="3625310"/>
                <a:chExt cx="313848" cy="288226"/>
              </a:xfrm>
            </p:grpSpPr>
            <p:sp>
              <p:nvSpPr>
                <p:cNvPr id="2812" name="Google Shape;2812;p94"/>
                <p:cNvSpPr/>
                <p:nvPr/>
              </p:nvSpPr>
              <p:spPr>
                <a:xfrm>
                  <a:off x="10776489" y="3625310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813" name="Google Shape;2813;p94"/>
                <p:cNvSpPr/>
                <p:nvPr/>
              </p:nvSpPr>
              <p:spPr>
                <a:xfrm>
                  <a:off x="10776489" y="3678650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814" name="Google Shape;2814;p94"/>
                <p:cNvSpPr/>
                <p:nvPr/>
              </p:nvSpPr>
              <p:spPr>
                <a:xfrm>
                  <a:off x="10776489" y="3731990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815" name="Google Shape;2815;p94"/>
                <p:cNvSpPr/>
                <p:nvPr/>
              </p:nvSpPr>
              <p:spPr>
                <a:xfrm>
                  <a:off x="10776489" y="3785425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816" name="Google Shape;2816;p94"/>
                <p:cNvSpPr/>
                <p:nvPr/>
              </p:nvSpPr>
              <p:spPr>
                <a:xfrm>
                  <a:off x="10776489" y="3838765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817" name="Google Shape;2817;p94"/>
                <p:cNvSpPr/>
                <p:nvPr/>
              </p:nvSpPr>
              <p:spPr>
                <a:xfrm>
                  <a:off x="10776489" y="3892105"/>
                  <a:ext cx="184689" cy="21431"/>
                </a:xfrm>
                <a:custGeom>
                  <a:rect b="b" l="l" r="r" t="t"/>
                  <a:pathLst>
                    <a:path extrusionOk="0" h="21431" w="184689">
                      <a:moveTo>
                        <a:pt x="0" y="0"/>
                      </a:moveTo>
                      <a:lnTo>
                        <a:pt x="184690" y="0"/>
                      </a:lnTo>
                      <a:lnTo>
                        <a:pt x="184690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rgbClr val="42444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2818" name="Google Shape;2818;p94"/>
              <p:cNvGrpSpPr/>
              <p:nvPr/>
            </p:nvGrpSpPr>
            <p:grpSpPr>
              <a:xfrm>
                <a:off x="10776489" y="3999547"/>
                <a:ext cx="313848" cy="181546"/>
                <a:chOff x="10776489" y="3999547"/>
                <a:chExt cx="313848" cy="181546"/>
              </a:xfrm>
            </p:grpSpPr>
            <p:sp>
              <p:nvSpPr>
                <p:cNvPr id="2819" name="Google Shape;2819;p94"/>
                <p:cNvSpPr/>
                <p:nvPr/>
              </p:nvSpPr>
              <p:spPr>
                <a:xfrm>
                  <a:off x="10776489" y="3999547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820" name="Google Shape;2820;p94"/>
                <p:cNvSpPr/>
                <p:nvPr/>
              </p:nvSpPr>
              <p:spPr>
                <a:xfrm>
                  <a:off x="10776489" y="4052887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821" name="Google Shape;2821;p94"/>
                <p:cNvSpPr/>
                <p:nvPr/>
              </p:nvSpPr>
              <p:spPr>
                <a:xfrm>
                  <a:off x="10776489" y="4106322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822" name="Google Shape;2822;p94"/>
                <p:cNvSpPr/>
                <p:nvPr/>
              </p:nvSpPr>
              <p:spPr>
                <a:xfrm>
                  <a:off x="10776489" y="4159662"/>
                  <a:ext cx="184689" cy="21431"/>
                </a:xfrm>
                <a:custGeom>
                  <a:rect b="b" l="l" r="r" t="t"/>
                  <a:pathLst>
                    <a:path extrusionOk="0" h="21431" w="184689">
                      <a:moveTo>
                        <a:pt x="0" y="0"/>
                      </a:moveTo>
                      <a:lnTo>
                        <a:pt x="184690" y="0"/>
                      </a:lnTo>
                      <a:lnTo>
                        <a:pt x="184690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rgbClr val="42444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2823" name="Google Shape;2823;p94"/>
              <p:cNvSpPr/>
              <p:nvPr/>
            </p:nvSpPr>
            <p:spPr>
              <a:xfrm>
                <a:off x="11039951" y="3528536"/>
                <a:ext cx="112584" cy="112585"/>
              </a:xfrm>
              <a:custGeom>
                <a:rect b="b" l="l" r="r" t="t"/>
                <a:pathLst>
                  <a:path extrusionOk="0" h="112585" w="112584">
                    <a:moveTo>
                      <a:pt x="112585" y="112585"/>
                    </a:moveTo>
                    <a:lnTo>
                      <a:pt x="0" y="112585"/>
                    </a:lnTo>
                    <a:lnTo>
                      <a:pt x="0" y="0"/>
                    </a:lnTo>
                    <a:lnTo>
                      <a:pt x="0" y="0"/>
                    </a:lnTo>
                    <a:cubicBezTo>
                      <a:pt x="43910" y="43910"/>
                      <a:pt x="68580" y="68580"/>
                      <a:pt x="112585" y="112585"/>
                    </a:cubicBezTo>
                    <a:lnTo>
                      <a:pt x="112585" y="112585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824" name="Google Shape;2824;p94"/>
            <p:cNvGrpSpPr/>
            <p:nvPr/>
          </p:nvGrpSpPr>
          <p:grpSpPr>
            <a:xfrm>
              <a:off x="10572463" y="3657790"/>
              <a:ext cx="438817" cy="746569"/>
              <a:chOff x="10572463" y="3657790"/>
              <a:chExt cx="438817" cy="746569"/>
            </a:xfrm>
          </p:grpSpPr>
          <p:sp>
            <p:nvSpPr>
              <p:cNvPr id="2825" name="Google Shape;2825;p94"/>
              <p:cNvSpPr/>
              <p:nvPr/>
            </p:nvSpPr>
            <p:spPr>
              <a:xfrm>
                <a:off x="10572463" y="3657790"/>
                <a:ext cx="438817" cy="746569"/>
              </a:xfrm>
              <a:custGeom>
                <a:rect b="b" l="l" r="r" t="t"/>
                <a:pathLst>
                  <a:path extrusionOk="0" h="746569" w="438817">
                    <a:moveTo>
                      <a:pt x="438722" y="746570"/>
                    </a:moveTo>
                    <a:lnTo>
                      <a:pt x="0" y="746570"/>
                    </a:lnTo>
                    <a:lnTo>
                      <a:pt x="0" y="0"/>
                    </a:lnTo>
                    <a:lnTo>
                      <a:pt x="326231" y="0"/>
                    </a:lnTo>
                    <a:cubicBezTo>
                      <a:pt x="370141" y="43910"/>
                      <a:pt x="394812" y="68580"/>
                      <a:pt x="438817" y="112586"/>
                    </a:cubicBezTo>
                    <a:lnTo>
                      <a:pt x="438817" y="74657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2826" name="Google Shape;2826;p94"/>
              <p:cNvGrpSpPr/>
              <p:nvPr/>
            </p:nvGrpSpPr>
            <p:grpSpPr>
              <a:xfrm>
                <a:off x="10635138" y="3754469"/>
                <a:ext cx="313848" cy="288321"/>
                <a:chOff x="10635138" y="3754469"/>
                <a:chExt cx="313848" cy="288321"/>
              </a:xfrm>
            </p:grpSpPr>
            <p:sp>
              <p:nvSpPr>
                <p:cNvPr id="2827" name="Google Shape;2827;p94"/>
                <p:cNvSpPr/>
                <p:nvPr/>
              </p:nvSpPr>
              <p:spPr>
                <a:xfrm>
                  <a:off x="10635138" y="3754469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828" name="Google Shape;2828;p94"/>
                <p:cNvSpPr/>
                <p:nvPr/>
              </p:nvSpPr>
              <p:spPr>
                <a:xfrm>
                  <a:off x="10635138" y="3807904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829" name="Google Shape;2829;p94"/>
                <p:cNvSpPr/>
                <p:nvPr/>
              </p:nvSpPr>
              <p:spPr>
                <a:xfrm>
                  <a:off x="10635138" y="3861244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830" name="Google Shape;2830;p94"/>
                <p:cNvSpPr/>
                <p:nvPr/>
              </p:nvSpPr>
              <p:spPr>
                <a:xfrm>
                  <a:off x="10635138" y="3914584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831" name="Google Shape;2831;p94"/>
                <p:cNvSpPr/>
                <p:nvPr/>
              </p:nvSpPr>
              <p:spPr>
                <a:xfrm>
                  <a:off x="10635138" y="3968019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832" name="Google Shape;2832;p94"/>
                <p:cNvSpPr/>
                <p:nvPr/>
              </p:nvSpPr>
              <p:spPr>
                <a:xfrm>
                  <a:off x="10635138" y="4021359"/>
                  <a:ext cx="184689" cy="21431"/>
                </a:xfrm>
                <a:custGeom>
                  <a:rect b="b" l="l" r="r" t="t"/>
                  <a:pathLst>
                    <a:path extrusionOk="0" h="21431" w="184689">
                      <a:moveTo>
                        <a:pt x="0" y="0"/>
                      </a:moveTo>
                      <a:lnTo>
                        <a:pt x="184689" y="0"/>
                      </a:lnTo>
                      <a:lnTo>
                        <a:pt x="184689" y="21431"/>
                      </a:lnTo>
                      <a:lnTo>
                        <a:pt x="-1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2833" name="Google Shape;2833;p94"/>
              <p:cNvGrpSpPr/>
              <p:nvPr/>
            </p:nvGrpSpPr>
            <p:grpSpPr>
              <a:xfrm>
                <a:off x="10635138" y="4128801"/>
                <a:ext cx="313848" cy="181547"/>
                <a:chOff x="10635138" y="4128801"/>
                <a:chExt cx="313848" cy="181547"/>
              </a:xfrm>
            </p:grpSpPr>
            <p:sp>
              <p:nvSpPr>
                <p:cNvPr id="2834" name="Google Shape;2834;p94"/>
                <p:cNvSpPr/>
                <p:nvPr/>
              </p:nvSpPr>
              <p:spPr>
                <a:xfrm>
                  <a:off x="10635138" y="4128801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835" name="Google Shape;2835;p94"/>
                <p:cNvSpPr/>
                <p:nvPr/>
              </p:nvSpPr>
              <p:spPr>
                <a:xfrm>
                  <a:off x="10635138" y="4182141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836" name="Google Shape;2836;p94"/>
                <p:cNvSpPr/>
                <p:nvPr/>
              </p:nvSpPr>
              <p:spPr>
                <a:xfrm>
                  <a:off x="10635138" y="4235481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837" name="Google Shape;2837;p94"/>
                <p:cNvSpPr/>
                <p:nvPr/>
              </p:nvSpPr>
              <p:spPr>
                <a:xfrm>
                  <a:off x="10635138" y="4288917"/>
                  <a:ext cx="184689" cy="21431"/>
                </a:xfrm>
                <a:custGeom>
                  <a:rect b="b" l="l" r="r" t="t"/>
                  <a:pathLst>
                    <a:path extrusionOk="0" h="21431" w="184689">
                      <a:moveTo>
                        <a:pt x="0" y="0"/>
                      </a:moveTo>
                      <a:lnTo>
                        <a:pt x="184689" y="0"/>
                      </a:lnTo>
                      <a:lnTo>
                        <a:pt x="184689" y="21431"/>
                      </a:lnTo>
                      <a:lnTo>
                        <a:pt x="-1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2838" name="Google Shape;2838;p94"/>
              <p:cNvSpPr/>
              <p:nvPr/>
            </p:nvSpPr>
            <p:spPr>
              <a:xfrm>
                <a:off x="10898599" y="3657790"/>
                <a:ext cx="112586" cy="112585"/>
              </a:xfrm>
              <a:custGeom>
                <a:rect b="b" l="l" r="r" t="t"/>
                <a:pathLst>
                  <a:path extrusionOk="0" h="112585" w="112586">
                    <a:moveTo>
                      <a:pt x="112586" y="112586"/>
                    </a:moveTo>
                    <a:lnTo>
                      <a:pt x="0" y="112586"/>
                    </a:lnTo>
                    <a:lnTo>
                      <a:pt x="0" y="0"/>
                    </a:lnTo>
                    <a:lnTo>
                      <a:pt x="0" y="0"/>
                    </a:lnTo>
                    <a:cubicBezTo>
                      <a:pt x="43910" y="43910"/>
                      <a:pt x="68581" y="68580"/>
                      <a:pt x="112586" y="112586"/>
                    </a:cubicBezTo>
                    <a:lnTo>
                      <a:pt x="112586" y="112586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2839" name="Google Shape;2839;p94"/>
          <p:cNvSpPr/>
          <p:nvPr/>
        </p:nvSpPr>
        <p:spPr>
          <a:xfrm flipH="1" rot="-3657034">
            <a:off x="-1404232" y="-737971"/>
            <a:ext cx="2746020" cy="1627876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840" name="Google Shape;2840;p94"/>
          <p:cNvGrpSpPr/>
          <p:nvPr/>
        </p:nvGrpSpPr>
        <p:grpSpPr>
          <a:xfrm>
            <a:off x="8114970" y="266839"/>
            <a:ext cx="829992" cy="750888"/>
            <a:chOff x="8114596" y="445039"/>
            <a:chExt cx="633002" cy="572716"/>
          </a:xfrm>
        </p:grpSpPr>
        <p:grpSp>
          <p:nvGrpSpPr>
            <p:cNvPr id="2841" name="Google Shape;2841;p94"/>
            <p:cNvGrpSpPr/>
            <p:nvPr/>
          </p:nvGrpSpPr>
          <p:grpSpPr>
            <a:xfrm>
              <a:off x="8114596" y="445039"/>
              <a:ext cx="633002" cy="572716"/>
              <a:chOff x="7189660" y="520827"/>
              <a:chExt cx="598074" cy="541115"/>
            </a:xfrm>
          </p:grpSpPr>
          <p:sp>
            <p:nvSpPr>
              <p:cNvPr id="2842" name="Google Shape;2842;p94"/>
              <p:cNvSpPr/>
              <p:nvPr/>
            </p:nvSpPr>
            <p:spPr>
              <a:xfrm>
                <a:off x="7189660" y="520827"/>
                <a:ext cx="598074" cy="541115"/>
              </a:xfrm>
              <a:custGeom>
                <a:rect b="b" l="l" r="r" t="t"/>
                <a:pathLst>
                  <a:path extrusionOk="0" h="541115" w="598074">
                    <a:moveTo>
                      <a:pt x="557022" y="0"/>
                    </a:moveTo>
                    <a:cubicBezTo>
                      <a:pt x="579695" y="0"/>
                      <a:pt x="598075" y="18380"/>
                      <a:pt x="598075" y="41053"/>
                    </a:cubicBezTo>
                    <a:lnTo>
                      <a:pt x="598075" y="500063"/>
                    </a:lnTo>
                    <a:cubicBezTo>
                      <a:pt x="598075" y="522735"/>
                      <a:pt x="579695" y="541115"/>
                      <a:pt x="557022" y="541115"/>
                    </a:cubicBezTo>
                    <a:lnTo>
                      <a:pt x="41053" y="541115"/>
                    </a:lnTo>
                    <a:cubicBezTo>
                      <a:pt x="18380" y="541115"/>
                      <a:pt x="0" y="522735"/>
                      <a:pt x="0" y="500063"/>
                    </a:cubicBezTo>
                    <a:lnTo>
                      <a:pt x="0" y="41053"/>
                    </a:lnTo>
                    <a:cubicBezTo>
                      <a:pt x="0" y="18380"/>
                      <a:pt x="18380" y="0"/>
                      <a:pt x="410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2843" name="Google Shape;2843;p94"/>
              <p:cNvGrpSpPr/>
              <p:nvPr/>
            </p:nvGrpSpPr>
            <p:grpSpPr>
              <a:xfrm>
                <a:off x="7579137" y="551973"/>
                <a:ext cx="164782" cy="41529"/>
                <a:chOff x="7579137" y="551973"/>
                <a:chExt cx="164782" cy="41529"/>
              </a:xfrm>
            </p:grpSpPr>
            <p:sp>
              <p:nvSpPr>
                <p:cNvPr id="2844" name="Google Shape;2844;p94"/>
                <p:cNvSpPr/>
                <p:nvPr/>
              </p:nvSpPr>
              <p:spPr>
                <a:xfrm>
                  <a:off x="7702391" y="551973"/>
                  <a:ext cx="41528" cy="41529"/>
                </a:xfrm>
                <a:custGeom>
                  <a:rect b="b" l="l" r="r" t="t"/>
                  <a:pathLst>
                    <a:path extrusionOk="0" h="41529" w="41528">
                      <a:moveTo>
                        <a:pt x="41529" y="20765"/>
                      </a:moveTo>
                      <a:cubicBezTo>
                        <a:pt x="41529" y="32290"/>
                        <a:pt x="32195" y="41529"/>
                        <a:pt x="20764" y="41529"/>
                      </a:cubicBezTo>
                      <a:cubicBezTo>
                        <a:pt x="9334" y="41529"/>
                        <a:pt x="0" y="32195"/>
                        <a:pt x="0" y="20765"/>
                      </a:cubicBezTo>
                      <a:cubicBezTo>
                        <a:pt x="0" y="9335"/>
                        <a:pt x="9334" y="0"/>
                        <a:pt x="20764" y="0"/>
                      </a:cubicBezTo>
                      <a:cubicBezTo>
                        <a:pt x="32195" y="0"/>
                        <a:pt x="41529" y="9335"/>
                        <a:pt x="41529" y="20765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845" name="Google Shape;2845;p94"/>
                <p:cNvSpPr/>
                <p:nvPr/>
              </p:nvSpPr>
              <p:spPr>
                <a:xfrm>
                  <a:off x="7640764" y="551973"/>
                  <a:ext cx="41528" cy="41529"/>
                </a:xfrm>
                <a:custGeom>
                  <a:rect b="b" l="l" r="r" t="t"/>
                  <a:pathLst>
                    <a:path extrusionOk="0" h="41529" w="41528">
                      <a:moveTo>
                        <a:pt x="41529" y="20765"/>
                      </a:moveTo>
                      <a:cubicBezTo>
                        <a:pt x="41529" y="32290"/>
                        <a:pt x="32195" y="41529"/>
                        <a:pt x="20764" y="41529"/>
                      </a:cubicBezTo>
                      <a:cubicBezTo>
                        <a:pt x="9334" y="41529"/>
                        <a:pt x="0" y="32195"/>
                        <a:pt x="0" y="20765"/>
                      </a:cubicBezTo>
                      <a:cubicBezTo>
                        <a:pt x="0" y="9335"/>
                        <a:pt x="9334" y="0"/>
                        <a:pt x="20764" y="0"/>
                      </a:cubicBezTo>
                      <a:cubicBezTo>
                        <a:pt x="32195" y="0"/>
                        <a:pt x="41529" y="9335"/>
                        <a:pt x="41529" y="20765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846" name="Google Shape;2846;p94"/>
                <p:cNvSpPr/>
                <p:nvPr/>
              </p:nvSpPr>
              <p:spPr>
                <a:xfrm>
                  <a:off x="7579137" y="551973"/>
                  <a:ext cx="41528" cy="41529"/>
                </a:xfrm>
                <a:custGeom>
                  <a:rect b="b" l="l" r="r" t="t"/>
                  <a:pathLst>
                    <a:path extrusionOk="0" h="41529" w="41528">
                      <a:moveTo>
                        <a:pt x="41529" y="20765"/>
                      </a:moveTo>
                      <a:cubicBezTo>
                        <a:pt x="41529" y="32290"/>
                        <a:pt x="32195" y="41529"/>
                        <a:pt x="20764" y="41529"/>
                      </a:cubicBezTo>
                      <a:cubicBezTo>
                        <a:pt x="9334" y="41529"/>
                        <a:pt x="0" y="32195"/>
                        <a:pt x="0" y="20765"/>
                      </a:cubicBezTo>
                      <a:cubicBezTo>
                        <a:pt x="0" y="9335"/>
                        <a:pt x="9334" y="0"/>
                        <a:pt x="20764" y="0"/>
                      </a:cubicBezTo>
                      <a:cubicBezTo>
                        <a:pt x="32195" y="0"/>
                        <a:pt x="41529" y="9335"/>
                        <a:pt x="41529" y="20765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2847" name="Google Shape;2847;p94"/>
            <p:cNvGrpSpPr/>
            <p:nvPr/>
          </p:nvGrpSpPr>
          <p:grpSpPr>
            <a:xfrm>
              <a:off x="8184962" y="619646"/>
              <a:ext cx="498115" cy="257273"/>
              <a:chOff x="7256144" y="685800"/>
              <a:chExt cx="470630" cy="243077"/>
            </a:xfrm>
          </p:grpSpPr>
          <p:sp>
            <p:nvSpPr>
              <p:cNvPr id="2848" name="Google Shape;2848;p94"/>
              <p:cNvSpPr/>
              <p:nvPr/>
            </p:nvSpPr>
            <p:spPr>
              <a:xfrm>
                <a:off x="7256144" y="694753"/>
                <a:ext cx="218503" cy="218217"/>
              </a:xfrm>
              <a:custGeom>
                <a:rect b="b" l="l" r="r" t="t"/>
                <a:pathLst>
                  <a:path extrusionOk="0" h="218217" w="218503">
                    <a:moveTo>
                      <a:pt x="216598" y="129540"/>
                    </a:moveTo>
                    <a:cubicBezTo>
                      <a:pt x="217837" y="122968"/>
                      <a:pt x="218504" y="116110"/>
                      <a:pt x="218504" y="109156"/>
                    </a:cubicBezTo>
                    <a:cubicBezTo>
                      <a:pt x="218504" y="102203"/>
                      <a:pt x="217837" y="95440"/>
                      <a:pt x="216598" y="88773"/>
                    </a:cubicBezTo>
                    <a:lnTo>
                      <a:pt x="181261" y="88773"/>
                    </a:lnTo>
                    <a:cubicBezTo>
                      <a:pt x="179641" y="83058"/>
                      <a:pt x="177451" y="77724"/>
                      <a:pt x="174593" y="72676"/>
                    </a:cubicBezTo>
                    <a:lnTo>
                      <a:pt x="199549" y="47720"/>
                    </a:lnTo>
                    <a:cubicBezTo>
                      <a:pt x="191834" y="36385"/>
                      <a:pt x="182118" y="26670"/>
                      <a:pt x="170783" y="18955"/>
                    </a:cubicBezTo>
                    <a:lnTo>
                      <a:pt x="145732" y="44005"/>
                    </a:lnTo>
                    <a:cubicBezTo>
                      <a:pt x="140684" y="41148"/>
                      <a:pt x="135255" y="38957"/>
                      <a:pt x="129635" y="37338"/>
                    </a:cubicBezTo>
                    <a:lnTo>
                      <a:pt x="129635" y="1905"/>
                    </a:lnTo>
                    <a:cubicBezTo>
                      <a:pt x="123063" y="667"/>
                      <a:pt x="116205" y="0"/>
                      <a:pt x="109252" y="0"/>
                    </a:cubicBezTo>
                    <a:cubicBezTo>
                      <a:pt x="102298" y="0"/>
                      <a:pt x="95536" y="667"/>
                      <a:pt x="88868" y="1905"/>
                    </a:cubicBezTo>
                    <a:lnTo>
                      <a:pt x="88868" y="37338"/>
                    </a:lnTo>
                    <a:cubicBezTo>
                      <a:pt x="83154" y="38957"/>
                      <a:pt x="77819" y="41148"/>
                      <a:pt x="72771" y="44005"/>
                    </a:cubicBezTo>
                    <a:lnTo>
                      <a:pt x="47720" y="18955"/>
                    </a:lnTo>
                    <a:cubicBezTo>
                      <a:pt x="36386" y="26670"/>
                      <a:pt x="26670" y="36481"/>
                      <a:pt x="18955" y="47720"/>
                    </a:cubicBezTo>
                    <a:lnTo>
                      <a:pt x="43910" y="72676"/>
                    </a:lnTo>
                    <a:cubicBezTo>
                      <a:pt x="41053" y="77724"/>
                      <a:pt x="38862" y="83153"/>
                      <a:pt x="37243" y="88773"/>
                    </a:cubicBezTo>
                    <a:lnTo>
                      <a:pt x="1905" y="88773"/>
                    </a:lnTo>
                    <a:cubicBezTo>
                      <a:pt x="667" y="95345"/>
                      <a:pt x="0" y="102203"/>
                      <a:pt x="0" y="109156"/>
                    </a:cubicBezTo>
                    <a:cubicBezTo>
                      <a:pt x="0" y="116110"/>
                      <a:pt x="667" y="122873"/>
                      <a:pt x="1905" y="129540"/>
                    </a:cubicBezTo>
                    <a:lnTo>
                      <a:pt x="37243" y="129540"/>
                    </a:lnTo>
                    <a:cubicBezTo>
                      <a:pt x="38862" y="135255"/>
                      <a:pt x="41053" y="140589"/>
                      <a:pt x="43910" y="145637"/>
                    </a:cubicBezTo>
                    <a:lnTo>
                      <a:pt x="18955" y="170593"/>
                    </a:lnTo>
                    <a:cubicBezTo>
                      <a:pt x="26670" y="181928"/>
                      <a:pt x="36386" y="191643"/>
                      <a:pt x="47720" y="199358"/>
                    </a:cubicBezTo>
                    <a:lnTo>
                      <a:pt x="72771" y="174308"/>
                    </a:lnTo>
                    <a:cubicBezTo>
                      <a:pt x="77819" y="177165"/>
                      <a:pt x="83248" y="179356"/>
                      <a:pt x="88868" y="180975"/>
                    </a:cubicBezTo>
                    <a:lnTo>
                      <a:pt x="88868" y="216313"/>
                    </a:lnTo>
                    <a:cubicBezTo>
                      <a:pt x="95441" y="217551"/>
                      <a:pt x="102298" y="218218"/>
                      <a:pt x="109252" y="218218"/>
                    </a:cubicBezTo>
                    <a:cubicBezTo>
                      <a:pt x="116205" y="218218"/>
                      <a:pt x="122968" y="217551"/>
                      <a:pt x="129635" y="216313"/>
                    </a:cubicBezTo>
                    <a:lnTo>
                      <a:pt x="129635" y="180975"/>
                    </a:lnTo>
                    <a:cubicBezTo>
                      <a:pt x="135350" y="179356"/>
                      <a:pt x="140684" y="177070"/>
                      <a:pt x="145732" y="174308"/>
                    </a:cubicBezTo>
                    <a:lnTo>
                      <a:pt x="170783" y="199358"/>
                    </a:lnTo>
                    <a:cubicBezTo>
                      <a:pt x="182118" y="191643"/>
                      <a:pt x="191834" y="181928"/>
                      <a:pt x="199549" y="170593"/>
                    </a:cubicBezTo>
                    <a:lnTo>
                      <a:pt x="174593" y="145542"/>
                    </a:lnTo>
                    <a:cubicBezTo>
                      <a:pt x="177451" y="140494"/>
                      <a:pt x="179641" y="135064"/>
                      <a:pt x="181261" y="129445"/>
                    </a:cubicBezTo>
                    <a:lnTo>
                      <a:pt x="216598" y="129445"/>
                    </a:lnTo>
                    <a:close/>
                    <a:moveTo>
                      <a:pt x="109252" y="131255"/>
                    </a:moveTo>
                    <a:cubicBezTo>
                      <a:pt x="97060" y="131255"/>
                      <a:pt x="87249" y="121349"/>
                      <a:pt x="87249" y="109252"/>
                    </a:cubicBezTo>
                    <a:cubicBezTo>
                      <a:pt x="87249" y="97155"/>
                      <a:pt x="97155" y="87249"/>
                      <a:pt x="109252" y="87249"/>
                    </a:cubicBezTo>
                    <a:cubicBezTo>
                      <a:pt x="121348" y="87249"/>
                      <a:pt x="131255" y="97155"/>
                      <a:pt x="131255" y="109252"/>
                    </a:cubicBezTo>
                    <a:cubicBezTo>
                      <a:pt x="131255" y="121349"/>
                      <a:pt x="121348" y="131255"/>
                      <a:pt x="109252" y="131255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2849" name="Google Shape;2849;p94"/>
              <p:cNvGrpSpPr/>
              <p:nvPr/>
            </p:nvGrpSpPr>
            <p:grpSpPr>
              <a:xfrm>
                <a:off x="7512843" y="685800"/>
                <a:ext cx="213931" cy="243077"/>
                <a:chOff x="7512843" y="685800"/>
                <a:chExt cx="213931" cy="243077"/>
              </a:xfrm>
            </p:grpSpPr>
            <p:grpSp>
              <p:nvGrpSpPr>
                <p:cNvPr id="2850" name="Google Shape;2850;p94"/>
                <p:cNvGrpSpPr/>
                <p:nvPr/>
              </p:nvGrpSpPr>
              <p:grpSpPr>
                <a:xfrm>
                  <a:off x="7512843" y="836580"/>
                  <a:ext cx="213931" cy="92297"/>
                  <a:chOff x="7512843" y="836580"/>
                  <a:chExt cx="213931" cy="92297"/>
                </a:xfrm>
              </p:grpSpPr>
              <p:sp>
                <p:nvSpPr>
                  <p:cNvPr id="2851" name="Google Shape;2851;p94"/>
                  <p:cNvSpPr/>
                  <p:nvPr/>
                </p:nvSpPr>
                <p:spPr>
                  <a:xfrm>
                    <a:off x="7512843" y="856011"/>
                    <a:ext cx="213931" cy="72866"/>
                  </a:xfrm>
                  <a:custGeom>
                    <a:rect b="b" l="l" r="r" t="t"/>
                    <a:pathLst>
                      <a:path extrusionOk="0" h="72866" w="213931">
                        <a:moveTo>
                          <a:pt x="0" y="0"/>
                        </a:moveTo>
                        <a:lnTo>
                          <a:pt x="0" y="53435"/>
                        </a:lnTo>
                        <a:cubicBezTo>
                          <a:pt x="0" y="64199"/>
                          <a:pt x="47911" y="72866"/>
                          <a:pt x="106966" y="72866"/>
                        </a:cubicBezTo>
                        <a:cubicBezTo>
                          <a:pt x="166021" y="72866"/>
                          <a:pt x="213932" y="64199"/>
                          <a:pt x="213932" y="53435"/>
                        </a:cubicBezTo>
                        <a:lnTo>
                          <a:pt x="213932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852" name="Google Shape;2852;p94"/>
                  <p:cNvSpPr/>
                  <p:nvPr/>
                </p:nvSpPr>
                <p:spPr>
                  <a:xfrm>
                    <a:off x="7512843" y="836580"/>
                    <a:ext cx="213931" cy="38861"/>
                  </a:xfrm>
                  <a:custGeom>
                    <a:rect b="b" l="l" r="r" t="t"/>
                    <a:pathLst>
                      <a:path extrusionOk="0" h="38861" w="213931">
                        <a:moveTo>
                          <a:pt x="213932" y="19431"/>
                        </a:moveTo>
                        <a:cubicBezTo>
                          <a:pt x="213932" y="30162"/>
                          <a:pt x="166042" y="38862"/>
                          <a:pt x="106966" y="38862"/>
                        </a:cubicBezTo>
                        <a:cubicBezTo>
                          <a:pt x="47891" y="38862"/>
                          <a:pt x="1" y="30162"/>
                          <a:pt x="1" y="19431"/>
                        </a:cubicBezTo>
                        <a:cubicBezTo>
                          <a:pt x="1" y="8700"/>
                          <a:pt x="47891" y="0"/>
                          <a:pt x="106966" y="0"/>
                        </a:cubicBezTo>
                        <a:cubicBezTo>
                          <a:pt x="166042" y="0"/>
                          <a:pt x="213932" y="8700"/>
                          <a:pt x="213932" y="19431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2853" name="Google Shape;2853;p94"/>
                <p:cNvGrpSpPr/>
                <p:nvPr/>
              </p:nvGrpSpPr>
              <p:grpSpPr>
                <a:xfrm>
                  <a:off x="7512843" y="761238"/>
                  <a:ext cx="213931" cy="92296"/>
                  <a:chOff x="7512843" y="761238"/>
                  <a:chExt cx="213931" cy="92296"/>
                </a:xfrm>
              </p:grpSpPr>
              <p:sp>
                <p:nvSpPr>
                  <p:cNvPr id="2854" name="Google Shape;2854;p94"/>
                  <p:cNvSpPr/>
                  <p:nvPr/>
                </p:nvSpPr>
                <p:spPr>
                  <a:xfrm>
                    <a:off x="7512843" y="780668"/>
                    <a:ext cx="213931" cy="72866"/>
                  </a:xfrm>
                  <a:custGeom>
                    <a:rect b="b" l="l" r="r" t="t"/>
                    <a:pathLst>
                      <a:path extrusionOk="0" h="72866" w="213931">
                        <a:moveTo>
                          <a:pt x="0" y="0"/>
                        </a:moveTo>
                        <a:lnTo>
                          <a:pt x="0" y="53435"/>
                        </a:lnTo>
                        <a:cubicBezTo>
                          <a:pt x="0" y="64199"/>
                          <a:pt x="47911" y="72866"/>
                          <a:pt x="106966" y="72866"/>
                        </a:cubicBezTo>
                        <a:cubicBezTo>
                          <a:pt x="166021" y="72866"/>
                          <a:pt x="213932" y="64199"/>
                          <a:pt x="213932" y="53435"/>
                        </a:cubicBezTo>
                        <a:lnTo>
                          <a:pt x="213932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855" name="Google Shape;2855;p94"/>
                  <p:cNvSpPr/>
                  <p:nvPr/>
                </p:nvSpPr>
                <p:spPr>
                  <a:xfrm>
                    <a:off x="7512843" y="761238"/>
                    <a:ext cx="213931" cy="38861"/>
                  </a:xfrm>
                  <a:custGeom>
                    <a:rect b="b" l="l" r="r" t="t"/>
                    <a:pathLst>
                      <a:path extrusionOk="0" h="38861" w="213931">
                        <a:moveTo>
                          <a:pt x="213932" y="19431"/>
                        </a:moveTo>
                        <a:cubicBezTo>
                          <a:pt x="213932" y="30162"/>
                          <a:pt x="166042" y="38862"/>
                          <a:pt x="106966" y="38862"/>
                        </a:cubicBezTo>
                        <a:cubicBezTo>
                          <a:pt x="47891" y="38862"/>
                          <a:pt x="1" y="30162"/>
                          <a:pt x="1" y="19431"/>
                        </a:cubicBezTo>
                        <a:cubicBezTo>
                          <a:pt x="1" y="8700"/>
                          <a:pt x="47891" y="0"/>
                          <a:pt x="106966" y="0"/>
                        </a:cubicBezTo>
                        <a:cubicBezTo>
                          <a:pt x="166042" y="0"/>
                          <a:pt x="213932" y="8700"/>
                          <a:pt x="213932" y="19431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2856" name="Google Shape;2856;p94"/>
                <p:cNvGrpSpPr/>
                <p:nvPr/>
              </p:nvGrpSpPr>
              <p:grpSpPr>
                <a:xfrm>
                  <a:off x="7512843" y="685800"/>
                  <a:ext cx="213931" cy="92297"/>
                  <a:chOff x="7512843" y="685800"/>
                  <a:chExt cx="213931" cy="92297"/>
                </a:xfrm>
              </p:grpSpPr>
              <p:sp>
                <p:nvSpPr>
                  <p:cNvPr id="2857" name="Google Shape;2857;p94"/>
                  <p:cNvSpPr/>
                  <p:nvPr/>
                </p:nvSpPr>
                <p:spPr>
                  <a:xfrm>
                    <a:off x="7512843" y="705231"/>
                    <a:ext cx="213931" cy="72866"/>
                  </a:xfrm>
                  <a:custGeom>
                    <a:rect b="b" l="l" r="r" t="t"/>
                    <a:pathLst>
                      <a:path extrusionOk="0" h="72866" w="213931">
                        <a:moveTo>
                          <a:pt x="0" y="0"/>
                        </a:moveTo>
                        <a:lnTo>
                          <a:pt x="0" y="53435"/>
                        </a:lnTo>
                        <a:cubicBezTo>
                          <a:pt x="0" y="64198"/>
                          <a:pt x="47911" y="72866"/>
                          <a:pt x="106966" y="72866"/>
                        </a:cubicBezTo>
                        <a:cubicBezTo>
                          <a:pt x="166021" y="72866"/>
                          <a:pt x="213932" y="64198"/>
                          <a:pt x="213932" y="53435"/>
                        </a:cubicBezTo>
                        <a:lnTo>
                          <a:pt x="213932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858" name="Google Shape;2858;p94"/>
                  <p:cNvSpPr/>
                  <p:nvPr/>
                </p:nvSpPr>
                <p:spPr>
                  <a:xfrm>
                    <a:off x="7512843" y="685800"/>
                    <a:ext cx="213931" cy="38861"/>
                  </a:xfrm>
                  <a:custGeom>
                    <a:rect b="b" l="l" r="r" t="t"/>
                    <a:pathLst>
                      <a:path extrusionOk="0" h="38861" w="213931">
                        <a:moveTo>
                          <a:pt x="213932" y="19431"/>
                        </a:moveTo>
                        <a:cubicBezTo>
                          <a:pt x="213932" y="30162"/>
                          <a:pt x="166042" y="38862"/>
                          <a:pt x="106966" y="38862"/>
                        </a:cubicBezTo>
                        <a:cubicBezTo>
                          <a:pt x="47891" y="38862"/>
                          <a:pt x="1" y="30162"/>
                          <a:pt x="1" y="19431"/>
                        </a:cubicBezTo>
                        <a:cubicBezTo>
                          <a:pt x="1" y="8700"/>
                          <a:pt x="47891" y="0"/>
                          <a:pt x="106966" y="0"/>
                        </a:cubicBezTo>
                        <a:cubicBezTo>
                          <a:pt x="166042" y="0"/>
                          <a:pt x="213932" y="8700"/>
                          <a:pt x="213932" y="19431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</p:grpSp>
      </p:grp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TITLE_ONLY_2">
    <p:spTree>
      <p:nvGrpSpPr>
        <p:cNvPr id="2859" name="Shape 28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0" name="Google Shape;2860;p95"/>
          <p:cNvSpPr/>
          <p:nvPr/>
        </p:nvSpPr>
        <p:spPr>
          <a:xfrm flipH="1" rot="9076707">
            <a:off x="7972821" y="-586852"/>
            <a:ext cx="1683799" cy="1672812"/>
          </a:xfrm>
          <a:custGeom>
            <a:rect b="b" l="l" r="r" t="t"/>
            <a:pathLst>
              <a:path extrusionOk="0" h="30330" w="38869">
                <a:moveTo>
                  <a:pt x="24297" y="1"/>
                </a:moveTo>
                <a:cubicBezTo>
                  <a:pt x="23576" y="1"/>
                  <a:pt x="22813" y="81"/>
                  <a:pt x="22018" y="271"/>
                </a:cubicBezTo>
                <a:cubicBezTo>
                  <a:pt x="16904" y="1494"/>
                  <a:pt x="14626" y="5778"/>
                  <a:pt x="11611" y="8671"/>
                </a:cubicBezTo>
                <a:cubicBezTo>
                  <a:pt x="10032" y="10186"/>
                  <a:pt x="7766" y="10684"/>
                  <a:pt x="5916" y="11826"/>
                </a:cubicBezTo>
                <a:cubicBezTo>
                  <a:pt x="0" y="15481"/>
                  <a:pt x="539" y="24197"/>
                  <a:pt x="4874" y="27639"/>
                </a:cubicBezTo>
                <a:cubicBezTo>
                  <a:pt x="7150" y="29445"/>
                  <a:pt x="9815" y="30330"/>
                  <a:pt x="12976" y="30330"/>
                </a:cubicBezTo>
                <a:cubicBezTo>
                  <a:pt x="15025" y="30330"/>
                  <a:pt x="17282" y="29958"/>
                  <a:pt x="19778" y="29225"/>
                </a:cubicBezTo>
                <a:cubicBezTo>
                  <a:pt x="26123" y="27360"/>
                  <a:pt x="30656" y="26268"/>
                  <a:pt x="34763" y="20412"/>
                </a:cubicBezTo>
                <a:cubicBezTo>
                  <a:pt x="38869" y="14558"/>
                  <a:pt x="35544" y="6859"/>
                  <a:pt x="30907" y="2368"/>
                </a:cubicBezTo>
                <a:cubicBezTo>
                  <a:pt x="30907" y="2368"/>
                  <a:pt x="28215" y="1"/>
                  <a:pt x="24297" y="1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1" name="Google Shape;2861;p9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2862" name="Google Shape;2862;p95"/>
          <p:cNvGrpSpPr/>
          <p:nvPr/>
        </p:nvGrpSpPr>
        <p:grpSpPr>
          <a:xfrm flipH="1">
            <a:off x="683048" y="4696520"/>
            <a:ext cx="325927" cy="404808"/>
            <a:chOff x="7385113" y="1535430"/>
            <a:chExt cx="435673" cy="541115"/>
          </a:xfrm>
        </p:grpSpPr>
        <p:sp>
          <p:nvSpPr>
            <p:cNvPr id="2863" name="Google Shape;2863;p95"/>
            <p:cNvSpPr/>
            <p:nvPr/>
          </p:nvSpPr>
          <p:spPr>
            <a:xfrm>
              <a:off x="7385113" y="1535430"/>
              <a:ext cx="435673" cy="541115"/>
            </a:xfrm>
            <a:custGeom>
              <a:rect b="b" l="l" r="r" t="t"/>
              <a:pathLst>
                <a:path extrusionOk="0" h="541115" w="435673">
                  <a:moveTo>
                    <a:pt x="394621" y="0"/>
                  </a:moveTo>
                  <a:cubicBezTo>
                    <a:pt x="417294" y="0"/>
                    <a:pt x="435674" y="18380"/>
                    <a:pt x="435674" y="41053"/>
                  </a:cubicBezTo>
                  <a:lnTo>
                    <a:pt x="435674" y="500062"/>
                  </a:lnTo>
                  <a:cubicBezTo>
                    <a:pt x="435674" y="522735"/>
                    <a:pt x="417294" y="541115"/>
                    <a:pt x="394621" y="541115"/>
                  </a:cubicBezTo>
                  <a:lnTo>
                    <a:pt x="41053" y="541115"/>
                  </a:lnTo>
                  <a:cubicBezTo>
                    <a:pt x="18380" y="541115"/>
                    <a:pt x="0" y="522735"/>
                    <a:pt x="0" y="500062"/>
                  </a:cubicBezTo>
                  <a:lnTo>
                    <a:pt x="0" y="41053"/>
                  </a:lnTo>
                  <a:cubicBezTo>
                    <a:pt x="0" y="18380"/>
                    <a:pt x="18380" y="0"/>
                    <a:pt x="4105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864" name="Google Shape;2864;p95"/>
            <p:cNvGrpSpPr/>
            <p:nvPr/>
          </p:nvGrpSpPr>
          <p:grpSpPr>
            <a:xfrm>
              <a:off x="7612094" y="1566576"/>
              <a:ext cx="164781" cy="41529"/>
              <a:chOff x="7612094" y="1566576"/>
              <a:chExt cx="164781" cy="41529"/>
            </a:xfrm>
          </p:grpSpPr>
          <p:sp>
            <p:nvSpPr>
              <p:cNvPr id="2865" name="Google Shape;2865;p95"/>
              <p:cNvSpPr/>
              <p:nvPr/>
            </p:nvSpPr>
            <p:spPr>
              <a:xfrm>
                <a:off x="7735347" y="1566576"/>
                <a:ext cx="41528" cy="41529"/>
              </a:xfrm>
              <a:custGeom>
                <a:rect b="b" l="l" r="r" t="t"/>
                <a:pathLst>
                  <a:path extrusionOk="0" h="41529" w="41528">
                    <a:moveTo>
                      <a:pt x="41529" y="20765"/>
                    </a:moveTo>
                    <a:cubicBezTo>
                      <a:pt x="41529" y="32290"/>
                      <a:pt x="32195" y="41529"/>
                      <a:pt x="20764" y="41529"/>
                    </a:cubicBezTo>
                    <a:cubicBezTo>
                      <a:pt x="9335" y="41529"/>
                      <a:pt x="0" y="32194"/>
                      <a:pt x="0" y="20765"/>
                    </a:cubicBezTo>
                    <a:cubicBezTo>
                      <a:pt x="0" y="9334"/>
                      <a:pt x="9335" y="0"/>
                      <a:pt x="20764" y="0"/>
                    </a:cubicBezTo>
                    <a:cubicBezTo>
                      <a:pt x="32195" y="0"/>
                      <a:pt x="41529" y="9334"/>
                      <a:pt x="41529" y="20765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66" name="Google Shape;2866;p95"/>
              <p:cNvSpPr/>
              <p:nvPr/>
            </p:nvSpPr>
            <p:spPr>
              <a:xfrm>
                <a:off x="7673721" y="1566576"/>
                <a:ext cx="41528" cy="41529"/>
              </a:xfrm>
              <a:custGeom>
                <a:rect b="b" l="l" r="r" t="t"/>
                <a:pathLst>
                  <a:path extrusionOk="0" h="41529" w="41528">
                    <a:moveTo>
                      <a:pt x="41529" y="20765"/>
                    </a:moveTo>
                    <a:cubicBezTo>
                      <a:pt x="41529" y="32290"/>
                      <a:pt x="32195" y="41529"/>
                      <a:pt x="20764" y="41529"/>
                    </a:cubicBezTo>
                    <a:cubicBezTo>
                      <a:pt x="9334" y="41529"/>
                      <a:pt x="0" y="32194"/>
                      <a:pt x="0" y="20765"/>
                    </a:cubicBezTo>
                    <a:cubicBezTo>
                      <a:pt x="0" y="9334"/>
                      <a:pt x="9334" y="0"/>
                      <a:pt x="20764" y="0"/>
                    </a:cubicBezTo>
                    <a:cubicBezTo>
                      <a:pt x="32195" y="0"/>
                      <a:pt x="41529" y="9334"/>
                      <a:pt x="41529" y="2076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67" name="Google Shape;2867;p95"/>
              <p:cNvSpPr/>
              <p:nvPr/>
            </p:nvSpPr>
            <p:spPr>
              <a:xfrm>
                <a:off x="7612094" y="1566576"/>
                <a:ext cx="41529" cy="41529"/>
              </a:xfrm>
              <a:custGeom>
                <a:rect b="b" l="l" r="r" t="t"/>
                <a:pathLst>
                  <a:path extrusionOk="0" h="41529" w="41529">
                    <a:moveTo>
                      <a:pt x="41529" y="20765"/>
                    </a:moveTo>
                    <a:cubicBezTo>
                      <a:pt x="41529" y="32290"/>
                      <a:pt x="32195" y="41529"/>
                      <a:pt x="20764" y="41529"/>
                    </a:cubicBezTo>
                    <a:cubicBezTo>
                      <a:pt x="9335" y="41529"/>
                      <a:pt x="0" y="32194"/>
                      <a:pt x="0" y="20765"/>
                    </a:cubicBezTo>
                    <a:cubicBezTo>
                      <a:pt x="0" y="9334"/>
                      <a:pt x="9335" y="0"/>
                      <a:pt x="20764" y="0"/>
                    </a:cubicBezTo>
                    <a:cubicBezTo>
                      <a:pt x="32195" y="0"/>
                      <a:pt x="41529" y="9334"/>
                      <a:pt x="41529" y="20765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868" name="Google Shape;2868;p95"/>
          <p:cNvGrpSpPr/>
          <p:nvPr/>
        </p:nvGrpSpPr>
        <p:grpSpPr>
          <a:xfrm flipH="1">
            <a:off x="713902" y="4774546"/>
            <a:ext cx="268636" cy="280965"/>
            <a:chOff x="7420451" y="1639728"/>
            <a:chExt cx="359091" cy="375571"/>
          </a:xfrm>
        </p:grpSpPr>
        <p:sp>
          <p:nvSpPr>
            <p:cNvPr id="2869" name="Google Shape;2869;p95"/>
            <p:cNvSpPr/>
            <p:nvPr/>
          </p:nvSpPr>
          <p:spPr>
            <a:xfrm>
              <a:off x="7420451" y="1852041"/>
              <a:ext cx="357473" cy="163258"/>
            </a:xfrm>
            <a:custGeom>
              <a:rect b="b" l="l" r="r" t="t"/>
              <a:pathLst>
                <a:path extrusionOk="0" h="163258" w="357473">
                  <a:moveTo>
                    <a:pt x="40196" y="72962"/>
                  </a:moveTo>
                  <a:lnTo>
                    <a:pt x="0" y="72962"/>
                  </a:lnTo>
                  <a:lnTo>
                    <a:pt x="0" y="90297"/>
                  </a:lnTo>
                  <a:lnTo>
                    <a:pt x="40196" y="90297"/>
                  </a:lnTo>
                  <a:lnTo>
                    <a:pt x="40196" y="72962"/>
                  </a:lnTo>
                  <a:close/>
                  <a:moveTo>
                    <a:pt x="185166" y="126778"/>
                  </a:moveTo>
                  <a:lnTo>
                    <a:pt x="294894" y="126778"/>
                  </a:lnTo>
                  <a:lnTo>
                    <a:pt x="294894" y="109347"/>
                  </a:lnTo>
                  <a:lnTo>
                    <a:pt x="185166" y="109347"/>
                  </a:lnTo>
                  <a:lnTo>
                    <a:pt x="185166" y="126778"/>
                  </a:lnTo>
                  <a:close/>
                  <a:moveTo>
                    <a:pt x="294894" y="0"/>
                  </a:moveTo>
                  <a:lnTo>
                    <a:pt x="38291" y="0"/>
                  </a:lnTo>
                  <a:lnTo>
                    <a:pt x="38291" y="17335"/>
                  </a:lnTo>
                  <a:lnTo>
                    <a:pt x="294894" y="17335"/>
                  </a:lnTo>
                  <a:lnTo>
                    <a:pt x="294894" y="0"/>
                  </a:lnTo>
                  <a:close/>
                  <a:moveTo>
                    <a:pt x="0" y="163259"/>
                  </a:moveTo>
                  <a:lnTo>
                    <a:pt x="99632" y="163259"/>
                  </a:lnTo>
                  <a:lnTo>
                    <a:pt x="99632" y="145828"/>
                  </a:lnTo>
                  <a:lnTo>
                    <a:pt x="0" y="145828"/>
                  </a:lnTo>
                  <a:lnTo>
                    <a:pt x="0" y="163259"/>
                  </a:lnTo>
                  <a:close/>
                  <a:moveTo>
                    <a:pt x="76581" y="36481"/>
                  </a:moveTo>
                  <a:lnTo>
                    <a:pt x="0" y="36481"/>
                  </a:lnTo>
                  <a:lnTo>
                    <a:pt x="0" y="53816"/>
                  </a:lnTo>
                  <a:lnTo>
                    <a:pt x="76581" y="53816"/>
                  </a:lnTo>
                  <a:lnTo>
                    <a:pt x="76581" y="36481"/>
                  </a:lnTo>
                  <a:close/>
                  <a:moveTo>
                    <a:pt x="52483" y="90297"/>
                  </a:moveTo>
                  <a:lnTo>
                    <a:pt x="207836" y="90297"/>
                  </a:lnTo>
                  <a:lnTo>
                    <a:pt x="207836" y="72962"/>
                  </a:lnTo>
                  <a:lnTo>
                    <a:pt x="52483" y="72962"/>
                  </a:lnTo>
                  <a:lnTo>
                    <a:pt x="52483" y="90297"/>
                  </a:lnTo>
                  <a:close/>
                  <a:moveTo>
                    <a:pt x="164402" y="109347"/>
                  </a:moveTo>
                  <a:lnTo>
                    <a:pt x="0" y="109347"/>
                  </a:lnTo>
                  <a:lnTo>
                    <a:pt x="0" y="126778"/>
                  </a:lnTo>
                  <a:lnTo>
                    <a:pt x="164402" y="126778"/>
                  </a:lnTo>
                  <a:lnTo>
                    <a:pt x="164402" y="109347"/>
                  </a:lnTo>
                  <a:close/>
                  <a:moveTo>
                    <a:pt x="220218" y="90297"/>
                  </a:moveTo>
                  <a:lnTo>
                    <a:pt x="357378" y="90297"/>
                  </a:lnTo>
                  <a:lnTo>
                    <a:pt x="357378" y="72962"/>
                  </a:lnTo>
                  <a:lnTo>
                    <a:pt x="220218" y="72962"/>
                  </a:lnTo>
                  <a:lnTo>
                    <a:pt x="220218" y="90297"/>
                  </a:lnTo>
                  <a:close/>
                  <a:moveTo>
                    <a:pt x="97441" y="53816"/>
                  </a:moveTo>
                  <a:lnTo>
                    <a:pt x="357474" y="53816"/>
                  </a:lnTo>
                  <a:lnTo>
                    <a:pt x="357474" y="36481"/>
                  </a:lnTo>
                  <a:lnTo>
                    <a:pt x="97441" y="36481"/>
                  </a:lnTo>
                  <a:lnTo>
                    <a:pt x="97441" y="53816"/>
                  </a:lnTo>
                  <a:close/>
                  <a:moveTo>
                    <a:pt x="305371" y="0"/>
                  </a:moveTo>
                  <a:lnTo>
                    <a:pt x="305371" y="17335"/>
                  </a:lnTo>
                  <a:lnTo>
                    <a:pt x="357378" y="17335"/>
                  </a:lnTo>
                  <a:lnTo>
                    <a:pt x="357378" y="0"/>
                  </a:lnTo>
                  <a:lnTo>
                    <a:pt x="305371" y="0"/>
                  </a:lnTo>
                  <a:close/>
                  <a:moveTo>
                    <a:pt x="315659" y="126778"/>
                  </a:moveTo>
                  <a:lnTo>
                    <a:pt x="357378" y="126778"/>
                  </a:lnTo>
                  <a:lnTo>
                    <a:pt x="357378" y="109347"/>
                  </a:lnTo>
                  <a:lnTo>
                    <a:pt x="315659" y="109347"/>
                  </a:lnTo>
                  <a:lnTo>
                    <a:pt x="315659" y="126778"/>
                  </a:lnTo>
                  <a:close/>
                  <a:moveTo>
                    <a:pt x="120396" y="163259"/>
                  </a:moveTo>
                  <a:lnTo>
                    <a:pt x="222981" y="163259"/>
                  </a:lnTo>
                  <a:lnTo>
                    <a:pt x="222981" y="145828"/>
                  </a:lnTo>
                  <a:lnTo>
                    <a:pt x="120396" y="145828"/>
                  </a:lnTo>
                  <a:lnTo>
                    <a:pt x="120396" y="163259"/>
                  </a:lnTo>
                  <a:close/>
                  <a:moveTo>
                    <a:pt x="235363" y="163259"/>
                  </a:moveTo>
                  <a:lnTo>
                    <a:pt x="313563" y="163259"/>
                  </a:lnTo>
                  <a:lnTo>
                    <a:pt x="313563" y="145828"/>
                  </a:lnTo>
                  <a:lnTo>
                    <a:pt x="235363" y="145828"/>
                  </a:lnTo>
                  <a:lnTo>
                    <a:pt x="235363" y="163259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70" name="Google Shape;2870;p95"/>
            <p:cNvSpPr/>
            <p:nvPr/>
          </p:nvSpPr>
          <p:spPr>
            <a:xfrm>
              <a:off x="7425594" y="1639728"/>
              <a:ext cx="353948" cy="180117"/>
            </a:xfrm>
            <a:custGeom>
              <a:rect b="b" l="l" r="r" t="t"/>
              <a:pathLst>
                <a:path extrusionOk="0" h="180117" w="353948">
                  <a:moveTo>
                    <a:pt x="0" y="0"/>
                  </a:moveTo>
                  <a:lnTo>
                    <a:pt x="353949" y="0"/>
                  </a:lnTo>
                  <a:lnTo>
                    <a:pt x="353949" y="180118"/>
                  </a:lnTo>
                  <a:lnTo>
                    <a:pt x="0" y="180118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871" name="Google Shape;2871;p95"/>
          <p:cNvGrpSpPr/>
          <p:nvPr/>
        </p:nvGrpSpPr>
        <p:grpSpPr>
          <a:xfrm flipH="1">
            <a:off x="96200" y="4469347"/>
            <a:ext cx="355444" cy="644072"/>
            <a:chOff x="1945386" y="5582316"/>
            <a:chExt cx="470725" cy="852963"/>
          </a:xfrm>
        </p:grpSpPr>
        <p:grpSp>
          <p:nvGrpSpPr>
            <p:cNvPr id="2872" name="Google Shape;2872;p95"/>
            <p:cNvGrpSpPr/>
            <p:nvPr/>
          </p:nvGrpSpPr>
          <p:grpSpPr>
            <a:xfrm>
              <a:off x="1945386" y="5582316"/>
              <a:ext cx="470725" cy="852963"/>
              <a:chOff x="1945386" y="5582316"/>
              <a:chExt cx="470725" cy="852963"/>
            </a:xfrm>
          </p:grpSpPr>
          <p:sp>
            <p:nvSpPr>
              <p:cNvPr id="2873" name="Google Shape;2873;p95"/>
              <p:cNvSpPr/>
              <p:nvPr/>
            </p:nvSpPr>
            <p:spPr>
              <a:xfrm>
                <a:off x="1945386" y="5582316"/>
                <a:ext cx="470725" cy="852963"/>
              </a:xfrm>
              <a:custGeom>
                <a:rect b="b" l="l" r="r" t="t"/>
                <a:pathLst>
                  <a:path extrusionOk="0" h="852963" w="470725">
                    <a:moveTo>
                      <a:pt x="435388" y="0"/>
                    </a:moveTo>
                    <a:cubicBezTo>
                      <a:pt x="454904" y="0"/>
                      <a:pt x="470726" y="15821"/>
                      <a:pt x="470726" y="35338"/>
                    </a:cubicBezTo>
                    <a:lnTo>
                      <a:pt x="470726" y="817626"/>
                    </a:lnTo>
                    <a:cubicBezTo>
                      <a:pt x="470726" y="837143"/>
                      <a:pt x="454904" y="852964"/>
                      <a:pt x="435388" y="852964"/>
                    </a:cubicBezTo>
                    <a:lnTo>
                      <a:pt x="35338" y="852964"/>
                    </a:lnTo>
                    <a:cubicBezTo>
                      <a:pt x="15821" y="852964"/>
                      <a:pt x="0" y="837143"/>
                      <a:pt x="0" y="817626"/>
                    </a:cubicBezTo>
                    <a:lnTo>
                      <a:pt x="0" y="35338"/>
                    </a:lnTo>
                    <a:cubicBezTo>
                      <a:pt x="0" y="15822"/>
                      <a:pt x="15821" y="0"/>
                      <a:pt x="35338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74" name="Google Shape;2874;p95"/>
              <p:cNvSpPr/>
              <p:nvPr/>
            </p:nvSpPr>
            <p:spPr>
              <a:xfrm>
                <a:off x="1965864" y="5625846"/>
                <a:ext cx="429577" cy="699420"/>
              </a:xfrm>
              <a:custGeom>
                <a:rect b="b" l="l" r="r" t="t"/>
                <a:pathLst>
                  <a:path extrusionOk="0" h="699420" w="429577">
                    <a:moveTo>
                      <a:pt x="0" y="0"/>
                    </a:moveTo>
                    <a:lnTo>
                      <a:pt x="429578" y="0"/>
                    </a:lnTo>
                    <a:lnTo>
                      <a:pt x="429578" y="699421"/>
                    </a:lnTo>
                    <a:lnTo>
                      <a:pt x="0" y="69942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875" name="Google Shape;2875;p95"/>
            <p:cNvSpPr/>
            <p:nvPr/>
          </p:nvSpPr>
          <p:spPr>
            <a:xfrm>
              <a:off x="1986438" y="6371462"/>
              <a:ext cx="388334" cy="32194"/>
            </a:xfrm>
            <a:custGeom>
              <a:rect b="b" l="l" r="r" t="t"/>
              <a:pathLst>
                <a:path extrusionOk="0" h="32194" w="388334">
                  <a:moveTo>
                    <a:pt x="88011" y="0"/>
                  </a:moveTo>
                  <a:lnTo>
                    <a:pt x="16097" y="0"/>
                  </a:lnTo>
                  <a:cubicBezTo>
                    <a:pt x="7239" y="0"/>
                    <a:pt x="0" y="7239"/>
                    <a:pt x="0" y="16097"/>
                  </a:cubicBezTo>
                  <a:cubicBezTo>
                    <a:pt x="0" y="24955"/>
                    <a:pt x="7239" y="32195"/>
                    <a:pt x="16097" y="32195"/>
                  </a:cubicBezTo>
                  <a:lnTo>
                    <a:pt x="88011" y="32195"/>
                  </a:lnTo>
                  <a:cubicBezTo>
                    <a:pt x="96869" y="32195"/>
                    <a:pt x="104108" y="24955"/>
                    <a:pt x="104108" y="16097"/>
                  </a:cubicBezTo>
                  <a:cubicBezTo>
                    <a:pt x="104108" y="7239"/>
                    <a:pt x="96869" y="0"/>
                    <a:pt x="88011" y="0"/>
                  </a:cubicBezTo>
                  <a:close/>
                  <a:moveTo>
                    <a:pt x="230124" y="0"/>
                  </a:moveTo>
                  <a:lnTo>
                    <a:pt x="158210" y="0"/>
                  </a:lnTo>
                  <a:cubicBezTo>
                    <a:pt x="149352" y="0"/>
                    <a:pt x="142113" y="7239"/>
                    <a:pt x="142113" y="16097"/>
                  </a:cubicBezTo>
                  <a:cubicBezTo>
                    <a:pt x="142113" y="24955"/>
                    <a:pt x="149352" y="32195"/>
                    <a:pt x="158210" y="32195"/>
                  </a:cubicBezTo>
                  <a:lnTo>
                    <a:pt x="230124" y="32195"/>
                  </a:lnTo>
                  <a:cubicBezTo>
                    <a:pt x="238982" y="32195"/>
                    <a:pt x="246221" y="24955"/>
                    <a:pt x="246221" y="16097"/>
                  </a:cubicBezTo>
                  <a:cubicBezTo>
                    <a:pt x="246221" y="7239"/>
                    <a:pt x="238982" y="0"/>
                    <a:pt x="230124" y="0"/>
                  </a:cubicBezTo>
                  <a:close/>
                  <a:moveTo>
                    <a:pt x="372237" y="0"/>
                  </a:moveTo>
                  <a:lnTo>
                    <a:pt x="300323" y="0"/>
                  </a:lnTo>
                  <a:cubicBezTo>
                    <a:pt x="291465" y="0"/>
                    <a:pt x="284226" y="7239"/>
                    <a:pt x="284226" y="16097"/>
                  </a:cubicBezTo>
                  <a:cubicBezTo>
                    <a:pt x="284226" y="24955"/>
                    <a:pt x="291465" y="32195"/>
                    <a:pt x="300323" y="32195"/>
                  </a:cubicBezTo>
                  <a:lnTo>
                    <a:pt x="372237" y="32195"/>
                  </a:lnTo>
                  <a:cubicBezTo>
                    <a:pt x="381095" y="32195"/>
                    <a:pt x="388334" y="24955"/>
                    <a:pt x="388334" y="16097"/>
                  </a:cubicBezTo>
                  <a:cubicBezTo>
                    <a:pt x="388334" y="7239"/>
                    <a:pt x="381095" y="0"/>
                    <a:pt x="37223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876" name="Google Shape;2876;p95"/>
          <p:cNvGrpSpPr/>
          <p:nvPr/>
        </p:nvGrpSpPr>
        <p:grpSpPr>
          <a:xfrm>
            <a:off x="7975988" y="116167"/>
            <a:ext cx="1061979" cy="558999"/>
            <a:chOff x="3859815" y="2867310"/>
            <a:chExt cx="1262157" cy="664368"/>
          </a:xfrm>
        </p:grpSpPr>
        <p:sp>
          <p:nvSpPr>
            <p:cNvPr id="2877" name="Google Shape;2877;p95"/>
            <p:cNvSpPr/>
            <p:nvPr/>
          </p:nvSpPr>
          <p:spPr>
            <a:xfrm>
              <a:off x="3859815" y="2867310"/>
              <a:ext cx="1262157" cy="664368"/>
            </a:xfrm>
            <a:custGeom>
              <a:rect b="b" l="l" r="r" t="t"/>
              <a:pathLst>
                <a:path extrusionOk="0" h="664368" w="1262157">
                  <a:moveTo>
                    <a:pt x="1102233" y="344424"/>
                  </a:moveTo>
                  <a:cubicBezTo>
                    <a:pt x="1090231" y="344424"/>
                    <a:pt x="1078611" y="345757"/>
                    <a:pt x="1067372" y="348234"/>
                  </a:cubicBezTo>
                  <a:cubicBezTo>
                    <a:pt x="1048131" y="223838"/>
                    <a:pt x="945166" y="127159"/>
                    <a:pt x="817816" y="117348"/>
                  </a:cubicBezTo>
                  <a:cubicBezTo>
                    <a:pt x="756856" y="45625"/>
                    <a:pt x="666083" y="0"/>
                    <a:pt x="564547" y="0"/>
                  </a:cubicBezTo>
                  <a:cubicBezTo>
                    <a:pt x="398526" y="0"/>
                    <a:pt x="260890" y="121825"/>
                    <a:pt x="236220" y="280988"/>
                  </a:cubicBezTo>
                  <a:cubicBezTo>
                    <a:pt x="222599" y="277939"/>
                    <a:pt x="208502" y="276320"/>
                    <a:pt x="194024" y="276320"/>
                  </a:cubicBezTo>
                  <a:cubicBezTo>
                    <a:pt x="86868" y="276320"/>
                    <a:pt x="0" y="363188"/>
                    <a:pt x="0" y="470345"/>
                  </a:cubicBezTo>
                  <a:cubicBezTo>
                    <a:pt x="0" y="577501"/>
                    <a:pt x="86868" y="664369"/>
                    <a:pt x="194024" y="664369"/>
                  </a:cubicBezTo>
                  <a:lnTo>
                    <a:pt x="1102138" y="664369"/>
                  </a:lnTo>
                  <a:cubicBezTo>
                    <a:pt x="1190530" y="664369"/>
                    <a:pt x="1262158" y="592741"/>
                    <a:pt x="1262158" y="504349"/>
                  </a:cubicBezTo>
                  <a:cubicBezTo>
                    <a:pt x="1262158" y="415957"/>
                    <a:pt x="1190530" y="344329"/>
                    <a:pt x="1102138" y="344329"/>
                  </a:cubicBezTo>
                  <a:close/>
                </a:path>
              </a:pathLst>
            </a:custGeom>
            <a:solidFill>
              <a:srgbClr val="42444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878" name="Google Shape;2878;p95"/>
            <p:cNvGrpSpPr/>
            <p:nvPr/>
          </p:nvGrpSpPr>
          <p:grpSpPr>
            <a:xfrm>
              <a:off x="4275677" y="3065525"/>
              <a:ext cx="334517" cy="380047"/>
              <a:chOff x="4275677" y="3065525"/>
              <a:chExt cx="334517" cy="380047"/>
            </a:xfrm>
          </p:grpSpPr>
          <p:grpSp>
            <p:nvGrpSpPr>
              <p:cNvPr id="2879" name="Google Shape;2879;p95"/>
              <p:cNvGrpSpPr/>
              <p:nvPr/>
            </p:nvGrpSpPr>
            <p:grpSpPr>
              <a:xfrm>
                <a:off x="4275677" y="3065525"/>
                <a:ext cx="334517" cy="380047"/>
                <a:chOff x="4275677" y="3065525"/>
                <a:chExt cx="334517" cy="380047"/>
              </a:xfrm>
            </p:grpSpPr>
            <p:grpSp>
              <p:nvGrpSpPr>
                <p:cNvPr id="2880" name="Google Shape;2880;p95"/>
                <p:cNvGrpSpPr/>
                <p:nvPr/>
              </p:nvGrpSpPr>
              <p:grpSpPr>
                <a:xfrm>
                  <a:off x="4275677" y="3301269"/>
                  <a:ext cx="334422" cy="144303"/>
                  <a:chOff x="4275677" y="3301269"/>
                  <a:chExt cx="334422" cy="144303"/>
                </a:xfrm>
              </p:grpSpPr>
              <p:sp>
                <p:nvSpPr>
                  <p:cNvPr id="2881" name="Google Shape;2881;p95"/>
                  <p:cNvSpPr/>
                  <p:nvPr/>
                </p:nvSpPr>
                <p:spPr>
                  <a:xfrm>
                    <a:off x="4275677" y="3331654"/>
                    <a:ext cx="334422" cy="113918"/>
                  </a:xfrm>
                  <a:custGeom>
                    <a:rect b="b" l="l" r="r" t="t"/>
                    <a:pathLst>
                      <a:path extrusionOk="0" h="113918" w="334422">
                        <a:moveTo>
                          <a:pt x="95" y="0"/>
                        </a:moveTo>
                        <a:lnTo>
                          <a:pt x="95" y="83534"/>
                        </a:lnTo>
                        <a:cubicBezTo>
                          <a:pt x="95" y="100298"/>
                          <a:pt x="74962" y="113919"/>
                          <a:pt x="167259" y="113919"/>
                        </a:cubicBezTo>
                        <a:cubicBezTo>
                          <a:pt x="259556" y="113919"/>
                          <a:pt x="334423" y="100298"/>
                          <a:pt x="334423" y="83534"/>
                        </a:cubicBezTo>
                        <a:lnTo>
                          <a:pt x="334423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CFD3D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882" name="Google Shape;2882;p95"/>
                  <p:cNvSpPr/>
                  <p:nvPr/>
                </p:nvSpPr>
                <p:spPr>
                  <a:xfrm>
                    <a:off x="4275772" y="3301269"/>
                    <a:ext cx="334327" cy="60769"/>
                  </a:xfrm>
                  <a:custGeom>
                    <a:rect b="b" l="l" r="r" t="t"/>
                    <a:pathLst>
                      <a:path extrusionOk="0" h="60769" w="334327">
                        <a:moveTo>
                          <a:pt x="334328" y="30385"/>
                        </a:moveTo>
                        <a:cubicBezTo>
                          <a:pt x="334328" y="47166"/>
                          <a:pt x="259486" y="60770"/>
                          <a:pt x="167164" y="60770"/>
                        </a:cubicBezTo>
                        <a:cubicBezTo>
                          <a:pt x="74842" y="60770"/>
                          <a:pt x="0" y="47166"/>
                          <a:pt x="0" y="30385"/>
                        </a:cubicBezTo>
                        <a:cubicBezTo>
                          <a:pt x="0" y="13604"/>
                          <a:pt x="74842" y="0"/>
                          <a:pt x="167164" y="0"/>
                        </a:cubicBezTo>
                        <a:cubicBezTo>
                          <a:pt x="259486" y="0"/>
                          <a:pt x="334328" y="13604"/>
                          <a:pt x="334328" y="30385"/>
                        </a:cubicBezTo>
                        <a:close/>
                      </a:path>
                    </a:pathLst>
                  </a:custGeom>
                  <a:solidFill>
                    <a:srgbClr val="E6EAF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2883" name="Google Shape;2883;p95"/>
                <p:cNvGrpSpPr/>
                <p:nvPr/>
              </p:nvGrpSpPr>
              <p:grpSpPr>
                <a:xfrm>
                  <a:off x="4275677" y="3183350"/>
                  <a:ext cx="334422" cy="144302"/>
                  <a:chOff x="4275677" y="3183350"/>
                  <a:chExt cx="334422" cy="144302"/>
                </a:xfrm>
              </p:grpSpPr>
              <p:sp>
                <p:nvSpPr>
                  <p:cNvPr id="2884" name="Google Shape;2884;p95"/>
                  <p:cNvSpPr/>
                  <p:nvPr/>
                </p:nvSpPr>
                <p:spPr>
                  <a:xfrm>
                    <a:off x="4275677" y="3213734"/>
                    <a:ext cx="334422" cy="113918"/>
                  </a:xfrm>
                  <a:custGeom>
                    <a:rect b="b" l="l" r="r" t="t"/>
                    <a:pathLst>
                      <a:path extrusionOk="0" h="113918" w="334422">
                        <a:moveTo>
                          <a:pt x="95" y="0"/>
                        </a:moveTo>
                        <a:lnTo>
                          <a:pt x="95" y="83534"/>
                        </a:lnTo>
                        <a:cubicBezTo>
                          <a:pt x="95" y="100298"/>
                          <a:pt x="74962" y="113919"/>
                          <a:pt x="167259" y="113919"/>
                        </a:cubicBezTo>
                        <a:cubicBezTo>
                          <a:pt x="259556" y="113919"/>
                          <a:pt x="334423" y="100298"/>
                          <a:pt x="334423" y="83534"/>
                        </a:cubicBezTo>
                        <a:lnTo>
                          <a:pt x="334423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CFD3D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885" name="Google Shape;2885;p95"/>
                  <p:cNvSpPr/>
                  <p:nvPr/>
                </p:nvSpPr>
                <p:spPr>
                  <a:xfrm>
                    <a:off x="4275772" y="3183350"/>
                    <a:ext cx="334327" cy="60769"/>
                  </a:xfrm>
                  <a:custGeom>
                    <a:rect b="b" l="l" r="r" t="t"/>
                    <a:pathLst>
                      <a:path extrusionOk="0" h="60769" w="334327">
                        <a:moveTo>
                          <a:pt x="334328" y="30385"/>
                        </a:moveTo>
                        <a:cubicBezTo>
                          <a:pt x="334328" y="47166"/>
                          <a:pt x="259486" y="60769"/>
                          <a:pt x="167164" y="60769"/>
                        </a:cubicBezTo>
                        <a:cubicBezTo>
                          <a:pt x="74842" y="60769"/>
                          <a:pt x="0" y="47166"/>
                          <a:pt x="0" y="30385"/>
                        </a:cubicBezTo>
                        <a:cubicBezTo>
                          <a:pt x="0" y="13604"/>
                          <a:pt x="74842" y="0"/>
                          <a:pt x="167164" y="0"/>
                        </a:cubicBezTo>
                        <a:cubicBezTo>
                          <a:pt x="259486" y="0"/>
                          <a:pt x="334328" y="13604"/>
                          <a:pt x="334328" y="30385"/>
                        </a:cubicBezTo>
                        <a:close/>
                      </a:path>
                    </a:pathLst>
                  </a:custGeom>
                  <a:solidFill>
                    <a:srgbClr val="E6EAF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2886" name="Google Shape;2886;p95"/>
                <p:cNvGrpSpPr/>
                <p:nvPr/>
              </p:nvGrpSpPr>
              <p:grpSpPr>
                <a:xfrm>
                  <a:off x="4275677" y="3065525"/>
                  <a:ext cx="334517" cy="144303"/>
                  <a:chOff x="4275677" y="3065525"/>
                  <a:chExt cx="334517" cy="144303"/>
                </a:xfrm>
              </p:grpSpPr>
              <p:sp>
                <p:nvSpPr>
                  <p:cNvPr id="2887" name="Google Shape;2887;p95"/>
                  <p:cNvSpPr/>
                  <p:nvPr/>
                </p:nvSpPr>
                <p:spPr>
                  <a:xfrm>
                    <a:off x="4275677" y="3095910"/>
                    <a:ext cx="334422" cy="113918"/>
                  </a:xfrm>
                  <a:custGeom>
                    <a:rect b="b" l="l" r="r" t="t"/>
                    <a:pathLst>
                      <a:path extrusionOk="0" h="113918" w="334422">
                        <a:moveTo>
                          <a:pt x="95" y="0"/>
                        </a:moveTo>
                        <a:lnTo>
                          <a:pt x="95" y="83534"/>
                        </a:lnTo>
                        <a:cubicBezTo>
                          <a:pt x="95" y="100298"/>
                          <a:pt x="74962" y="113919"/>
                          <a:pt x="167259" y="113919"/>
                        </a:cubicBezTo>
                        <a:cubicBezTo>
                          <a:pt x="259556" y="113919"/>
                          <a:pt x="334423" y="100298"/>
                          <a:pt x="334423" y="83534"/>
                        </a:cubicBezTo>
                        <a:lnTo>
                          <a:pt x="334423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CFD3D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888" name="Google Shape;2888;p95"/>
                  <p:cNvSpPr/>
                  <p:nvPr/>
                </p:nvSpPr>
                <p:spPr>
                  <a:xfrm>
                    <a:off x="4275867" y="3065525"/>
                    <a:ext cx="334327" cy="60769"/>
                  </a:xfrm>
                  <a:custGeom>
                    <a:rect b="b" l="l" r="r" t="t"/>
                    <a:pathLst>
                      <a:path extrusionOk="0" h="60769" w="334327">
                        <a:moveTo>
                          <a:pt x="334328" y="30385"/>
                        </a:moveTo>
                        <a:cubicBezTo>
                          <a:pt x="334328" y="47149"/>
                          <a:pt x="259461" y="60770"/>
                          <a:pt x="167164" y="60770"/>
                        </a:cubicBezTo>
                        <a:cubicBezTo>
                          <a:pt x="74866" y="60770"/>
                          <a:pt x="0" y="47149"/>
                          <a:pt x="0" y="30385"/>
                        </a:cubicBezTo>
                        <a:cubicBezTo>
                          <a:pt x="0" y="13621"/>
                          <a:pt x="74866" y="0"/>
                          <a:pt x="167164" y="0"/>
                        </a:cubicBezTo>
                        <a:cubicBezTo>
                          <a:pt x="259461" y="0"/>
                          <a:pt x="334328" y="13621"/>
                          <a:pt x="334328" y="30385"/>
                        </a:cubicBezTo>
                        <a:close/>
                      </a:path>
                    </a:pathLst>
                  </a:custGeom>
                  <a:solidFill>
                    <a:srgbClr val="E6EAF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2889" name="Google Shape;2889;p95"/>
              <p:cNvSpPr/>
              <p:nvPr/>
            </p:nvSpPr>
            <p:spPr>
              <a:xfrm>
                <a:off x="4529994" y="3140487"/>
                <a:ext cx="38100" cy="38100"/>
              </a:xfrm>
              <a:custGeom>
                <a:rect b="b" l="l" r="r" t="t"/>
                <a:pathLst>
                  <a:path extrusionOk="0" h="38100" w="38100">
                    <a:moveTo>
                      <a:pt x="38100" y="19050"/>
                    </a:moveTo>
                    <a:cubicBezTo>
                      <a:pt x="38100" y="29623"/>
                      <a:pt x="29528" y="38100"/>
                      <a:pt x="19050" y="38100"/>
                    </a:cubicBezTo>
                    <a:cubicBezTo>
                      <a:pt x="8572" y="38100"/>
                      <a:pt x="0" y="29528"/>
                      <a:pt x="0" y="19050"/>
                    </a:cubicBezTo>
                    <a:cubicBezTo>
                      <a:pt x="0" y="8572"/>
                      <a:pt x="8572" y="0"/>
                      <a:pt x="19050" y="0"/>
                    </a:cubicBezTo>
                    <a:cubicBezTo>
                      <a:pt x="29528" y="0"/>
                      <a:pt x="38100" y="8572"/>
                      <a:pt x="38100" y="19050"/>
                    </a:cubicBezTo>
                    <a:close/>
                  </a:path>
                </a:pathLst>
              </a:custGeom>
              <a:solidFill>
                <a:srgbClr val="55C0E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90" name="Google Shape;2890;p95"/>
              <p:cNvSpPr/>
              <p:nvPr/>
            </p:nvSpPr>
            <p:spPr>
              <a:xfrm>
                <a:off x="4529994" y="3256216"/>
                <a:ext cx="38100" cy="38100"/>
              </a:xfrm>
              <a:custGeom>
                <a:rect b="b" l="l" r="r" t="t"/>
                <a:pathLst>
                  <a:path extrusionOk="0" h="38100" w="38100">
                    <a:moveTo>
                      <a:pt x="38100" y="19050"/>
                    </a:moveTo>
                    <a:cubicBezTo>
                      <a:pt x="38100" y="29623"/>
                      <a:pt x="29528" y="38100"/>
                      <a:pt x="19050" y="38100"/>
                    </a:cubicBezTo>
                    <a:cubicBezTo>
                      <a:pt x="8572" y="38100"/>
                      <a:pt x="0" y="29528"/>
                      <a:pt x="0" y="19050"/>
                    </a:cubicBezTo>
                    <a:cubicBezTo>
                      <a:pt x="0" y="8573"/>
                      <a:pt x="8572" y="0"/>
                      <a:pt x="19050" y="0"/>
                    </a:cubicBezTo>
                    <a:cubicBezTo>
                      <a:pt x="29528" y="0"/>
                      <a:pt x="38100" y="8573"/>
                      <a:pt x="38100" y="19050"/>
                    </a:cubicBezTo>
                    <a:close/>
                  </a:path>
                </a:pathLst>
              </a:custGeom>
              <a:solidFill>
                <a:srgbClr val="E6EAF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91" name="Google Shape;2891;p95"/>
              <p:cNvSpPr/>
              <p:nvPr/>
            </p:nvSpPr>
            <p:spPr>
              <a:xfrm>
                <a:off x="4529994" y="3377088"/>
                <a:ext cx="38100" cy="38100"/>
              </a:xfrm>
              <a:custGeom>
                <a:rect b="b" l="l" r="r" t="t"/>
                <a:pathLst>
                  <a:path extrusionOk="0" h="38100" w="38100">
                    <a:moveTo>
                      <a:pt x="38100" y="19050"/>
                    </a:moveTo>
                    <a:cubicBezTo>
                      <a:pt x="38100" y="29623"/>
                      <a:pt x="29528" y="38100"/>
                      <a:pt x="19050" y="38100"/>
                    </a:cubicBezTo>
                    <a:cubicBezTo>
                      <a:pt x="8572" y="38100"/>
                      <a:pt x="0" y="29528"/>
                      <a:pt x="0" y="19050"/>
                    </a:cubicBezTo>
                    <a:cubicBezTo>
                      <a:pt x="0" y="8573"/>
                      <a:pt x="8572" y="0"/>
                      <a:pt x="19050" y="0"/>
                    </a:cubicBezTo>
                    <a:cubicBezTo>
                      <a:pt x="29528" y="0"/>
                      <a:pt x="38100" y="8573"/>
                      <a:pt x="38100" y="19050"/>
                    </a:cubicBezTo>
                    <a:close/>
                  </a:path>
                </a:pathLst>
              </a:custGeom>
              <a:solidFill>
                <a:srgbClr val="E6EAF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892" name="Google Shape;2892;p95"/>
          <p:cNvGrpSpPr/>
          <p:nvPr/>
        </p:nvGrpSpPr>
        <p:grpSpPr>
          <a:xfrm flipH="1" rot="5400000">
            <a:off x="557972" y="4696603"/>
            <a:ext cx="16329" cy="218290"/>
            <a:chOff x="10809827" y="4402455"/>
            <a:chExt cx="24764" cy="330993"/>
          </a:xfrm>
        </p:grpSpPr>
        <p:sp>
          <p:nvSpPr>
            <p:cNvPr id="2893" name="Google Shape;2893;p95"/>
            <p:cNvSpPr/>
            <p:nvPr/>
          </p:nvSpPr>
          <p:spPr>
            <a:xfrm>
              <a:off x="10822209" y="4414266"/>
              <a:ext cx="9525" cy="307467"/>
            </a:xfrm>
            <a:custGeom>
              <a:rect b="b" l="l" r="r" t="t"/>
              <a:pathLst>
                <a:path extrusionOk="0" h="307467" w="9525">
                  <a:moveTo>
                    <a:pt x="-1" y="307467"/>
                  </a:moveTo>
                  <a:lnTo>
                    <a:pt x="-1" y="0"/>
                  </a:lnTo>
                </a:path>
              </a:pathLst>
            </a:custGeom>
            <a:solidFill>
              <a:schemeClr val="accent4"/>
            </a:solidFill>
            <a:ln cap="flat" cmpd="sng" w="10950">
              <a:solidFill>
                <a:schemeClr val="accent4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94" name="Google Shape;2894;p95"/>
            <p:cNvSpPr/>
            <p:nvPr/>
          </p:nvSpPr>
          <p:spPr>
            <a:xfrm>
              <a:off x="10809827" y="4708683"/>
              <a:ext cx="24764" cy="24765"/>
            </a:xfrm>
            <a:custGeom>
              <a:rect b="b" l="l" r="r" t="t"/>
              <a:pathLst>
                <a:path extrusionOk="0" h="24765" w="24764">
                  <a:moveTo>
                    <a:pt x="24765" y="12382"/>
                  </a:moveTo>
                  <a:cubicBezTo>
                    <a:pt x="24765" y="19240"/>
                    <a:pt x="19241" y="24765"/>
                    <a:pt x="12382" y="24765"/>
                  </a:cubicBezTo>
                  <a:cubicBezTo>
                    <a:pt x="5524" y="24765"/>
                    <a:pt x="0" y="19240"/>
                    <a:pt x="0" y="12382"/>
                  </a:cubicBezTo>
                  <a:cubicBezTo>
                    <a:pt x="0" y="5524"/>
                    <a:pt x="5524" y="0"/>
                    <a:pt x="12382" y="0"/>
                  </a:cubicBezTo>
                  <a:cubicBezTo>
                    <a:pt x="19241" y="0"/>
                    <a:pt x="24765" y="5524"/>
                    <a:pt x="24765" y="12382"/>
                  </a:cubicBezTo>
                  <a:close/>
                </a:path>
              </a:pathLst>
            </a:cu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95" name="Google Shape;2895;p95"/>
            <p:cNvSpPr/>
            <p:nvPr/>
          </p:nvSpPr>
          <p:spPr>
            <a:xfrm>
              <a:off x="10809827" y="4402455"/>
              <a:ext cx="24764" cy="24764"/>
            </a:xfrm>
            <a:custGeom>
              <a:rect b="b" l="l" r="r" t="t"/>
              <a:pathLst>
                <a:path extrusionOk="0" h="24764" w="24764">
                  <a:moveTo>
                    <a:pt x="24765" y="12382"/>
                  </a:moveTo>
                  <a:cubicBezTo>
                    <a:pt x="24765" y="5524"/>
                    <a:pt x="19241" y="0"/>
                    <a:pt x="12382" y="0"/>
                  </a:cubicBezTo>
                  <a:cubicBezTo>
                    <a:pt x="5524" y="0"/>
                    <a:pt x="0" y="5524"/>
                    <a:pt x="0" y="12382"/>
                  </a:cubicBezTo>
                  <a:cubicBezTo>
                    <a:pt x="0" y="19240"/>
                    <a:pt x="5524" y="24765"/>
                    <a:pt x="12382" y="24765"/>
                  </a:cubicBezTo>
                  <a:cubicBezTo>
                    <a:pt x="19241" y="24765"/>
                    <a:pt x="24765" y="19240"/>
                    <a:pt x="24765" y="12382"/>
                  </a:cubicBezTo>
                  <a:close/>
                </a:path>
              </a:pathLst>
            </a:cu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896" name="Google Shape;2896;p95"/>
          <p:cNvSpPr/>
          <p:nvPr/>
        </p:nvSpPr>
        <p:spPr>
          <a:xfrm rot="-532595">
            <a:off x="7984139" y="4422751"/>
            <a:ext cx="1661199" cy="1343241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7" name="Google Shape;2897;p95"/>
          <p:cNvSpPr/>
          <p:nvPr/>
        </p:nvSpPr>
        <p:spPr>
          <a:xfrm flipH="1" rot="-5145822">
            <a:off x="-1235221" y="72085"/>
            <a:ext cx="2404292" cy="1318592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3_1">
    <p:spTree>
      <p:nvGrpSpPr>
        <p:cNvPr id="2898" name="Shape 28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9" name="Google Shape;2899;p96"/>
          <p:cNvSpPr txBox="1"/>
          <p:nvPr>
            <p:ph type="title"/>
          </p:nvPr>
        </p:nvSpPr>
        <p:spPr>
          <a:xfrm>
            <a:off x="2347938" y="997200"/>
            <a:ext cx="4448100" cy="105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85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900" name="Google Shape;2900;p96"/>
          <p:cNvSpPr txBox="1"/>
          <p:nvPr>
            <p:ph idx="1" type="subTitle"/>
          </p:nvPr>
        </p:nvSpPr>
        <p:spPr>
          <a:xfrm>
            <a:off x="2347900" y="1841450"/>
            <a:ext cx="4448100" cy="105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901" name="Google Shape;2901;p96"/>
          <p:cNvSpPr txBox="1"/>
          <p:nvPr/>
        </p:nvSpPr>
        <p:spPr>
          <a:xfrm>
            <a:off x="2099100" y="3611950"/>
            <a:ext cx="4945800" cy="5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3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CREDITS:</a:t>
            </a:r>
            <a:r>
              <a:rPr lang="en"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This presentation template was created by </a:t>
            </a:r>
            <a:r>
              <a:rPr b="1" lang="en" sz="1200" u="sng">
                <a:solidFill>
                  <a:schemeClr val="hlink"/>
                </a:solidFill>
                <a:latin typeface="Open Sans"/>
                <a:ea typeface="Open Sans"/>
                <a:cs typeface="Open Sans"/>
                <a:sym typeface="Open Sans"/>
                <a:hlinkClick r:id="rId2"/>
              </a:rPr>
              <a:t>Slidesgo</a:t>
            </a:r>
            <a:r>
              <a:rPr lang="en"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, and includes icons, infographics &amp; images by </a:t>
            </a:r>
            <a:r>
              <a:rPr b="1" lang="en" sz="1200" u="sng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lang="en" sz="1200" u="sng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endParaRPr b="1" sz="1200" u="sng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902" name="Google Shape;2902;p96"/>
          <p:cNvSpPr/>
          <p:nvPr/>
        </p:nvSpPr>
        <p:spPr>
          <a:xfrm flipH="1" rot="-2493044">
            <a:off x="-1086706" y="-570280"/>
            <a:ext cx="2902912" cy="2347287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3" name="Google Shape;2903;p96"/>
          <p:cNvSpPr/>
          <p:nvPr/>
        </p:nvSpPr>
        <p:spPr>
          <a:xfrm flipH="1" rot="-5051288">
            <a:off x="7227752" y="3451481"/>
            <a:ext cx="2997828" cy="2576307"/>
          </a:xfrm>
          <a:custGeom>
            <a:rect b="b" l="l" r="r" t="t"/>
            <a:pathLst>
              <a:path extrusionOk="0" h="30330" w="38869">
                <a:moveTo>
                  <a:pt x="24297" y="1"/>
                </a:moveTo>
                <a:cubicBezTo>
                  <a:pt x="23576" y="1"/>
                  <a:pt x="22813" y="81"/>
                  <a:pt x="22018" y="271"/>
                </a:cubicBezTo>
                <a:cubicBezTo>
                  <a:pt x="16904" y="1494"/>
                  <a:pt x="14626" y="5778"/>
                  <a:pt x="11611" y="8671"/>
                </a:cubicBezTo>
                <a:cubicBezTo>
                  <a:pt x="10032" y="10186"/>
                  <a:pt x="7766" y="10684"/>
                  <a:pt x="5916" y="11826"/>
                </a:cubicBezTo>
                <a:cubicBezTo>
                  <a:pt x="0" y="15481"/>
                  <a:pt x="539" y="24197"/>
                  <a:pt x="4874" y="27639"/>
                </a:cubicBezTo>
                <a:cubicBezTo>
                  <a:pt x="7150" y="29445"/>
                  <a:pt x="9815" y="30330"/>
                  <a:pt x="12976" y="30330"/>
                </a:cubicBezTo>
                <a:cubicBezTo>
                  <a:pt x="15025" y="30330"/>
                  <a:pt x="17282" y="29958"/>
                  <a:pt x="19778" y="29225"/>
                </a:cubicBezTo>
                <a:cubicBezTo>
                  <a:pt x="26123" y="27360"/>
                  <a:pt x="30656" y="26268"/>
                  <a:pt x="34763" y="20412"/>
                </a:cubicBezTo>
                <a:cubicBezTo>
                  <a:pt x="38869" y="14558"/>
                  <a:pt x="35544" y="6859"/>
                  <a:pt x="30907" y="2368"/>
                </a:cubicBezTo>
                <a:cubicBezTo>
                  <a:pt x="30907" y="2368"/>
                  <a:pt x="28215" y="1"/>
                  <a:pt x="24297" y="1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4" name="Google Shape;2904;p96"/>
          <p:cNvSpPr/>
          <p:nvPr/>
        </p:nvSpPr>
        <p:spPr>
          <a:xfrm flipH="1" rot="460638">
            <a:off x="178423" y="3742788"/>
            <a:ext cx="1359611" cy="1222555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5" name="Google Shape;2905;p96"/>
          <p:cNvSpPr/>
          <p:nvPr/>
        </p:nvSpPr>
        <p:spPr>
          <a:xfrm flipH="1" rot="460623">
            <a:off x="6683138" y="-2074210"/>
            <a:ext cx="4087061" cy="3304707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9">
    <p:spTree>
      <p:nvGrpSpPr>
        <p:cNvPr id="2906" name="Shape 29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7" name="Google Shape;2907;p97"/>
          <p:cNvSpPr/>
          <p:nvPr/>
        </p:nvSpPr>
        <p:spPr>
          <a:xfrm flipH="1" rot="-1900174">
            <a:off x="-500059" y="-436065"/>
            <a:ext cx="1729608" cy="1398556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8" name="Google Shape;2908;p97"/>
          <p:cNvSpPr/>
          <p:nvPr/>
        </p:nvSpPr>
        <p:spPr>
          <a:xfrm flipH="1" rot="-3263452">
            <a:off x="5847147" y="3927927"/>
            <a:ext cx="2997856" cy="2576292"/>
          </a:xfrm>
          <a:custGeom>
            <a:rect b="b" l="l" r="r" t="t"/>
            <a:pathLst>
              <a:path extrusionOk="0" h="30330" w="38869">
                <a:moveTo>
                  <a:pt x="24297" y="1"/>
                </a:moveTo>
                <a:cubicBezTo>
                  <a:pt x="23576" y="1"/>
                  <a:pt x="22813" y="81"/>
                  <a:pt x="22018" y="271"/>
                </a:cubicBezTo>
                <a:cubicBezTo>
                  <a:pt x="16904" y="1494"/>
                  <a:pt x="14626" y="5778"/>
                  <a:pt x="11611" y="8671"/>
                </a:cubicBezTo>
                <a:cubicBezTo>
                  <a:pt x="10032" y="10186"/>
                  <a:pt x="7766" y="10684"/>
                  <a:pt x="5916" y="11826"/>
                </a:cubicBezTo>
                <a:cubicBezTo>
                  <a:pt x="0" y="15481"/>
                  <a:pt x="539" y="24197"/>
                  <a:pt x="4874" y="27639"/>
                </a:cubicBezTo>
                <a:cubicBezTo>
                  <a:pt x="7150" y="29445"/>
                  <a:pt x="9815" y="30330"/>
                  <a:pt x="12976" y="30330"/>
                </a:cubicBezTo>
                <a:cubicBezTo>
                  <a:pt x="15025" y="30330"/>
                  <a:pt x="17282" y="29958"/>
                  <a:pt x="19778" y="29225"/>
                </a:cubicBezTo>
                <a:cubicBezTo>
                  <a:pt x="26123" y="27360"/>
                  <a:pt x="30656" y="26268"/>
                  <a:pt x="34763" y="20412"/>
                </a:cubicBezTo>
                <a:cubicBezTo>
                  <a:pt x="38869" y="14558"/>
                  <a:pt x="35544" y="6859"/>
                  <a:pt x="30907" y="2368"/>
                </a:cubicBezTo>
                <a:cubicBezTo>
                  <a:pt x="30907" y="2368"/>
                  <a:pt x="28215" y="1"/>
                  <a:pt x="24297" y="1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9" name="Google Shape;2909;p97"/>
          <p:cNvSpPr/>
          <p:nvPr/>
        </p:nvSpPr>
        <p:spPr>
          <a:xfrm flipH="1" rot="460623">
            <a:off x="6387251" y="-1517085"/>
            <a:ext cx="4087061" cy="3304707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0" name="Google Shape;2910;p97"/>
          <p:cNvSpPr/>
          <p:nvPr/>
        </p:nvSpPr>
        <p:spPr>
          <a:xfrm flipH="1" rot="531593">
            <a:off x="-1222788" y="3829381"/>
            <a:ext cx="2902962" cy="2347327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911" name="Google Shape;2911;p97"/>
          <p:cNvGrpSpPr/>
          <p:nvPr/>
        </p:nvGrpSpPr>
        <p:grpSpPr>
          <a:xfrm>
            <a:off x="7931872" y="177093"/>
            <a:ext cx="997823" cy="737095"/>
            <a:chOff x="7931872" y="177093"/>
            <a:chExt cx="997823" cy="737095"/>
          </a:xfrm>
        </p:grpSpPr>
        <p:grpSp>
          <p:nvGrpSpPr>
            <p:cNvPr id="2912" name="Google Shape;2912;p97"/>
            <p:cNvGrpSpPr/>
            <p:nvPr/>
          </p:nvGrpSpPr>
          <p:grpSpPr>
            <a:xfrm>
              <a:off x="7931872" y="177093"/>
              <a:ext cx="919725" cy="318025"/>
              <a:chOff x="7230903" y="4635722"/>
              <a:chExt cx="652843" cy="225742"/>
            </a:xfrm>
          </p:grpSpPr>
          <p:sp>
            <p:nvSpPr>
              <p:cNvPr id="2913" name="Google Shape;2913;p97"/>
              <p:cNvSpPr/>
              <p:nvPr/>
            </p:nvSpPr>
            <p:spPr>
              <a:xfrm>
                <a:off x="7230903" y="4635722"/>
                <a:ext cx="652843" cy="225742"/>
              </a:xfrm>
              <a:custGeom>
                <a:rect b="b" l="l" r="r" t="t"/>
                <a:pathLst>
                  <a:path extrusionOk="0" h="225742" w="652843">
                    <a:moveTo>
                      <a:pt x="619030" y="0"/>
                    </a:moveTo>
                    <a:cubicBezTo>
                      <a:pt x="637705" y="0"/>
                      <a:pt x="652844" y="15139"/>
                      <a:pt x="652844" y="33814"/>
                    </a:cubicBezTo>
                    <a:lnTo>
                      <a:pt x="652844" y="191929"/>
                    </a:lnTo>
                    <a:cubicBezTo>
                      <a:pt x="652844" y="210603"/>
                      <a:pt x="637704" y="225742"/>
                      <a:pt x="619030" y="225742"/>
                    </a:cubicBezTo>
                    <a:lnTo>
                      <a:pt x="33814" y="225742"/>
                    </a:lnTo>
                    <a:cubicBezTo>
                      <a:pt x="15139" y="225742"/>
                      <a:pt x="0" y="210603"/>
                      <a:pt x="0" y="191929"/>
                    </a:cubicBezTo>
                    <a:lnTo>
                      <a:pt x="0" y="33814"/>
                    </a:lnTo>
                    <a:cubicBezTo>
                      <a:pt x="0" y="15139"/>
                      <a:pt x="15139" y="0"/>
                      <a:pt x="33814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14" name="Google Shape;2914;p97"/>
              <p:cNvSpPr/>
              <p:nvPr/>
            </p:nvSpPr>
            <p:spPr>
              <a:xfrm>
                <a:off x="7287577" y="4672107"/>
                <a:ext cx="151161" cy="151161"/>
              </a:xfrm>
              <a:custGeom>
                <a:rect b="b" l="l" r="r" t="t"/>
                <a:pathLst>
                  <a:path extrusionOk="0" h="151161" w="151161">
                    <a:moveTo>
                      <a:pt x="0" y="0"/>
                    </a:moveTo>
                    <a:lnTo>
                      <a:pt x="151161" y="0"/>
                    </a:lnTo>
                    <a:lnTo>
                      <a:pt x="151161" y="151162"/>
                    </a:lnTo>
                    <a:lnTo>
                      <a:pt x="0" y="151162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2915" name="Google Shape;2915;p97"/>
              <p:cNvGrpSpPr/>
              <p:nvPr/>
            </p:nvGrpSpPr>
            <p:grpSpPr>
              <a:xfrm>
                <a:off x="7487126" y="4676394"/>
                <a:ext cx="332041" cy="142684"/>
                <a:chOff x="7487126" y="4676394"/>
                <a:chExt cx="332041" cy="142684"/>
              </a:xfrm>
            </p:grpSpPr>
            <p:sp>
              <p:nvSpPr>
                <p:cNvPr id="2916" name="Google Shape;2916;p97"/>
                <p:cNvSpPr/>
                <p:nvPr/>
              </p:nvSpPr>
              <p:spPr>
                <a:xfrm>
                  <a:off x="7487126" y="4676394"/>
                  <a:ext cx="332041" cy="20383"/>
                </a:xfrm>
                <a:custGeom>
                  <a:rect b="b" l="l" r="r" t="t"/>
                  <a:pathLst>
                    <a:path extrusionOk="0" h="20383" w="332041">
                      <a:moveTo>
                        <a:pt x="0" y="0"/>
                      </a:moveTo>
                      <a:lnTo>
                        <a:pt x="332041" y="0"/>
                      </a:lnTo>
                      <a:lnTo>
                        <a:pt x="332041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917" name="Google Shape;2917;p97"/>
                <p:cNvSpPr/>
                <p:nvPr/>
              </p:nvSpPr>
              <p:spPr>
                <a:xfrm>
                  <a:off x="7487126" y="4717161"/>
                  <a:ext cx="290322" cy="20383"/>
                </a:xfrm>
                <a:custGeom>
                  <a:rect b="b" l="l" r="r" t="t"/>
                  <a:pathLst>
                    <a:path extrusionOk="0" h="20383" w="290322">
                      <a:moveTo>
                        <a:pt x="0" y="0"/>
                      </a:moveTo>
                      <a:lnTo>
                        <a:pt x="290322" y="0"/>
                      </a:lnTo>
                      <a:lnTo>
                        <a:pt x="290322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918" name="Google Shape;2918;p97"/>
                <p:cNvSpPr/>
                <p:nvPr/>
              </p:nvSpPr>
              <p:spPr>
                <a:xfrm>
                  <a:off x="7487126" y="4757928"/>
                  <a:ext cx="303942" cy="20383"/>
                </a:xfrm>
                <a:custGeom>
                  <a:rect b="b" l="l" r="r" t="t"/>
                  <a:pathLst>
                    <a:path extrusionOk="0" h="20383" w="303942">
                      <a:moveTo>
                        <a:pt x="0" y="0"/>
                      </a:moveTo>
                      <a:lnTo>
                        <a:pt x="303942" y="0"/>
                      </a:lnTo>
                      <a:lnTo>
                        <a:pt x="303942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919" name="Google Shape;2919;p97"/>
                <p:cNvSpPr/>
                <p:nvPr/>
              </p:nvSpPr>
              <p:spPr>
                <a:xfrm>
                  <a:off x="7487126" y="4798695"/>
                  <a:ext cx="171545" cy="20383"/>
                </a:xfrm>
                <a:custGeom>
                  <a:rect b="b" l="l" r="r" t="t"/>
                  <a:pathLst>
                    <a:path extrusionOk="0" h="20383" w="171545">
                      <a:moveTo>
                        <a:pt x="0" y="0"/>
                      </a:moveTo>
                      <a:lnTo>
                        <a:pt x="171545" y="0"/>
                      </a:lnTo>
                      <a:lnTo>
                        <a:pt x="171545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2920" name="Google Shape;2920;p97"/>
            <p:cNvGrpSpPr/>
            <p:nvPr/>
          </p:nvGrpSpPr>
          <p:grpSpPr>
            <a:xfrm>
              <a:off x="7931872" y="596163"/>
              <a:ext cx="919725" cy="318025"/>
              <a:chOff x="7230903" y="4933188"/>
              <a:chExt cx="652843" cy="225742"/>
            </a:xfrm>
          </p:grpSpPr>
          <p:grpSp>
            <p:nvGrpSpPr>
              <p:cNvPr id="2921" name="Google Shape;2921;p97"/>
              <p:cNvGrpSpPr/>
              <p:nvPr/>
            </p:nvGrpSpPr>
            <p:grpSpPr>
              <a:xfrm>
                <a:off x="7230903" y="4933188"/>
                <a:ext cx="652843" cy="225742"/>
                <a:chOff x="7230903" y="4933188"/>
                <a:chExt cx="652843" cy="225742"/>
              </a:xfrm>
            </p:grpSpPr>
            <p:sp>
              <p:nvSpPr>
                <p:cNvPr id="2922" name="Google Shape;2922;p97"/>
                <p:cNvSpPr/>
                <p:nvPr/>
              </p:nvSpPr>
              <p:spPr>
                <a:xfrm>
                  <a:off x="7230903" y="4933188"/>
                  <a:ext cx="652843" cy="225742"/>
                </a:xfrm>
                <a:custGeom>
                  <a:rect b="b" l="l" r="r" t="t"/>
                  <a:pathLst>
                    <a:path extrusionOk="0" h="225742" w="652843">
                      <a:moveTo>
                        <a:pt x="619030" y="0"/>
                      </a:moveTo>
                      <a:cubicBezTo>
                        <a:pt x="637705" y="0"/>
                        <a:pt x="652844" y="15139"/>
                        <a:pt x="652844" y="33814"/>
                      </a:cubicBezTo>
                      <a:lnTo>
                        <a:pt x="652844" y="191929"/>
                      </a:lnTo>
                      <a:cubicBezTo>
                        <a:pt x="652844" y="210604"/>
                        <a:pt x="637704" y="225742"/>
                        <a:pt x="619030" y="225742"/>
                      </a:cubicBezTo>
                      <a:lnTo>
                        <a:pt x="33814" y="225742"/>
                      </a:lnTo>
                      <a:cubicBezTo>
                        <a:pt x="15139" y="225742"/>
                        <a:pt x="0" y="210604"/>
                        <a:pt x="0" y="191929"/>
                      </a:cubicBezTo>
                      <a:lnTo>
                        <a:pt x="0" y="33814"/>
                      </a:lnTo>
                      <a:cubicBezTo>
                        <a:pt x="0" y="15139"/>
                        <a:pt x="15139" y="0"/>
                        <a:pt x="33814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923" name="Google Shape;2923;p97"/>
                <p:cNvSpPr/>
                <p:nvPr/>
              </p:nvSpPr>
              <p:spPr>
                <a:xfrm>
                  <a:off x="7287577" y="4969668"/>
                  <a:ext cx="151161" cy="151161"/>
                </a:xfrm>
                <a:custGeom>
                  <a:rect b="b" l="l" r="r" t="t"/>
                  <a:pathLst>
                    <a:path extrusionOk="0" h="151161" w="151161">
                      <a:moveTo>
                        <a:pt x="75534" y="151162"/>
                      </a:moveTo>
                      <a:lnTo>
                        <a:pt x="75534" y="151162"/>
                      </a:lnTo>
                      <a:cubicBezTo>
                        <a:pt x="33814" y="151162"/>
                        <a:pt x="0" y="117348"/>
                        <a:pt x="0" y="75629"/>
                      </a:cubicBezTo>
                      <a:lnTo>
                        <a:pt x="0" y="75629"/>
                      </a:lnTo>
                      <a:cubicBezTo>
                        <a:pt x="0" y="33909"/>
                        <a:pt x="33814" y="0"/>
                        <a:pt x="75534" y="0"/>
                      </a:cubicBezTo>
                      <a:lnTo>
                        <a:pt x="75534" y="0"/>
                      </a:lnTo>
                      <a:cubicBezTo>
                        <a:pt x="117253" y="0"/>
                        <a:pt x="151162" y="33814"/>
                        <a:pt x="151162" y="75533"/>
                      </a:cubicBezTo>
                      <a:lnTo>
                        <a:pt x="151162" y="75533"/>
                      </a:lnTo>
                      <a:cubicBezTo>
                        <a:pt x="151162" y="117253"/>
                        <a:pt x="117348" y="151162"/>
                        <a:pt x="75534" y="151162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2924" name="Google Shape;2924;p97"/>
                <p:cNvGrpSpPr/>
                <p:nvPr/>
              </p:nvGrpSpPr>
              <p:grpSpPr>
                <a:xfrm>
                  <a:off x="7487126" y="4973859"/>
                  <a:ext cx="332041" cy="142684"/>
                  <a:chOff x="7487126" y="4973859"/>
                  <a:chExt cx="332041" cy="142684"/>
                </a:xfrm>
              </p:grpSpPr>
              <p:sp>
                <p:nvSpPr>
                  <p:cNvPr id="2925" name="Google Shape;2925;p97"/>
                  <p:cNvSpPr/>
                  <p:nvPr/>
                </p:nvSpPr>
                <p:spPr>
                  <a:xfrm>
                    <a:off x="7506747" y="4973859"/>
                    <a:ext cx="280034" cy="20383"/>
                  </a:xfrm>
                  <a:custGeom>
                    <a:rect b="b" l="l" r="r" t="t"/>
                    <a:pathLst>
                      <a:path extrusionOk="0" h="20383" w="280034">
                        <a:moveTo>
                          <a:pt x="0" y="0"/>
                        </a:moveTo>
                        <a:lnTo>
                          <a:pt x="280035" y="0"/>
                        </a:lnTo>
                        <a:lnTo>
                          <a:pt x="280035" y="20384"/>
                        </a:lnTo>
                        <a:lnTo>
                          <a:pt x="0" y="2038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926" name="Google Shape;2926;p97"/>
                  <p:cNvSpPr/>
                  <p:nvPr/>
                </p:nvSpPr>
                <p:spPr>
                  <a:xfrm>
                    <a:off x="7487126" y="5014626"/>
                    <a:ext cx="205073" cy="20383"/>
                  </a:xfrm>
                  <a:custGeom>
                    <a:rect b="b" l="l" r="r" t="t"/>
                    <a:pathLst>
                      <a:path extrusionOk="0" h="20383" w="205073">
                        <a:moveTo>
                          <a:pt x="0" y="0"/>
                        </a:moveTo>
                        <a:lnTo>
                          <a:pt x="205073" y="0"/>
                        </a:lnTo>
                        <a:lnTo>
                          <a:pt x="205073" y="20384"/>
                        </a:lnTo>
                        <a:lnTo>
                          <a:pt x="0" y="2038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927" name="Google Shape;2927;p97"/>
                  <p:cNvSpPr/>
                  <p:nvPr/>
                </p:nvSpPr>
                <p:spPr>
                  <a:xfrm>
                    <a:off x="7487126" y="5055393"/>
                    <a:ext cx="332041" cy="20383"/>
                  </a:xfrm>
                  <a:custGeom>
                    <a:rect b="b" l="l" r="r" t="t"/>
                    <a:pathLst>
                      <a:path extrusionOk="0" h="20383" w="332041">
                        <a:moveTo>
                          <a:pt x="0" y="0"/>
                        </a:moveTo>
                        <a:lnTo>
                          <a:pt x="332041" y="0"/>
                        </a:lnTo>
                        <a:lnTo>
                          <a:pt x="332041" y="20384"/>
                        </a:lnTo>
                        <a:lnTo>
                          <a:pt x="0" y="2038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928" name="Google Shape;2928;p97"/>
                  <p:cNvSpPr/>
                  <p:nvPr/>
                </p:nvSpPr>
                <p:spPr>
                  <a:xfrm>
                    <a:off x="7487126" y="5096160"/>
                    <a:ext cx="171545" cy="20383"/>
                  </a:xfrm>
                  <a:custGeom>
                    <a:rect b="b" l="l" r="r" t="t"/>
                    <a:pathLst>
                      <a:path extrusionOk="0" h="20383" w="171545">
                        <a:moveTo>
                          <a:pt x="0" y="0"/>
                        </a:moveTo>
                        <a:lnTo>
                          <a:pt x="171545" y="0"/>
                        </a:lnTo>
                        <a:lnTo>
                          <a:pt x="171545" y="20384"/>
                        </a:lnTo>
                        <a:lnTo>
                          <a:pt x="0" y="2038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2929" name="Google Shape;2929;p97"/>
              <p:cNvSpPr/>
              <p:nvPr/>
            </p:nvSpPr>
            <p:spPr>
              <a:xfrm>
                <a:off x="7338250" y="5011639"/>
                <a:ext cx="50734" cy="60632"/>
              </a:xfrm>
              <a:custGeom>
                <a:rect b="b" l="l" r="r" t="t"/>
                <a:pathLst>
                  <a:path extrusionOk="0" h="60632" w="50734">
                    <a:moveTo>
                      <a:pt x="0" y="4892"/>
                    </a:moveTo>
                    <a:lnTo>
                      <a:pt x="0" y="55851"/>
                    </a:lnTo>
                    <a:cubicBezTo>
                      <a:pt x="0" y="59566"/>
                      <a:pt x="4001" y="61851"/>
                      <a:pt x="7239" y="59947"/>
                    </a:cubicBezTo>
                    <a:lnTo>
                      <a:pt x="48387" y="35563"/>
                    </a:lnTo>
                    <a:cubicBezTo>
                      <a:pt x="51435" y="33753"/>
                      <a:pt x="51531" y="29371"/>
                      <a:pt x="48578" y="27371"/>
                    </a:cubicBezTo>
                    <a:lnTo>
                      <a:pt x="7430" y="796"/>
                    </a:lnTo>
                    <a:cubicBezTo>
                      <a:pt x="4191" y="-1299"/>
                      <a:pt x="0" y="987"/>
                      <a:pt x="0" y="4797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930" name="Google Shape;2930;p97"/>
            <p:cNvGrpSpPr/>
            <p:nvPr/>
          </p:nvGrpSpPr>
          <p:grpSpPr>
            <a:xfrm>
              <a:off x="8756326" y="539537"/>
              <a:ext cx="173370" cy="112691"/>
              <a:chOff x="7816120" y="4892994"/>
              <a:chExt cx="123062" cy="79991"/>
            </a:xfrm>
          </p:grpSpPr>
          <p:grpSp>
            <p:nvGrpSpPr>
              <p:cNvPr id="2931" name="Google Shape;2931;p97"/>
              <p:cNvGrpSpPr/>
              <p:nvPr/>
            </p:nvGrpSpPr>
            <p:grpSpPr>
              <a:xfrm>
                <a:off x="7816120" y="4902803"/>
                <a:ext cx="123062" cy="63817"/>
                <a:chOff x="7816120" y="4902803"/>
                <a:chExt cx="123062" cy="63817"/>
              </a:xfrm>
            </p:grpSpPr>
            <p:sp>
              <p:nvSpPr>
                <p:cNvPr id="2932" name="Google Shape;2932;p97"/>
                <p:cNvSpPr/>
                <p:nvPr/>
              </p:nvSpPr>
              <p:spPr>
                <a:xfrm>
                  <a:off x="7816120" y="4902803"/>
                  <a:ext cx="123062" cy="63817"/>
                </a:xfrm>
                <a:custGeom>
                  <a:rect b="b" l="l" r="r" t="t"/>
                  <a:pathLst>
                    <a:path extrusionOk="0" h="63817" w="123062">
                      <a:moveTo>
                        <a:pt x="61531" y="63817"/>
                      </a:moveTo>
                      <a:cubicBezTo>
                        <a:pt x="86963" y="63817"/>
                        <a:pt x="109442" y="51244"/>
                        <a:pt x="123063" y="31909"/>
                      </a:cubicBezTo>
                      <a:cubicBezTo>
                        <a:pt x="109442" y="12573"/>
                        <a:pt x="86963" y="0"/>
                        <a:pt x="61531" y="0"/>
                      </a:cubicBezTo>
                      <a:cubicBezTo>
                        <a:pt x="36100" y="0"/>
                        <a:pt x="13621" y="12573"/>
                        <a:pt x="0" y="31909"/>
                      </a:cubicBezTo>
                      <a:cubicBezTo>
                        <a:pt x="13621" y="51244"/>
                        <a:pt x="36100" y="63817"/>
                        <a:pt x="61531" y="63817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933" name="Google Shape;2933;p97"/>
                <p:cNvSpPr/>
                <p:nvPr/>
              </p:nvSpPr>
              <p:spPr>
                <a:xfrm>
                  <a:off x="7858029" y="4915090"/>
                  <a:ext cx="39242" cy="39243"/>
                </a:xfrm>
                <a:custGeom>
                  <a:rect b="b" l="l" r="r" t="t"/>
                  <a:pathLst>
                    <a:path extrusionOk="0" h="39243" w="39242">
                      <a:moveTo>
                        <a:pt x="39243" y="19621"/>
                      </a:moveTo>
                      <a:cubicBezTo>
                        <a:pt x="39243" y="30458"/>
                        <a:pt x="30458" y="39243"/>
                        <a:pt x="19621" y="39243"/>
                      </a:cubicBezTo>
                      <a:cubicBezTo>
                        <a:pt x="8785" y="39243"/>
                        <a:pt x="0" y="30458"/>
                        <a:pt x="0" y="19621"/>
                      </a:cubicBezTo>
                      <a:cubicBezTo>
                        <a:pt x="0" y="8785"/>
                        <a:pt x="8785" y="0"/>
                        <a:pt x="19621" y="0"/>
                      </a:cubicBezTo>
                      <a:cubicBezTo>
                        <a:pt x="30458" y="0"/>
                        <a:pt x="39243" y="8785"/>
                        <a:pt x="39243" y="1962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2934" name="Google Shape;2934;p97"/>
              <p:cNvSpPr/>
              <p:nvPr/>
            </p:nvSpPr>
            <p:spPr>
              <a:xfrm rot="-2700000">
                <a:off x="7825456" y="4928129"/>
                <a:ext cx="103403" cy="9720"/>
              </a:xfrm>
              <a:custGeom>
                <a:rect b="b" l="l" r="r" t="t"/>
                <a:pathLst>
                  <a:path extrusionOk="0" h="9715" w="103346">
                    <a:moveTo>
                      <a:pt x="0" y="0"/>
                    </a:moveTo>
                    <a:lnTo>
                      <a:pt x="103346" y="0"/>
                    </a:lnTo>
                    <a:lnTo>
                      <a:pt x="103346" y="9716"/>
                    </a:lnTo>
                    <a:lnTo>
                      <a:pt x="0" y="9716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9_1">
    <p:spTree>
      <p:nvGrpSpPr>
        <p:cNvPr id="2935" name="Shape 29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6" name="Google Shape;2936;p98"/>
          <p:cNvSpPr/>
          <p:nvPr/>
        </p:nvSpPr>
        <p:spPr>
          <a:xfrm flipH="1" rot="8819869">
            <a:off x="7035528" y="3933627"/>
            <a:ext cx="3158468" cy="2509642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7" name="Google Shape;2937;p98"/>
          <p:cNvSpPr/>
          <p:nvPr/>
        </p:nvSpPr>
        <p:spPr>
          <a:xfrm flipH="1" rot="-3657034">
            <a:off x="-1336268" y="-858934"/>
            <a:ext cx="2746020" cy="1921695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938" name="Google Shape;2938;p98"/>
          <p:cNvGrpSpPr/>
          <p:nvPr/>
        </p:nvGrpSpPr>
        <p:grpSpPr>
          <a:xfrm>
            <a:off x="65066" y="4373044"/>
            <a:ext cx="878158" cy="654532"/>
            <a:chOff x="1114425" y="4361211"/>
            <a:chExt cx="573023" cy="427101"/>
          </a:xfrm>
        </p:grpSpPr>
        <p:grpSp>
          <p:nvGrpSpPr>
            <p:cNvPr id="2939" name="Google Shape;2939;p98"/>
            <p:cNvGrpSpPr/>
            <p:nvPr/>
          </p:nvGrpSpPr>
          <p:grpSpPr>
            <a:xfrm>
              <a:off x="1114425" y="4361211"/>
              <a:ext cx="573023" cy="427101"/>
              <a:chOff x="1114425" y="4361211"/>
              <a:chExt cx="573023" cy="427101"/>
            </a:xfrm>
          </p:grpSpPr>
          <p:sp>
            <p:nvSpPr>
              <p:cNvPr id="2940" name="Google Shape;2940;p98"/>
              <p:cNvSpPr/>
              <p:nvPr/>
            </p:nvSpPr>
            <p:spPr>
              <a:xfrm>
                <a:off x="1241964" y="4361211"/>
                <a:ext cx="445484" cy="299466"/>
              </a:xfrm>
              <a:custGeom>
                <a:rect b="b" l="l" r="r" t="t"/>
                <a:pathLst>
                  <a:path extrusionOk="0" h="299466" w="445484">
                    <a:moveTo>
                      <a:pt x="139160" y="7715"/>
                    </a:moveTo>
                    <a:lnTo>
                      <a:pt x="173450" y="42005"/>
                    </a:lnTo>
                    <a:cubicBezTo>
                      <a:pt x="178403" y="46958"/>
                      <a:pt x="185166" y="49721"/>
                      <a:pt x="192215" y="49721"/>
                    </a:cubicBezTo>
                    <a:lnTo>
                      <a:pt x="419005" y="49721"/>
                    </a:lnTo>
                    <a:cubicBezTo>
                      <a:pt x="433673" y="49721"/>
                      <a:pt x="445484" y="61627"/>
                      <a:pt x="445484" y="76200"/>
                    </a:cubicBezTo>
                    <a:lnTo>
                      <a:pt x="445484" y="272987"/>
                    </a:lnTo>
                    <a:cubicBezTo>
                      <a:pt x="445484" y="287655"/>
                      <a:pt x="433578" y="299466"/>
                      <a:pt x="419005" y="299466"/>
                    </a:cubicBezTo>
                    <a:lnTo>
                      <a:pt x="26479" y="299466"/>
                    </a:lnTo>
                    <a:cubicBezTo>
                      <a:pt x="11811" y="299466"/>
                      <a:pt x="0" y="287560"/>
                      <a:pt x="0" y="272987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79" y="0"/>
                    </a:cubicBezTo>
                    <a:lnTo>
                      <a:pt x="120396" y="0"/>
                    </a:lnTo>
                    <a:cubicBezTo>
                      <a:pt x="127445" y="0"/>
                      <a:pt x="134207" y="2762"/>
                      <a:pt x="139160" y="7715"/>
                    </a:cubicBezTo>
                    <a:close/>
                  </a:path>
                </a:pathLst>
              </a:custGeom>
              <a:solidFill>
                <a:srgbClr val="35363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41" name="Google Shape;2941;p98"/>
              <p:cNvSpPr/>
              <p:nvPr/>
            </p:nvSpPr>
            <p:spPr>
              <a:xfrm>
                <a:off x="1178242" y="4425029"/>
                <a:ext cx="445484" cy="299466"/>
              </a:xfrm>
              <a:custGeom>
                <a:rect b="b" l="l" r="r" t="t"/>
                <a:pathLst>
                  <a:path extrusionOk="0" h="299466" w="445484">
                    <a:moveTo>
                      <a:pt x="139160" y="7620"/>
                    </a:moveTo>
                    <a:lnTo>
                      <a:pt x="173450" y="41910"/>
                    </a:lnTo>
                    <a:cubicBezTo>
                      <a:pt x="178403" y="46863"/>
                      <a:pt x="185166" y="49721"/>
                      <a:pt x="192215" y="49721"/>
                    </a:cubicBezTo>
                    <a:lnTo>
                      <a:pt x="419005" y="49721"/>
                    </a:lnTo>
                    <a:cubicBezTo>
                      <a:pt x="433673" y="49721"/>
                      <a:pt x="445484" y="61627"/>
                      <a:pt x="445484" y="76200"/>
                    </a:cubicBezTo>
                    <a:lnTo>
                      <a:pt x="445484" y="272987"/>
                    </a:lnTo>
                    <a:cubicBezTo>
                      <a:pt x="445484" y="287655"/>
                      <a:pt x="433578" y="299466"/>
                      <a:pt x="419005" y="299466"/>
                    </a:cubicBezTo>
                    <a:lnTo>
                      <a:pt x="26479" y="299466"/>
                    </a:lnTo>
                    <a:cubicBezTo>
                      <a:pt x="11811" y="299466"/>
                      <a:pt x="0" y="287560"/>
                      <a:pt x="0" y="272987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79" y="0"/>
                    </a:cubicBezTo>
                    <a:lnTo>
                      <a:pt x="120396" y="0"/>
                    </a:lnTo>
                    <a:cubicBezTo>
                      <a:pt x="127445" y="0"/>
                      <a:pt x="134207" y="2762"/>
                      <a:pt x="139160" y="7715"/>
                    </a:cubicBezTo>
                    <a:close/>
                  </a:path>
                </a:pathLst>
              </a:custGeom>
              <a:solidFill>
                <a:srgbClr val="42444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42" name="Google Shape;2942;p98"/>
              <p:cNvSpPr/>
              <p:nvPr/>
            </p:nvSpPr>
            <p:spPr>
              <a:xfrm>
                <a:off x="1114425" y="4488846"/>
                <a:ext cx="445484" cy="299466"/>
              </a:xfrm>
              <a:custGeom>
                <a:rect b="b" l="l" r="r" t="t"/>
                <a:pathLst>
                  <a:path extrusionOk="0" h="299466" w="445484">
                    <a:moveTo>
                      <a:pt x="139160" y="7620"/>
                    </a:moveTo>
                    <a:lnTo>
                      <a:pt x="173450" y="41910"/>
                    </a:lnTo>
                    <a:cubicBezTo>
                      <a:pt x="178403" y="46863"/>
                      <a:pt x="185166" y="49721"/>
                      <a:pt x="192215" y="49721"/>
                    </a:cubicBezTo>
                    <a:lnTo>
                      <a:pt x="419005" y="49721"/>
                    </a:lnTo>
                    <a:cubicBezTo>
                      <a:pt x="433673" y="49721"/>
                      <a:pt x="445484" y="61627"/>
                      <a:pt x="445484" y="76200"/>
                    </a:cubicBezTo>
                    <a:lnTo>
                      <a:pt x="445484" y="272987"/>
                    </a:lnTo>
                    <a:cubicBezTo>
                      <a:pt x="445484" y="287655"/>
                      <a:pt x="433578" y="299466"/>
                      <a:pt x="419005" y="299466"/>
                    </a:cubicBezTo>
                    <a:lnTo>
                      <a:pt x="26480" y="299466"/>
                    </a:lnTo>
                    <a:cubicBezTo>
                      <a:pt x="11811" y="299466"/>
                      <a:pt x="0" y="287560"/>
                      <a:pt x="0" y="272987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80" y="0"/>
                    </a:cubicBezTo>
                    <a:lnTo>
                      <a:pt x="120396" y="0"/>
                    </a:lnTo>
                    <a:cubicBezTo>
                      <a:pt x="127445" y="0"/>
                      <a:pt x="134207" y="2762"/>
                      <a:pt x="139160" y="7811"/>
                    </a:cubicBezTo>
                    <a:close/>
                  </a:path>
                </a:pathLst>
              </a:custGeom>
              <a:solidFill>
                <a:srgbClr val="6F708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943" name="Google Shape;2943;p98"/>
            <p:cNvSpPr/>
            <p:nvPr/>
          </p:nvSpPr>
          <p:spPr>
            <a:xfrm>
              <a:off x="1303210" y="4628965"/>
              <a:ext cx="68735" cy="82063"/>
            </a:xfrm>
            <a:custGeom>
              <a:rect b="b" l="l" r="r" t="t"/>
              <a:pathLst>
                <a:path extrusionOk="0" h="82063" w="68735">
                  <a:moveTo>
                    <a:pt x="0" y="6471"/>
                  </a:moveTo>
                  <a:lnTo>
                    <a:pt x="0" y="75527"/>
                  </a:lnTo>
                  <a:cubicBezTo>
                    <a:pt x="0" y="80575"/>
                    <a:pt x="5524" y="83719"/>
                    <a:pt x="9811" y="81147"/>
                  </a:cubicBezTo>
                  <a:lnTo>
                    <a:pt x="65532" y="48095"/>
                  </a:lnTo>
                  <a:cubicBezTo>
                    <a:pt x="69723" y="45619"/>
                    <a:pt x="69818" y="39618"/>
                    <a:pt x="65723" y="37046"/>
                  </a:cubicBezTo>
                  <a:lnTo>
                    <a:pt x="10001" y="1042"/>
                  </a:lnTo>
                  <a:cubicBezTo>
                    <a:pt x="5715" y="-1721"/>
                    <a:pt x="0" y="1327"/>
                    <a:pt x="0" y="647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944" name="Google Shape;2944;p98"/>
          <p:cNvGrpSpPr/>
          <p:nvPr/>
        </p:nvGrpSpPr>
        <p:grpSpPr>
          <a:xfrm>
            <a:off x="8114970" y="266839"/>
            <a:ext cx="829992" cy="750888"/>
            <a:chOff x="8114596" y="445039"/>
            <a:chExt cx="633002" cy="572716"/>
          </a:xfrm>
        </p:grpSpPr>
        <p:grpSp>
          <p:nvGrpSpPr>
            <p:cNvPr id="2945" name="Google Shape;2945;p98"/>
            <p:cNvGrpSpPr/>
            <p:nvPr/>
          </p:nvGrpSpPr>
          <p:grpSpPr>
            <a:xfrm>
              <a:off x="8114596" y="445039"/>
              <a:ext cx="633002" cy="572716"/>
              <a:chOff x="7189660" y="520827"/>
              <a:chExt cx="598074" cy="541115"/>
            </a:xfrm>
          </p:grpSpPr>
          <p:sp>
            <p:nvSpPr>
              <p:cNvPr id="2946" name="Google Shape;2946;p98"/>
              <p:cNvSpPr/>
              <p:nvPr/>
            </p:nvSpPr>
            <p:spPr>
              <a:xfrm>
                <a:off x="7189660" y="520827"/>
                <a:ext cx="598074" cy="541115"/>
              </a:xfrm>
              <a:custGeom>
                <a:rect b="b" l="l" r="r" t="t"/>
                <a:pathLst>
                  <a:path extrusionOk="0" h="541115" w="598074">
                    <a:moveTo>
                      <a:pt x="557022" y="0"/>
                    </a:moveTo>
                    <a:cubicBezTo>
                      <a:pt x="579695" y="0"/>
                      <a:pt x="598075" y="18380"/>
                      <a:pt x="598075" y="41053"/>
                    </a:cubicBezTo>
                    <a:lnTo>
                      <a:pt x="598075" y="500063"/>
                    </a:lnTo>
                    <a:cubicBezTo>
                      <a:pt x="598075" y="522735"/>
                      <a:pt x="579695" y="541115"/>
                      <a:pt x="557022" y="541115"/>
                    </a:cubicBezTo>
                    <a:lnTo>
                      <a:pt x="41053" y="541115"/>
                    </a:lnTo>
                    <a:cubicBezTo>
                      <a:pt x="18380" y="541115"/>
                      <a:pt x="0" y="522735"/>
                      <a:pt x="0" y="500063"/>
                    </a:cubicBezTo>
                    <a:lnTo>
                      <a:pt x="0" y="41053"/>
                    </a:lnTo>
                    <a:cubicBezTo>
                      <a:pt x="0" y="18380"/>
                      <a:pt x="18380" y="0"/>
                      <a:pt x="410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2947" name="Google Shape;2947;p98"/>
              <p:cNvGrpSpPr/>
              <p:nvPr/>
            </p:nvGrpSpPr>
            <p:grpSpPr>
              <a:xfrm>
                <a:off x="7579137" y="551973"/>
                <a:ext cx="164782" cy="41529"/>
                <a:chOff x="7579137" y="551973"/>
                <a:chExt cx="164782" cy="41529"/>
              </a:xfrm>
            </p:grpSpPr>
            <p:sp>
              <p:nvSpPr>
                <p:cNvPr id="2948" name="Google Shape;2948;p98"/>
                <p:cNvSpPr/>
                <p:nvPr/>
              </p:nvSpPr>
              <p:spPr>
                <a:xfrm>
                  <a:off x="7702391" y="551973"/>
                  <a:ext cx="41528" cy="41529"/>
                </a:xfrm>
                <a:custGeom>
                  <a:rect b="b" l="l" r="r" t="t"/>
                  <a:pathLst>
                    <a:path extrusionOk="0" h="41529" w="41528">
                      <a:moveTo>
                        <a:pt x="41529" y="20765"/>
                      </a:moveTo>
                      <a:cubicBezTo>
                        <a:pt x="41529" y="32290"/>
                        <a:pt x="32195" y="41529"/>
                        <a:pt x="20764" y="41529"/>
                      </a:cubicBezTo>
                      <a:cubicBezTo>
                        <a:pt x="9334" y="41529"/>
                        <a:pt x="0" y="32195"/>
                        <a:pt x="0" y="20765"/>
                      </a:cubicBezTo>
                      <a:cubicBezTo>
                        <a:pt x="0" y="9335"/>
                        <a:pt x="9334" y="0"/>
                        <a:pt x="20764" y="0"/>
                      </a:cubicBezTo>
                      <a:cubicBezTo>
                        <a:pt x="32195" y="0"/>
                        <a:pt x="41529" y="9335"/>
                        <a:pt x="41529" y="20765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949" name="Google Shape;2949;p98"/>
                <p:cNvSpPr/>
                <p:nvPr/>
              </p:nvSpPr>
              <p:spPr>
                <a:xfrm>
                  <a:off x="7640764" y="551973"/>
                  <a:ext cx="41528" cy="41529"/>
                </a:xfrm>
                <a:custGeom>
                  <a:rect b="b" l="l" r="r" t="t"/>
                  <a:pathLst>
                    <a:path extrusionOk="0" h="41529" w="41528">
                      <a:moveTo>
                        <a:pt x="41529" y="20765"/>
                      </a:moveTo>
                      <a:cubicBezTo>
                        <a:pt x="41529" y="32290"/>
                        <a:pt x="32195" y="41529"/>
                        <a:pt x="20764" y="41529"/>
                      </a:cubicBezTo>
                      <a:cubicBezTo>
                        <a:pt x="9334" y="41529"/>
                        <a:pt x="0" y="32195"/>
                        <a:pt x="0" y="20765"/>
                      </a:cubicBezTo>
                      <a:cubicBezTo>
                        <a:pt x="0" y="9335"/>
                        <a:pt x="9334" y="0"/>
                        <a:pt x="20764" y="0"/>
                      </a:cubicBezTo>
                      <a:cubicBezTo>
                        <a:pt x="32195" y="0"/>
                        <a:pt x="41529" y="9335"/>
                        <a:pt x="41529" y="20765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950" name="Google Shape;2950;p98"/>
                <p:cNvSpPr/>
                <p:nvPr/>
              </p:nvSpPr>
              <p:spPr>
                <a:xfrm>
                  <a:off x="7579137" y="551973"/>
                  <a:ext cx="41528" cy="41529"/>
                </a:xfrm>
                <a:custGeom>
                  <a:rect b="b" l="l" r="r" t="t"/>
                  <a:pathLst>
                    <a:path extrusionOk="0" h="41529" w="41528">
                      <a:moveTo>
                        <a:pt x="41529" y="20765"/>
                      </a:moveTo>
                      <a:cubicBezTo>
                        <a:pt x="41529" y="32290"/>
                        <a:pt x="32195" y="41529"/>
                        <a:pt x="20764" y="41529"/>
                      </a:cubicBezTo>
                      <a:cubicBezTo>
                        <a:pt x="9334" y="41529"/>
                        <a:pt x="0" y="32195"/>
                        <a:pt x="0" y="20765"/>
                      </a:cubicBezTo>
                      <a:cubicBezTo>
                        <a:pt x="0" y="9335"/>
                        <a:pt x="9334" y="0"/>
                        <a:pt x="20764" y="0"/>
                      </a:cubicBezTo>
                      <a:cubicBezTo>
                        <a:pt x="32195" y="0"/>
                        <a:pt x="41529" y="9335"/>
                        <a:pt x="41529" y="20765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2951" name="Google Shape;2951;p98"/>
            <p:cNvGrpSpPr/>
            <p:nvPr/>
          </p:nvGrpSpPr>
          <p:grpSpPr>
            <a:xfrm>
              <a:off x="8184962" y="619646"/>
              <a:ext cx="498115" cy="257273"/>
              <a:chOff x="7256144" y="685800"/>
              <a:chExt cx="470630" cy="243077"/>
            </a:xfrm>
          </p:grpSpPr>
          <p:sp>
            <p:nvSpPr>
              <p:cNvPr id="2952" name="Google Shape;2952;p98"/>
              <p:cNvSpPr/>
              <p:nvPr/>
            </p:nvSpPr>
            <p:spPr>
              <a:xfrm>
                <a:off x="7256144" y="694753"/>
                <a:ext cx="218503" cy="218217"/>
              </a:xfrm>
              <a:custGeom>
                <a:rect b="b" l="l" r="r" t="t"/>
                <a:pathLst>
                  <a:path extrusionOk="0" h="218217" w="218503">
                    <a:moveTo>
                      <a:pt x="216598" y="129540"/>
                    </a:moveTo>
                    <a:cubicBezTo>
                      <a:pt x="217837" y="122968"/>
                      <a:pt x="218504" y="116110"/>
                      <a:pt x="218504" y="109156"/>
                    </a:cubicBezTo>
                    <a:cubicBezTo>
                      <a:pt x="218504" y="102203"/>
                      <a:pt x="217837" y="95440"/>
                      <a:pt x="216598" y="88773"/>
                    </a:cubicBezTo>
                    <a:lnTo>
                      <a:pt x="181261" y="88773"/>
                    </a:lnTo>
                    <a:cubicBezTo>
                      <a:pt x="179641" y="83058"/>
                      <a:pt x="177451" y="77724"/>
                      <a:pt x="174593" y="72676"/>
                    </a:cubicBezTo>
                    <a:lnTo>
                      <a:pt x="199549" y="47720"/>
                    </a:lnTo>
                    <a:cubicBezTo>
                      <a:pt x="191834" y="36385"/>
                      <a:pt x="182118" y="26670"/>
                      <a:pt x="170783" y="18955"/>
                    </a:cubicBezTo>
                    <a:lnTo>
                      <a:pt x="145732" y="44005"/>
                    </a:lnTo>
                    <a:cubicBezTo>
                      <a:pt x="140684" y="41148"/>
                      <a:pt x="135255" y="38957"/>
                      <a:pt x="129635" y="37338"/>
                    </a:cubicBezTo>
                    <a:lnTo>
                      <a:pt x="129635" y="1905"/>
                    </a:lnTo>
                    <a:cubicBezTo>
                      <a:pt x="123063" y="667"/>
                      <a:pt x="116205" y="0"/>
                      <a:pt x="109252" y="0"/>
                    </a:cubicBezTo>
                    <a:cubicBezTo>
                      <a:pt x="102298" y="0"/>
                      <a:pt x="95536" y="667"/>
                      <a:pt x="88868" y="1905"/>
                    </a:cubicBezTo>
                    <a:lnTo>
                      <a:pt x="88868" y="37338"/>
                    </a:lnTo>
                    <a:cubicBezTo>
                      <a:pt x="83154" y="38957"/>
                      <a:pt x="77819" y="41148"/>
                      <a:pt x="72771" y="44005"/>
                    </a:cubicBezTo>
                    <a:lnTo>
                      <a:pt x="47720" y="18955"/>
                    </a:lnTo>
                    <a:cubicBezTo>
                      <a:pt x="36386" y="26670"/>
                      <a:pt x="26670" y="36481"/>
                      <a:pt x="18955" y="47720"/>
                    </a:cubicBezTo>
                    <a:lnTo>
                      <a:pt x="43910" y="72676"/>
                    </a:lnTo>
                    <a:cubicBezTo>
                      <a:pt x="41053" y="77724"/>
                      <a:pt x="38862" y="83153"/>
                      <a:pt x="37243" y="88773"/>
                    </a:cubicBezTo>
                    <a:lnTo>
                      <a:pt x="1905" y="88773"/>
                    </a:lnTo>
                    <a:cubicBezTo>
                      <a:pt x="667" y="95345"/>
                      <a:pt x="0" y="102203"/>
                      <a:pt x="0" y="109156"/>
                    </a:cubicBezTo>
                    <a:cubicBezTo>
                      <a:pt x="0" y="116110"/>
                      <a:pt x="667" y="122873"/>
                      <a:pt x="1905" y="129540"/>
                    </a:cubicBezTo>
                    <a:lnTo>
                      <a:pt x="37243" y="129540"/>
                    </a:lnTo>
                    <a:cubicBezTo>
                      <a:pt x="38862" y="135255"/>
                      <a:pt x="41053" y="140589"/>
                      <a:pt x="43910" y="145637"/>
                    </a:cubicBezTo>
                    <a:lnTo>
                      <a:pt x="18955" y="170593"/>
                    </a:lnTo>
                    <a:cubicBezTo>
                      <a:pt x="26670" y="181928"/>
                      <a:pt x="36386" y="191643"/>
                      <a:pt x="47720" y="199358"/>
                    </a:cubicBezTo>
                    <a:lnTo>
                      <a:pt x="72771" y="174308"/>
                    </a:lnTo>
                    <a:cubicBezTo>
                      <a:pt x="77819" y="177165"/>
                      <a:pt x="83248" y="179356"/>
                      <a:pt x="88868" y="180975"/>
                    </a:cubicBezTo>
                    <a:lnTo>
                      <a:pt x="88868" y="216313"/>
                    </a:lnTo>
                    <a:cubicBezTo>
                      <a:pt x="95441" y="217551"/>
                      <a:pt x="102298" y="218218"/>
                      <a:pt x="109252" y="218218"/>
                    </a:cubicBezTo>
                    <a:cubicBezTo>
                      <a:pt x="116205" y="218218"/>
                      <a:pt x="122968" y="217551"/>
                      <a:pt x="129635" y="216313"/>
                    </a:cubicBezTo>
                    <a:lnTo>
                      <a:pt x="129635" y="180975"/>
                    </a:lnTo>
                    <a:cubicBezTo>
                      <a:pt x="135350" y="179356"/>
                      <a:pt x="140684" y="177070"/>
                      <a:pt x="145732" y="174308"/>
                    </a:cubicBezTo>
                    <a:lnTo>
                      <a:pt x="170783" y="199358"/>
                    </a:lnTo>
                    <a:cubicBezTo>
                      <a:pt x="182118" y="191643"/>
                      <a:pt x="191834" y="181928"/>
                      <a:pt x="199549" y="170593"/>
                    </a:cubicBezTo>
                    <a:lnTo>
                      <a:pt x="174593" y="145542"/>
                    </a:lnTo>
                    <a:cubicBezTo>
                      <a:pt x="177451" y="140494"/>
                      <a:pt x="179641" y="135064"/>
                      <a:pt x="181261" y="129445"/>
                    </a:cubicBezTo>
                    <a:lnTo>
                      <a:pt x="216598" y="129445"/>
                    </a:lnTo>
                    <a:close/>
                    <a:moveTo>
                      <a:pt x="109252" y="131255"/>
                    </a:moveTo>
                    <a:cubicBezTo>
                      <a:pt x="97060" y="131255"/>
                      <a:pt x="87249" y="121349"/>
                      <a:pt x="87249" y="109252"/>
                    </a:cubicBezTo>
                    <a:cubicBezTo>
                      <a:pt x="87249" y="97155"/>
                      <a:pt x="97155" y="87249"/>
                      <a:pt x="109252" y="87249"/>
                    </a:cubicBezTo>
                    <a:cubicBezTo>
                      <a:pt x="121348" y="87249"/>
                      <a:pt x="131255" y="97155"/>
                      <a:pt x="131255" y="109252"/>
                    </a:cubicBezTo>
                    <a:cubicBezTo>
                      <a:pt x="131255" y="121349"/>
                      <a:pt x="121348" y="131255"/>
                      <a:pt x="109252" y="131255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2953" name="Google Shape;2953;p98"/>
              <p:cNvGrpSpPr/>
              <p:nvPr/>
            </p:nvGrpSpPr>
            <p:grpSpPr>
              <a:xfrm>
                <a:off x="7512843" y="685800"/>
                <a:ext cx="213931" cy="243077"/>
                <a:chOff x="7512843" y="685800"/>
                <a:chExt cx="213931" cy="243077"/>
              </a:xfrm>
            </p:grpSpPr>
            <p:grpSp>
              <p:nvGrpSpPr>
                <p:cNvPr id="2954" name="Google Shape;2954;p98"/>
                <p:cNvGrpSpPr/>
                <p:nvPr/>
              </p:nvGrpSpPr>
              <p:grpSpPr>
                <a:xfrm>
                  <a:off x="7512843" y="836580"/>
                  <a:ext cx="213931" cy="92297"/>
                  <a:chOff x="7512843" y="836580"/>
                  <a:chExt cx="213931" cy="92297"/>
                </a:xfrm>
              </p:grpSpPr>
              <p:sp>
                <p:nvSpPr>
                  <p:cNvPr id="2955" name="Google Shape;2955;p98"/>
                  <p:cNvSpPr/>
                  <p:nvPr/>
                </p:nvSpPr>
                <p:spPr>
                  <a:xfrm>
                    <a:off x="7512843" y="856011"/>
                    <a:ext cx="213931" cy="72866"/>
                  </a:xfrm>
                  <a:custGeom>
                    <a:rect b="b" l="l" r="r" t="t"/>
                    <a:pathLst>
                      <a:path extrusionOk="0" h="72866" w="213931">
                        <a:moveTo>
                          <a:pt x="0" y="0"/>
                        </a:moveTo>
                        <a:lnTo>
                          <a:pt x="0" y="53435"/>
                        </a:lnTo>
                        <a:cubicBezTo>
                          <a:pt x="0" y="64199"/>
                          <a:pt x="47911" y="72866"/>
                          <a:pt x="106966" y="72866"/>
                        </a:cubicBezTo>
                        <a:cubicBezTo>
                          <a:pt x="166021" y="72866"/>
                          <a:pt x="213932" y="64199"/>
                          <a:pt x="213932" y="53435"/>
                        </a:cubicBezTo>
                        <a:lnTo>
                          <a:pt x="213932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956" name="Google Shape;2956;p98"/>
                  <p:cNvSpPr/>
                  <p:nvPr/>
                </p:nvSpPr>
                <p:spPr>
                  <a:xfrm>
                    <a:off x="7512843" y="836580"/>
                    <a:ext cx="213931" cy="38861"/>
                  </a:xfrm>
                  <a:custGeom>
                    <a:rect b="b" l="l" r="r" t="t"/>
                    <a:pathLst>
                      <a:path extrusionOk="0" h="38861" w="213931">
                        <a:moveTo>
                          <a:pt x="213932" y="19431"/>
                        </a:moveTo>
                        <a:cubicBezTo>
                          <a:pt x="213932" y="30162"/>
                          <a:pt x="166042" y="38862"/>
                          <a:pt x="106966" y="38862"/>
                        </a:cubicBezTo>
                        <a:cubicBezTo>
                          <a:pt x="47891" y="38862"/>
                          <a:pt x="1" y="30162"/>
                          <a:pt x="1" y="19431"/>
                        </a:cubicBezTo>
                        <a:cubicBezTo>
                          <a:pt x="1" y="8700"/>
                          <a:pt x="47891" y="0"/>
                          <a:pt x="106966" y="0"/>
                        </a:cubicBezTo>
                        <a:cubicBezTo>
                          <a:pt x="166042" y="0"/>
                          <a:pt x="213932" y="8700"/>
                          <a:pt x="213932" y="19431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2957" name="Google Shape;2957;p98"/>
                <p:cNvGrpSpPr/>
                <p:nvPr/>
              </p:nvGrpSpPr>
              <p:grpSpPr>
                <a:xfrm>
                  <a:off x="7512843" y="761238"/>
                  <a:ext cx="213931" cy="92296"/>
                  <a:chOff x="7512843" y="761238"/>
                  <a:chExt cx="213931" cy="92296"/>
                </a:xfrm>
              </p:grpSpPr>
              <p:sp>
                <p:nvSpPr>
                  <p:cNvPr id="2958" name="Google Shape;2958;p98"/>
                  <p:cNvSpPr/>
                  <p:nvPr/>
                </p:nvSpPr>
                <p:spPr>
                  <a:xfrm>
                    <a:off x="7512843" y="780668"/>
                    <a:ext cx="213931" cy="72866"/>
                  </a:xfrm>
                  <a:custGeom>
                    <a:rect b="b" l="l" r="r" t="t"/>
                    <a:pathLst>
                      <a:path extrusionOk="0" h="72866" w="213931">
                        <a:moveTo>
                          <a:pt x="0" y="0"/>
                        </a:moveTo>
                        <a:lnTo>
                          <a:pt x="0" y="53435"/>
                        </a:lnTo>
                        <a:cubicBezTo>
                          <a:pt x="0" y="64199"/>
                          <a:pt x="47911" y="72866"/>
                          <a:pt x="106966" y="72866"/>
                        </a:cubicBezTo>
                        <a:cubicBezTo>
                          <a:pt x="166021" y="72866"/>
                          <a:pt x="213932" y="64199"/>
                          <a:pt x="213932" y="53435"/>
                        </a:cubicBezTo>
                        <a:lnTo>
                          <a:pt x="213932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959" name="Google Shape;2959;p98"/>
                  <p:cNvSpPr/>
                  <p:nvPr/>
                </p:nvSpPr>
                <p:spPr>
                  <a:xfrm>
                    <a:off x="7512843" y="761238"/>
                    <a:ext cx="213931" cy="38861"/>
                  </a:xfrm>
                  <a:custGeom>
                    <a:rect b="b" l="l" r="r" t="t"/>
                    <a:pathLst>
                      <a:path extrusionOk="0" h="38861" w="213931">
                        <a:moveTo>
                          <a:pt x="213932" y="19431"/>
                        </a:moveTo>
                        <a:cubicBezTo>
                          <a:pt x="213932" y="30162"/>
                          <a:pt x="166042" y="38862"/>
                          <a:pt x="106966" y="38862"/>
                        </a:cubicBezTo>
                        <a:cubicBezTo>
                          <a:pt x="47891" y="38862"/>
                          <a:pt x="1" y="30162"/>
                          <a:pt x="1" y="19431"/>
                        </a:cubicBezTo>
                        <a:cubicBezTo>
                          <a:pt x="1" y="8700"/>
                          <a:pt x="47891" y="0"/>
                          <a:pt x="106966" y="0"/>
                        </a:cubicBezTo>
                        <a:cubicBezTo>
                          <a:pt x="166042" y="0"/>
                          <a:pt x="213932" y="8700"/>
                          <a:pt x="213932" y="19431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2960" name="Google Shape;2960;p98"/>
                <p:cNvGrpSpPr/>
                <p:nvPr/>
              </p:nvGrpSpPr>
              <p:grpSpPr>
                <a:xfrm>
                  <a:off x="7512843" y="685800"/>
                  <a:ext cx="213931" cy="92297"/>
                  <a:chOff x="7512843" y="685800"/>
                  <a:chExt cx="213931" cy="92297"/>
                </a:xfrm>
              </p:grpSpPr>
              <p:sp>
                <p:nvSpPr>
                  <p:cNvPr id="2961" name="Google Shape;2961;p98"/>
                  <p:cNvSpPr/>
                  <p:nvPr/>
                </p:nvSpPr>
                <p:spPr>
                  <a:xfrm>
                    <a:off x="7512843" y="705231"/>
                    <a:ext cx="213931" cy="72866"/>
                  </a:xfrm>
                  <a:custGeom>
                    <a:rect b="b" l="l" r="r" t="t"/>
                    <a:pathLst>
                      <a:path extrusionOk="0" h="72866" w="213931">
                        <a:moveTo>
                          <a:pt x="0" y="0"/>
                        </a:moveTo>
                        <a:lnTo>
                          <a:pt x="0" y="53435"/>
                        </a:lnTo>
                        <a:cubicBezTo>
                          <a:pt x="0" y="64198"/>
                          <a:pt x="47911" y="72866"/>
                          <a:pt x="106966" y="72866"/>
                        </a:cubicBezTo>
                        <a:cubicBezTo>
                          <a:pt x="166021" y="72866"/>
                          <a:pt x="213932" y="64198"/>
                          <a:pt x="213932" y="53435"/>
                        </a:cubicBezTo>
                        <a:lnTo>
                          <a:pt x="213932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962" name="Google Shape;2962;p98"/>
                  <p:cNvSpPr/>
                  <p:nvPr/>
                </p:nvSpPr>
                <p:spPr>
                  <a:xfrm>
                    <a:off x="7512843" y="685800"/>
                    <a:ext cx="213931" cy="38861"/>
                  </a:xfrm>
                  <a:custGeom>
                    <a:rect b="b" l="l" r="r" t="t"/>
                    <a:pathLst>
                      <a:path extrusionOk="0" h="38861" w="213931">
                        <a:moveTo>
                          <a:pt x="213932" y="19431"/>
                        </a:moveTo>
                        <a:cubicBezTo>
                          <a:pt x="213932" y="30162"/>
                          <a:pt x="166042" y="38862"/>
                          <a:pt x="106966" y="38862"/>
                        </a:cubicBezTo>
                        <a:cubicBezTo>
                          <a:pt x="47891" y="38862"/>
                          <a:pt x="1" y="30162"/>
                          <a:pt x="1" y="19431"/>
                        </a:cubicBezTo>
                        <a:cubicBezTo>
                          <a:pt x="1" y="8700"/>
                          <a:pt x="47891" y="0"/>
                          <a:pt x="106966" y="0"/>
                        </a:cubicBezTo>
                        <a:cubicBezTo>
                          <a:pt x="166042" y="0"/>
                          <a:pt x="213932" y="8700"/>
                          <a:pt x="213932" y="19431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</p:grpSp>
      </p:grpSp>
    </p:spTree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(g3f3a86e2076_30_0)">
  <p:cSld name="Generated (g3f3a86e2076_30_0)">
    <p:spTree>
      <p:nvGrpSpPr>
        <p:cNvPr id="2963" name="Shape 296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(g3f3a86e2076_21_0)">
  <p:cSld name="Generated (g3f3a86e2076_21_0)">
    <p:spTree>
      <p:nvGrpSpPr>
        <p:cNvPr id="2964" name="Shape 296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968" name="Shape 29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" name="Google Shape;2969;p102"/>
          <p:cNvSpPr txBox="1"/>
          <p:nvPr>
            <p:ph type="ctrTitle"/>
          </p:nvPr>
        </p:nvSpPr>
        <p:spPr>
          <a:xfrm>
            <a:off x="713225" y="1144500"/>
            <a:ext cx="4112100" cy="237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000">
                <a:latin typeface="Epilogue"/>
                <a:ea typeface="Epilogue"/>
                <a:cs typeface="Epilogue"/>
                <a:sym typeface="Epilogue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/>
        </p:txBody>
      </p:sp>
      <p:sp>
        <p:nvSpPr>
          <p:cNvPr id="2970" name="Google Shape;2970;p102"/>
          <p:cNvSpPr txBox="1"/>
          <p:nvPr>
            <p:ph idx="1" type="subTitle"/>
          </p:nvPr>
        </p:nvSpPr>
        <p:spPr>
          <a:xfrm>
            <a:off x="713225" y="3523200"/>
            <a:ext cx="4112100" cy="47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971" name="Google Shape;2971;p102"/>
          <p:cNvSpPr/>
          <p:nvPr/>
        </p:nvSpPr>
        <p:spPr>
          <a:xfrm rot="10800000">
            <a:off x="-1604593" y="-845132"/>
            <a:ext cx="3281418" cy="2132806"/>
          </a:xfrm>
          <a:custGeom>
            <a:rect b="b" l="l" r="r" t="t"/>
            <a:pathLst>
              <a:path extrusionOk="0" h="30330" w="38869">
                <a:moveTo>
                  <a:pt x="24297" y="1"/>
                </a:moveTo>
                <a:cubicBezTo>
                  <a:pt x="23576" y="1"/>
                  <a:pt x="22813" y="81"/>
                  <a:pt x="22018" y="271"/>
                </a:cubicBezTo>
                <a:cubicBezTo>
                  <a:pt x="16904" y="1494"/>
                  <a:pt x="14626" y="5778"/>
                  <a:pt x="11611" y="8671"/>
                </a:cubicBezTo>
                <a:cubicBezTo>
                  <a:pt x="10032" y="10186"/>
                  <a:pt x="7766" y="10684"/>
                  <a:pt x="5916" y="11826"/>
                </a:cubicBezTo>
                <a:cubicBezTo>
                  <a:pt x="0" y="15481"/>
                  <a:pt x="539" y="24197"/>
                  <a:pt x="4874" y="27639"/>
                </a:cubicBezTo>
                <a:cubicBezTo>
                  <a:pt x="7150" y="29445"/>
                  <a:pt x="9815" y="30330"/>
                  <a:pt x="12976" y="30330"/>
                </a:cubicBezTo>
                <a:cubicBezTo>
                  <a:pt x="15025" y="30330"/>
                  <a:pt x="17282" y="29958"/>
                  <a:pt x="19778" y="29225"/>
                </a:cubicBezTo>
                <a:cubicBezTo>
                  <a:pt x="26123" y="27360"/>
                  <a:pt x="30656" y="26268"/>
                  <a:pt x="34763" y="20412"/>
                </a:cubicBezTo>
                <a:cubicBezTo>
                  <a:pt x="38869" y="14558"/>
                  <a:pt x="35544" y="6859"/>
                  <a:pt x="30907" y="2368"/>
                </a:cubicBezTo>
                <a:cubicBezTo>
                  <a:pt x="30907" y="2368"/>
                  <a:pt x="28215" y="1"/>
                  <a:pt x="24297" y="1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2" name="Google Shape;2972;p102"/>
          <p:cNvSpPr/>
          <p:nvPr/>
        </p:nvSpPr>
        <p:spPr>
          <a:xfrm flipH="1" rot="-9899992">
            <a:off x="-1515196" y="4121356"/>
            <a:ext cx="3953580" cy="1921771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973" name="Shape 29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4" name="Google Shape;2974;p103"/>
          <p:cNvSpPr txBox="1"/>
          <p:nvPr>
            <p:ph type="title"/>
          </p:nvPr>
        </p:nvSpPr>
        <p:spPr>
          <a:xfrm>
            <a:off x="4047175" y="2571975"/>
            <a:ext cx="4383600" cy="84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975" name="Google Shape;2975;p103"/>
          <p:cNvSpPr txBox="1"/>
          <p:nvPr>
            <p:ph hasCustomPrompt="1" idx="2" type="title"/>
          </p:nvPr>
        </p:nvSpPr>
        <p:spPr>
          <a:xfrm>
            <a:off x="4047175" y="1321975"/>
            <a:ext cx="1235700" cy="8418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2976" name="Google Shape;2976;p103"/>
          <p:cNvSpPr/>
          <p:nvPr>
            <p:ph idx="3" type="pic"/>
          </p:nvPr>
        </p:nvSpPr>
        <p:spPr>
          <a:xfrm>
            <a:off x="484625" y="1076550"/>
            <a:ext cx="2990400" cy="29904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2977" name="Google Shape;2977;p103"/>
          <p:cNvSpPr/>
          <p:nvPr/>
        </p:nvSpPr>
        <p:spPr>
          <a:xfrm flipH="1" rot="-3263452">
            <a:off x="5847147" y="3927927"/>
            <a:ext cx="2997856" cy="2576292"/>
          </a:xfrm>
          <a:custGeom>
            <a:rect b="b" l="l" r="r" t="t"/>
            <a:pathLst>
              <a:path extrusionOk="0" h="30330" w="38869">
                <a:moveTo>
                  <a:pt x="24297" y="1"/>
                </a:moveTo>
                <a:cubicBezTo>
                  <a:pt x="23576" y="1"/>
                  <a:pt x="22813" y="81"/>
                  <a:pt x="22018" y="271"/>
                </a:cubicBezTo>
                <a:cubicBezTo>
                  <a:pt x="16904" y="1494"/>
                  <a:pt x="14626" y="5778"/>
                  <a:pt x="11611" y="8671"/>
                </a:cubicBezTo>
                <a:cubicBezTo>
                  <a:pt x="10032" y="10186"/>
                  <a:pt x="7766" y="10684"/>
                  <a:pt x="5916" y="11826"/>
                </a:cubicBezTo>
                <a:cubicBezTo>
                  <a:pt x="0" y="15481"/>
                  <a:pt x="539" y="24197"/>
                  <a:pt x="4874" y="27639"/>
                </a:cubicBezTo>
                <a:cubicBezTo>
                  <a:pt x="7150" y="29445"/>
                  <a:pt x="9815" y="30330"/>
                  <a:pt x="12976" y="30330"/>
                </a:cubicBezTo>
                <a:cubicBezTo>
                  <a:pt x="15025" y="30330"/>
                  <a:pt x="17282" y="29958"/>
                  <a:pt x="19778" y="29225"/>
                </a:cubicBezTo>
                <a:cubicBezTo>
                  <a:pt x="26123" y="27360"/>
                  <a:pt x="30656" y="26268"/>
                  <a:pt x="34763" y="20412"/>
                </a:cubicBezTo>
                <a:cubicBezTo>
                  <a:pt x="38869" y="14558"/>
                  <a:pt x="35544" y="6859"/>
                  <a:pt x="30907" y="2368"/>
                </a:cubicBezTo>
                <a:cubicBezTo>
                  <a:pt x="30907" y="2368"/>
                  <a:pt x="28215" y="1"/>
                  <a:pt x="24297" y="1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8" name="Google Shape;2978;p103"/>
          <p:cNvSpPr/>
          <p:nvPr/>
        </p:nvSpPr>
        <p:spPr>
          <a:xfrm flipH="1" rot="460623">
            <a:off x="6387251" y="-1517085"/>
            <a:ext cx="4087061" cy="3304707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9" name="Google Shape;2979;p103"/>
          <p:cNvSpPr/>
          <p:nvPr/>
        </p:nvSpPr>
        <p:spPr>
          <a:xfrm flipH="1" rot="-4592116">
            <a:off x="6189" y="113200"/>
            <a:ext cx="642877" cy="519829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980" name="Shape 29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1" name="Google Shape;2981;p10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982" name="Google Shape;2982;p104"/>
          <p:cNvSpPr txBox="1"/>
          <p:nvPr>
            <p:ph idx="1" type="body"/>
          </p:nvPr>
        </p:nvSpPr>
        <p:spPr>
          <a:xfrm>
            <a:off x="720000" y="1215752"/>
            <a:ext cx="77040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1pPr>
            <a:lvl2pPr indent="-3048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2pPr>
            <a:lvl3pPr indent="-3048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3pPr>
            <a:lvl4pPr indent="-3048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4pPr>
            <a:lvl5pPr indent="-3048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5pPr>
            <a:lvl6pPr indent="-3048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6pPr>
            <a:lvl7pPr indent="-3048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7pPr>
            <a:lvl8pPr indent="-3048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8pPr>
            <a:lvl9pPr indent="-3048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9pPr>
          </a:lstStyle>
          <a:p/>
        </p:txBody>
      </p:sp>
      <p:sp>
        <p:nvSpPr>
          <p:cNvPr id="2983" name="Google Shape;2983;p104"/>
          <p:cNvSpPr/>
          <p:nvPr/>
        </p:nvSpPr>
        <p:spPr>
          <a:xfrm flipH="1" rot="-4014673">
            <a:off x="-1798429" y="-1029372"/>
            <a:ext cx="3158476" cy="2509636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4" name="Google Shape;2984;p104"/>
          <p:cNvSpPr/>
          <p:nvPr/>
        </p:nvSpPr>
        <p:spPr>
          <a:xfrm flipH="1">
            <a:off x="8355841" y="2667287"/>
            <a:ext cx="734045" cy="45268"/>
          </a:xfrm>
          <a:custGeom>
            <a:rect b="b" l="l" r="r" t="t"/>
            <a:pathLst>
              <a:path extrusionOk="0" h="50863" w="824770">
                <a:moveTo>
                  <a:pt x="799338" y="50863"/>
                </a:moveTo>
                <a:lnTo>
                  <a:pt x="25432" y="50863"/>
                </a:lnTo>
                <a:cubicBezTo>
                  <a:pt x="11430" y="50863"/>
                  <a:pt x="0" y="39433"/>
                  <a:pt x="0" y="25432"/>
                </a:cubicBezTo>
                <a:lnTo>
                  <a:pt x="0" y="25432"/>
                </a:lnTo>
                <a:cubicBezTo>
                  <a:pt x="0" y="11430"/>
                  <a:pt x="11430" y="0"/>
                  <a:pt x="25432" y="0"/>
                </a:cubicBezTo>
                <a:lnTo>
                  <a:pt x="799338" y="0"/>
                </a:lnTo>
                <a:cubicBezTo>
                  <a:pt x="813339" y="0"/>
                  <a:pt x="824770" y="11430"/>
                  <a:pt x="824770" y="25432"/>
                </a:cubicBezTo>
                <a:lnTo>
                  <a:pt x="824770" y="25432"/>
                </a:lnTo>
                <a:cubicBezTo>
                  <a:pt x="824770" y="39433"/>
                  <a:pt x="813339" y="50863"/>
                  <a:pt x="799338" y="50863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985" name="Google Shape;2985;p104"/>
          <p:cNvGrpSpPr/>
          <p:nvPr/>
        </p:nvGrpSpPr>
        <p:grpSpPr>
          <a:xfrm flipH="1">
            <a:off x="8380540" y="1729933"/>
            <a:ext cx="668783" cy="959747"/>
            <a:chOff x="10519314" y="4728596"/>
            <a:chExt cx="751780" cy="1078731"/>
          </a:xfrm>
        </p:grpSpPr>
        <p:grpSp>
          <p:nvGrpSpPr>
            <p:cNvPr id="2986" name="Google Shape;2986;p104"/>
            <p:cNvGrpSpPr/>
            <p:nvPr/>
          </p:nvGrpSpPr>
          <p:grpSpPr>
            <a:xfrm>
              <a:off x="10519314" y="4728596"/>
              <a:ext cx="626662" cy="1078731"/>
              <a:chOff x="10519314" y="4728596"/>
              <a:chExt cx="626662" cy="1078731"/>
            </a:xfrm>
          </p:grpSpPr>
          <p:grpSp>
            <p:nvGrpSpPr>
              <p:cNvPr id="2987" name="Google Shape;2987;p104"/>
              <p:cNvGrpSpPr/>
              <p:nvPr/>
            </p:nvGrpSpPr>
            <p:grpSpPr>
              <a:xfrm>
                <a:off x="10903220" y="4888205"/>
                <a:ext cx="242756" cy="919122"/>
                <a:chOff x="10903220" y="4888205"/>
                <a:chExt cx="242756" cy="919122"/>
              </a:xfrm>
            </p:grpSpPr>
            <p:sp>
              <p:nvSpPr>
                <p:cNvPr id="2988" name="Google Shape;2988;p104"/>
                <p:cNvSpPr/>
                <p:nvPr/>
              </p:nvSpPr>
              <p:spPr>
                <a:xfrm rot="-447735">
                  <a:off x="10961814" y="4892503"/>
                  <a:ext cx="125567" cy="910526"/>
                </a:xfrm>
                <a:custGeom>
                  <a:rect b="b" l="l" r="r" t="t"/>
                  <a:pathLst>
                    <a:path extrusionOk="0" h="909637" w="125444">
                      <a:moveTo>
                        <a:pt x="0" y="0"/>
                      </a:moveTo>
                      <a:lnTo>
                        <a:pt x="125445" y="0"/>
                      </a:lnTo>
                      <a:lnTo>
                        <a:pt x="125445" y="909637"/>
                      </a:lnTo>
                      <a:lnTo>
                        <a:pt x="0" y="909637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989" name="Google Shape;2989;p104"/>
                <p:cNvSpPr/>
                <p:nvPr/>
              </p:nvSpPr>
              <p:spPr>
                <a:xfrm>
                  <a:off x="10952422" y="4933194"/>
                  <a:ext cx="42088" cy="42088"/>
                </a:xfrm>
                <a:custGeom>
                  <a:rect b="b" l="l" r="r" t="t"/>
                  <a:pathLst>
                    <a:path extrusionOk="0" h="42088" w="42088">
                      <a:moveTo>
                        <a:pt x="41904" y="18282"/>
                      </a:moveTo>
                      <a:cubicBezTo>
                        <a:pt x="43428" y="29807"/>
                        <a:pt x="35331" y="40380"/>
                        <a:pt x="23806" y="41904"/>
                      </a:cubicBezTo>
                      <a:cubicBezTo>
                        <a:pt x="12281" y="43428"/>
                        <a:pt x="1709" y="35332"/>
                        <a:pt x="184" y="23806"/>
                      </a:cubicBezTo>
                      <a:cubicBezTo>
                        <a:pt x="-1340" y="12281"/>
                        <a:pt x="6756" y="1708"/>
                        <a:pt x="18282" y="184"/>
                      </a:cubicBezTo>
                      <a:cubicBezTo>
                        <a:pt x="29807" y="-1340"/>
                        <a:pt x="40380" y="6757"/>
                        <a:pt x="41904" y="18282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990" name="Google Shape;2990;p104"/>
                <p:cNvSpPr/>
                <p:nvPr/>
              </p:nvSpPr>
              <p:spPr>
                <a:xfrm>
                  <a:off x="10961186" y="5000250"/>
                  <a:ext cx="42087" cy="42087"/>
                </a:xfrm>
                <a:custGeom>
                  <a:rect b="b" l="l" r="r" t="t"/>
                  <a:pathLst>
                    <a:path extrusionOk="0" h="42087" w="42087">
                      <a:moveTo>
                        <a:pt x="41904" y="18282"/>
                      </a:moveTo>
                      <a:cubicBezTo>
                        <a:pt x="43427" y="29807"/>
                        <a:pt x="35331" y="40380"/>
                        <a:pt x="23806" y="41904"/>
                      </a:cubicBezTo>
                      <a:cubicBezTo>
                        <a:pt x="12280" y="43428"/>
                        <a:pt x="1708" y="35332"/>
                        <a:pt x="184" y="23806"/>
                      </a:cubicBezTo>
                      <a:cubicBezTo>
                        <a:pt x="-1340" y="12281"/>
                        <a:pt x="6756" y="1708"/>
                        <a:pt x="18281" y="184"/>
                      </a:cubicBezTo>
                      <a:cubicBezTo>
                        <a:pt x="29807" y="-1340"/>
                        <a:pt x="40380" y="6757"/>
                        <a:pt x="41904" y="18282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2991" name="Google Shape;2991;p104"/>
                <p:cNvGrpSpPr/>
                <p:nvPr/>
              </p:nvGrpSpPr>
              <p:grpSpPr>
                <a:xfrm>
                  <a:off x="11014221" y="5588618"/>
                  <a:ext cx="100021" cy="114784"/>
                  <a:chOff x="11014221" y="5588618"/>
                  <a:chExt cx="100021" cy="114784"/>
                </a:xfrm>
              </p:grpSpPr>
              <p:sp>
                <p:nvSpPr>
                  <p:cNvPr id="2992" name="Google Shape;2992;p104"/>
                  <p:cNvSpPr/>
                  <p:nvPr/>
                </p:nvSpPr>
                <p:spPr>
                  <a:xfrm rot="-447735">
                    <a:off x="11014826" y="5594269"/>
                    <a:ext cx="88001" cy="15064"/>
                  </a:xfrm>
                  <a:custGeom>
                    <a:rect b="b" l="l" r="r" t="t"/>
                    <a:pathLst>
                      <a:path extrusionOk="0" h="15049" w="87915">
                        <a:moveTo>
                          <a:pt x="0" y="0"/>
                        </a:moveTo>
                        <a:lnTo>
                          <a:pt x="87916" y="0"/>
                        </a:lnTo>
                        <a:lnTo>
                          <a:pt x="87916" y="15049"/>
                        </a:lnTo>
                        <a:lnTo>
                          <a:pt x="0" y="15049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993" name="Google Shape;2993;p104"/>
                  <p:cNvSpPr/>
                  <p:nvPr/>
                </p:nvSpPr>
                <p:spPr>
                  <a:xfrm rot="-447735">
                    <a:off x="11018646" y="5623150"/>
                    <a:ext cx="88001" cy="15064"/>
                  </a:xfrm>
                  <a:custGeom>
                    <a:rect b="b" l="l" r="r" t="t"/>
                    <a:pathLst>
                      <a:path extrusionOk="0" h="15049" w="87915">
                        <a:moveTo>
                          <a:pt x="0" y="0"/>
                        </a:moveTo>
                        <a:lnTo>
                          <a:pt x="87916" y="0"/>
                        </a:lnTo>
                        <a:lnTo>
                          <a:pt x="87916" y="15050"/>
                        </a:lnTo>
                        <a:lnTo>
                          <a:pt x="0" y="1505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994" name="Google Shape;2994;p104"/>
                  <p:cNvSpPr/>
                  <p:nvPr/>
                </p:nvSpPr>
                <p:spPr>
                  <a:xfrm rot="-447735">
                    <a:off x="11021820" y="5653805"/>
                    <a:ext cx="88001" cy="15064"/>
                  </a:xfrm>
                  <a:custGeom>
                    <a:rect b="b" l="l" r="r" t="t"/>
                    <a:pathLst>
                      <a:path extrusionOk="0" h="15049" w="87915">
                        <a:moveTo>
                          <a:pt x="0" y="0"/>
                        </a:moveTo>
                        <a:lnTo>
                          <a:pt x="87916" y="0"/>
                        </a:lnTo>
                        <a:lnTo>
                          <a:pt x="87916" y="15050"/>
                        </a:lnTo>
                        <a:lnTo>
                          <a:pt x="0" y="1505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995" name="Google Shape;2995;p104"/>
                  <p:cNvSpPr/>
                  <p:nvPr/>
                </p:nvSpPr>
                <p:spPr>
                  <a:xfrm rot="-447735">
                    <a:off x="11025635" y="5682688"/>
                    <a:ext cx="88001" cy="15064"/>
                  </a:xfrm>
                  <a:custGeom>
                    <a:rect b="b" l="l" r="r" t="t"/>
                    <a:pathLst>
                      <a:path extrusionOk="0" h="15049" w="87915">
                        <a:moveTo>
                          <a:pt x="0" y="0"/>
                        </a:moveTo>
                        <a:lnTo>
                          <a:pt x="87915" y="0"/>
                        </a:lnTo>
                        <a:lnTo>
                          <a:pt x="87915" y="15050"/>
                        </a:lnTo>
                        <a:lnTo>
                          <a:pt x="0" y="1505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grpSp>
            <p:nvGrpSpPr>
              <p:cNvPr id="2996" name="Google Shape;2996;p104"/>
              <p:cNvGrpSpPr/>
              <p:nvPr/>
            </p:nvGrpSpPr>
            <p:grpSpPr>
              <a:xfrm>
                <a:off x="10718623" y="4728596"/>
                <a:ext cx="229169" cy="1075979"/>
                <a:chOff x="10718623" y="4728596"/>
                <a:chExt cx="229169" cy="1075979"/>
              </a:xfrm>
            </p:grpSpPr>
            <p:sp>
              <p:nvSpPr>
                <p:cNvPr id="2997" name="Google Shape;2997;p104"/>
                <p:cNvSpPr/>
                <p:nvPr/>
              </p:nvSpPr>
              <p:spPr>
                <a:xfrm rot="-172174">
                  <a:off x="10745259" y="4732329"/>
                  <a:ext cx="175897" cy="1068513"/>
                </a:xfrm>
                <a:custGeom>
                  <a:rect b="b" l="l" r="r" t="t"/>
                  <a:pathLst>
                    <a:path extrusionOk="0" h="1069848" w="176117">
                      <a:moveTo>
                        <a:pt x="0" y="0"/>
                      </a:moveTo>
                      <a:lnTo>
                        <a:pt x="176117" y="0"/>
                      </a:lnTo>
                      <a:lnTo>
                        <a:pt x="176117" y="1069848"/>
                      </a:lnTo>
                      <a:lnTo>
                        <a:pt x="0" y="1069848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998" name="Google Shape;2998;p104"/>
                <p:cNvSpPr/>
                <p:nvPr/>
              </p:nvSpPr>
              <p:spPr>
                <a:xfrm>
                  <a:off x="10787634" y="5182743"/>
                  <a:ext cx="87629" cy="87630"/>
                </a:xfrm>
                <a:custGeom>
                  <a:rect b="b" l="l" r="r" t="t"/>
                  <a:pathLst>
                    <a:path extrusionOk="0" h="87630" w="87629">
                      <a:moveTo>
                        <a:pt x="87630" y="43815"/>
                      </a:moveTo>
                      <a:cubicBezTo>
                        <a:pt x="87630" y="68013"/>
                        <a:pt x="68014" y="87630"/>
                        <a:pt x="43815" y="87630"/>
                      </a:cubicBezTo>
                      <a:cubicBezTo>
                        <a:pt x="19617" y="87630"/>
                        <a:pt x="1" y="68014"/>
                        <a:pt x="1" y="43815"/>
                      </a:cubicBezTo>
                      <a:cubicBezTo>
                        <a:pt x="1" y="19617"/>
                        <a:pt x="19617" y="0"/>
                        <a:pt x="43815" y="0"/>
                      </a:cubicBezTo>
                      <a:cubicBezTo>
                        <a:pt x="68014" y="0"/>
                        <a:pt x="87630" y="19616"/>
                        <a:pt x="87630" y="43815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2999" name="Google Shape;2999;p104"/>
                <p:cNvGrpSpPr/>
                <p:nvPr/>
              </p:nvGrpSpPr>
              <p:grpSpPr>
                <a:xfrm>
                  <a:off x="10765015" y="5040134"/>
                  <a:ext cx="116314" cy="49775"/>
                  <a:chOff x="10765015" y="5040134"/>
                  <a:chExt cx="116314" cy="49775"/>
                </a:xfrm>
              </p:grpSpPr>
              <p:sp>
                <p:nvSpPr>
                  <p:cNvPr id="3000" name="Google Shape;3000;p104"/>
                  <p:cNvSpPr/>
                  <p:nvPr/>
                </p:nvSpPr>
                <p:spPr>
                  <a:xfrm rot="-172174">
                    <a:off x="10765318" y="5042987"/>
                    <a:ext cx="114347" cy="14935"/>
                  </a:xfrm>
                  <a:custGeom>
                    <a:rect b="b" l="l" r="r" t="t"/>
                    <a:pathLst>
                      <a:path extrusionOk="0" h="14954" w="114490">
                        <a:moveTo>
                          <a:pt x="0" y="0"/>
                        </a:moveTo>
                        <a:lnTo>
                          <a:pt x="114490" y="0"/>
                        </a:lnTo>
                        <a:lnTo>
                          <a:pt x="114490" y="14954"/>
                        </a:lnTo>
                        <a:lnTo>
                          <a:pt x="0" y="1495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001" name="Google Shape;3001;p104"/>
                  <p:cNvSpPr/>
                  <p:nvPr/>
                </p:nvSpPr>
                <p:spPr>
                  <a:xfrm rot="-172174">
                    <a:off x="10766681" y="5072121"/>
                    <a:ext cx="114347" cy="14935"/>
                  </a:xfrm>
                  <a:custGeom>
                    <a:rect b="b" l="l" r="r" t="t"/>
                    <a:pathLst>
                      <a:path extrusionOk="0" h="14954" w="114490">
                        <a:moveTo>
                          <a:pt x="0" y="0"/>
                        </a:moveTo>
                        <a:lnTo>
                          <a:pt x="114491" y="0"/>
                        </a:lnTo>
                        <a:lnTo>
                          <a:pt x="114491" y="14954"/>
                        </a:lnTo>
                        <a:lnTo>
                          <a:pt x="0" y="1495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3002" name="Google Shape;3002;p104"/>
                <p:cNvGrpSpPr/>
                <p:nvPr/>
              </p:nvGrpSpPr>
              <p:grpSpPr>
                <a:xfrm>
                  <a:off x="10784825" y="5436314"/>
                  <a:ext cx="116414" cy="49961"/>
                  <a:chOff x="10784825" y="5436314"/>
                  <a:chExt cx="116414" cy="49961"/>
                </a:xfrm>
              </p:grpSpPr>
              <p:sp>
                <p:nvSpPr>
                  <p:cNvPr id="3003" name="Google Shape;3003;p104"/>
                  <p:cNvSpPr/>
                  <p:nvPr/>
                </p:nvSpPr>
                <p:spPr>
                  <a:xfrm rot="-172174">
                    <a:off x="10785128" y="5439167"/>
                    <a:ext cx="114347" cy="14935"/>
                  </a:xfrm>
                  <a:custGeom>
                    <a:rect b="b" l="l" r="r" t="t"/>
                    <a:pathLst>
                      <a:path extrusionOk="0" h="14954" w="114490">
                        <a:moveTo>
                          <a:pt x="0" y="0"/>
                        </a:moveTo>
                        <a:lnTo>
                          <a:pt x="114491" y="0"/>
                        </a:lnTo>
                        <a:lnTo>
                          <a:pt x="114491" y="14955"/>
                        </a:lnTo>
                        <a:lnTo>
                          <a:pt x="0" y="14955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004" name="Google Shape;3004;p104"/>
                  <p:cNvSpPr/>
                  <p:nvPr/>
                </p:nvSpPr>
                <p:spPr>
                  <a:xfrm rot="-172174">
                    <a:off x="10786591" y="5468487"/>
                    <a:ext cx="114347" cy="14935"/>
                  </a:xfrm>
                  <a:custGeom>
                    <a:rect b="b" l="l" r="r" t="t"/>
                    <a:pathLst>
                      <a:path extrusionOk="0" h="14954" w="114490">
                        <a:moveTo>
                          <a:pt x="0" y="0"/>
                        </a:moveTo>
                        <a:lnTo>
                          <a:pt x="114490" y="0"/>
                        </a:lnTo>
                        <a:lnTo>
                          <a:pt x="114490" y="14955"/>
                        </a:lnTo>
                        <a:lnTo>
                          <a:pt x="0" y="14955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grpSp>
            <p:nvGrpSpPr>
              <p:cNvPr id="3005" name="Google Shape;3005;p104"/>
              <p:cNvGrpSpPr/>
              <p:nvPr/>
            </p:nvGrpSpPr>
            <p:grpSpPr>
              <a:xfrm>
                <a:off x="10519314" y="4813458"/>
                <a:ext cx="202120" cy="992123"/>
                <a:chOff x="10519314" y="4813458"/>
                <a:chExt cx="202120" cy="992123"/>
              </a:xfrm>
            </p:grpSpPr>
            <p:sp>
              <p:nvSpPr>
                <p:cNvPr id="3006" name="Google Shape;3006;p104"/>
                <p:cNvSpPr/>
                <p:nvPr/>
              </p:nvSpPr>
              <p:spPr>
                <a:xfrm>
                  <a:off x="10519314" y="4813458"/>
                  <a:ext cx="202120" cy="992123"/>
                </a:xfrm>
                <a:custGeom>
                  <a:rect b="b" l="l" r="r" t="t"/>
                  <a:pathLst>
                    <a:path extrusionOk="0" h="992123" w="202120">
                      <a:moveTo>
                        <a:pt x="0" y="0"/>
                      </a:moveTo>
                      <a:lnTo>
                        <a:pt x="202120" y="0"/>
                      </a:lnTo>
                      <a:lnTo>
                        <a:pt x="202120" y="992124"/>
                      </a:lnTo>
                      <a:lnTo>
                        <a:pt x="0" y="992124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007" name="Google Shape;3007;p104"/>
                <p:cNvSpPr/>
                <p:nvPr/>
              </p:nvSpPr>
              <p:spPr>
                <a:xfrm>
                  <a:off x="10558843" y="4891468"/>
                  <a:ext cx="123063" cy="123062"/>
                </a:xfrm>
                <a:custGeom>
                  <a:rect b="b" l="l" r="r" t="t"/>
                  <a:pathLst>
                    <a:path extrusionOk="0" h="123062" w="123063">
                      <a:moveTo>
                        <a:pt x="123063" y="61532"/>
                      </a:moveTo>
                      <a:cubicBezTo>
                        <a:pt x="123063" y="95514"/>
                        <a:pt x="95514" y="123063"/>
                        <a:pt x="61531" y="123063"/>
                      </a:cubicBezTo>
                      <a:cubicBezTo>
                        <a:pt x="27548" y="123063"/>
                        <a:pt x="-1" y="95514"/>
                        <a:pt x="-1" y="61532"/>
                      </a:cubicBezTo>
                      <a:cubicBezTo>
                        <a:pt x="-1" y="27549"/>
                        <a:pt x="27548" y="0"/>
                        <a:pt x="61531" y="0"/>
                      </a:cubicBezTo>
                      <a:cubicBezTo>
                        <a:pt x="95514" y="0"/>
                        <a:pt x="123063" y="27549"/>
                        <a:pt x="123063" y="61532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3008" name="Google Shape;3008;p104"/>
                <p:cNvGrpSpPr/>
                <p:nvPr/>
              </p:nvGrpSpPr>
              <p:grpSpPr>
                <a:xfrm>
                  <a:off x="10556176" y="5465730"/>
                  <a:ext cx="128397" cy="44196"/>
                  <a:chOff x="10556176" y="5465730"/>
                  <a:chExt cx="128397" cy="44196"/>
                </a:xfrm>
              </p:grpSpPr>
              <p:sp>
                <p:nvSpPr>
                  <p:cNvPr id="3009" name="Google Shape;3009;p104"/>
                  <p:cNvSpPr/>
                  <p:nvPr/>
                </p:nvSpPr>
                <p:spPr>
                  <a:xfrm>
                    <a:off x="10556176" y="5465730"/>
                    <a:ext cx="128397" cy="14954"/>
                  </a:xfrm>
                  <a:custGeom>
                    <a:rect b="b" l="l" r="r" t="t"/>
                    <a:pathLst>
                      <a:path extrusionOk="0" h="14954" w="128397">
                        <a:moveTo>
                          <a:pt x="0" y="0"/>
                        </a:moveTo>
                        <a:lnTo>
                          <a:pt x="128397" y="0"/>
                        </a:lnTo>
                        <a:lnTo>
                          <a:pt x="128397" y="14954"/>
                        </a:lnTo>
                        <a:lnTo>
                          <a:pt x="0" y="1495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010" name="Google Shape;3010;p104"/>
                  <p:cNvSpPr/>
                  <p:nvPr/>
                </p:nvSpPr>
                <p:spPr>
                  <a:xfrm>
                    <a:off x="10556176" y="5494972"/>
                    <a:ext cx="128397" cy="14954"/>
                  </a:xfrm>
                  <a:custGeom>
                    <a:rect b="b" l="l" r="r" t="t"/>
                    <a:pathLst>
                      <a:path extrusionOk="0" h="14954" w="128397">
                        <a:moveTo>
                          <a:pt x="0" y="0"/>
                        </a:moveTo>
                        <a:lnTo>
                          <a:pt x="128397" y="0"/>
                        </a:lnTo>
                        <a:lnTo>
                          <a:pt x="128397" y="14955"/>
                        </a:lnTo>
                        <a:lnTo>
                          <a:pt x="0" y="14955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3011" name="Google Shape;3011;p104"/>
                <p:cNvGrpSpPr/>
                <p:nvPr/>
              </p:nvGrpSpPr>
              <p:grpSpPr>
                <a:xfrm>
                  <a:off x="10556176" y="5689187"/>
                  <a:ext cx="128397" cy="44196"/>
                  <a:chOff x="10556176" y="5689187"/>
                  <a:chExt cx="128397" cy="44196"/>
                </a:xfrm>
              </p:grpSpPr>
              <p:sp>
                <p:nvSpPr>
                  <p:cNvPr id="3012" name="Google Shape;3012;p104"/>
                  <p:cNvSpPr/>
                  <p:nvPr/>
                </p:nvSpPr>
                <p:spPr>
                  <a:xfrm>
                    <a:off x="10556176" y="5689187"/>
                    <a:ext cx="128397" cy="14954"/>
                  </a:xfrm>
                  <a:custGeom>
                    <a:rect b="b" l="l" r="r" t="t"/>
                    <a:pathLst>
                      <a:path extrusionOk="0" h="14954" w="128397">
                        <a:moveTo>
                          <a:pt x="0" y="0"/>
                        </a:moveTo>
                        <a:lnTo>
                          <a:pt x="128397" y="0"/>
                        </a:lnTo>
                        <a:lnTo>
                          <a:pt x="128397" y="14954"/>
                        </a:lnTo>
                        <a:lnTo>
                          <a:pt x="0" y="1495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013" name="Google Shape;3013;p104"/>
                  <p:cNvSpPr/>
                  <p:nvPr/>
                </p:nvSpPr>
                <p:spPr>
                  <a:xfrm>
                    <a:off x="10556176" y="5718429"/>
                    <a:ext cx="128397" cy="14954"/>
                  </a:xfrm>
                  <a:custGeom>
                    <a:rect b="b" l="l" r="r" t="t"/>
                    <a:pathLst>
                      <a:path extrusionOk="0" h="14954" w="128397">
                        <a:moveTo>
                          <a:pt x="0" y="0"/>
                        </a:moveTo>
                        <a:lnTo>
                          <a:pt x="128397" y="0"/>
                        </a:lnTo>
                        <a:lnTo>
                          <a:pt x="128397" y="14954"/>
                        </a:lnTo>
                        <a:lnTo>
                          <a:pt x="0" y="1495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</p:grpSp>
        <p:grpSp>
          <p:nvGrpSpPr>
            <p:cNvPr id="3014" name="Google Shape;3014;p104"/>
            <p:cNvGrpSpPr/>
            <p:nvPr/>
          </p:nvGrpSpPr>
          <p:grpSpPr>
            <a:xfrm>
              <a:off x="11058042" y="5088325"/>
              <a:ext cx="213052" cy="717953"/>
              <a:chOff x="11058042" y="5088325"/>
              <a:chExt cx="213052" cy="717953"/>
            </a:xfrm>
          </p:grpSpPr>
          <p:sp>
            <p:nvSpPr>
              <p:cNvPr id="3015" name="Google Shape;3015;p104"/>
              <p:cNvSpPr/>
              <p:nvPr/>
            </p:nvSpPr>
            <p:spPr>
              <a:xfrm rot="-631368">
                <a:off x="11122592" y="5089982"/>
                <a:ext cx="83952" cy="714640"/>
              </a:xfrm>
              <a:custGeom>
                <a:rect b="b" l="l" r="r" t="t"/>
                <a:pathLst>
                  <a:path extrusionOk="0" h="715136" w="84010">
                    <a:moveTo>
                      <a:pt x="0" y="0"/>
                    </a:moveTo>
                    <a:lnTo>
                      <a:pt x="84010" y="0"/>
                    </a:lnTo>
                    <a:lnTo>
                      <a:pt x="84010" y="715137"/>
                    </a:lnTo>
                    <a:lnTo>
                      <a:pt x="0" y="715137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16" name="Google Shape;3016;p104"/>
              <p:cNvSpPr/>
              <p:nvPr/>
            </p:nvSpPr>
            <p:spPr>
              <a:xfrm rot="-631368">
                <a:off x="11154645" y="5271518"/>
                <a:ext cx="25985" cy="411004"/>
              </a:xfrm>
              <a:custGeom>
                <a:rect b="b" l="l" r="r" t="t"/>
                <a:pathLst>
                  <a:path extrusionOk="0" h="411289" w="26003">
                    <a:moveTo>
                      <a:pt x="0" y="0"/>
                    </a:moveTo>
                    <a:lnTo>
                      <a:pt x="26003" y="0"/>
                    </a:lnTo>
                    <a:lnTo>
                      <a:pt x="26003" y="411289"/>
                    </a:lnTo>
                    <a:lnTo>
                      <a:pt x="0" y="411289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3017" name="Google Shape;3017;p104"/>
          <p:cNvGrpSpPr/>
          <p:nvPr/>
        </p:nvGrpSpPr>
        <p:grpSpPr>
          <a:xfrm flipH="1">
            <a:off x="8485925" y="662239"/>
            <a:ext cx="516117" cy="779220"/>
            <a:chOff x="10572463" y="3528536"/>
            <a:chExt cx="580168" cy="875823"/>
          </a:xfrm>
        </p:grpSpPr>
        <p:grpSp>
          <p:nvGrpSpPr>
            <p:cNvPr id="3018" name="Google Shape;3018;p104"/>
            <p:cNvGrpSpPr/>
            <p:nvPr/>
          </p:nvGrpSpPr>
          <p:grpSpPr>
            <a:xfrm>
              <a:off x="10713815" y="3528536"/>
              <a:ext cx="438816" cy="746664"/>
              <a:chOff x="10713815" y="3528536"/>
              <a:chExt cx="438816" cy="746664"/>
            </a:xfrm>
          </p:grpSpPr>
          <p:sp>
            <p:nvSpPr>
              <p:cNvPr id="3019" name="Google Shape;3019;p104"/>
              <p:cNvSpPr/>
              <p:nvPr/>
            </p:nvSpPr>
            <p:spPr>
              <a:xfrm>
                <a:off x="10713815" y="3528536"/>
                <a:ext cx="438816" cy="746664"/>
              </a:xfrm>
              <a:custGeom>
                <a:rect b="b" l="l" r="r" t="t"/>
                <a:pathLst>
                  <a:path extrusionOk="0" h="746664" w="438816">
                    <a:moveTo>
                      <a:pt x="438721" y="746569"/>
                    </a:moveTo>
                    <a:lnTo>
                      <a:pt x="0" y="746569"/>
                    </a:lnTo>
                    <a:lnTo>
                      <a:pt x="0" y="0"/>
                    </a:lnTo>
                    <a:lnTo>
                      <a:pt x="326231" y="0"/>
                    </a:lnTo>
                    <a:cubicBezTo>
                      <a:pt x="370141" y="43910"/>
                      <a:pt x="394811" y="68580"/>
                      <a:pt x="438816" y="112585"/>
                    </a:cubicBezTo>
                    <a:lnTo>
                      <a:pt x="438816" y="746665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3020" name="Google Shape;3020;p104"/>
              <p:cNvGrpSpPr/>
              <p:nvPr/>
            </p:nvGrpSpPr>
            <p:grpSpPr>
              <a:xfrm>
                <a:off x="10776489" y="3625310"/>
                <a:ext cx="313848" cy="288226"/>
                <a:chOff x="10776489" y="3625310"/>
                <a:chExt cx="313848" cy="288226"/>
              </a:xfrm>
            </p:grpSpPr>
            <p:sp>
              <p:nvSpPr>
                <p:cNvPr id="3021" name="Google Shape;3021;p104"/>
                <p:cNvSpPr/>
                <p:nvPr/>
              </p:nvSpPr>
              <p:spPr>
                <a:xfrm>
                  <a:off x="10776489" y="3625310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022" name="Google Shape;3022;p104"/>
                <p:cNvSpPr/>
                <p:nvPr/>
              </p:nvSpPr>
              <p:spPr>
                <a:xfrm>
                  <a:off x="10776489" y="3678650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023" name="Google Shape;3023;p104"/>
                <p:cNvSpPr/>
                <p:nvPr/>
              </p:nvSpPr>
              <p:spPr>
                <a:xfrm>
                  <a:off x="10776489" y="3731990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024" name="Google Shape;3024;p104"/>
                <p:cNvSpPr/>
                <p:nvPr/>
              </p:nvSpPr>
              <p:spPr>
                <a:xfrm>
                  <a:off x="10776489" y="3785425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025" name="Google Shape;3025;p104"/>
                <p:cNvSpPr/>
                <p:nvPr/>
              </p:nvSpPr>
              <p:spPr>
                <a:xfrm>
                  <a:off x="10776489" y="3838765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026" name="Google Shape;3026;p104"/>
                <p:cNvSpPr/>
                <p:nvPr/>
              </p:nvSpPr>
              <p:spPr>
                <a:xfrm>
                  <a:off x="10776489" y="3892105"/>
                  <a:ext cx="184689" cy="21431"/>
                </a:xfrm>
                <a:custGeom>
                  <a:rect b="b" l="l" r="r" t="t"/>
                  <a:pathLst>
                    <a:path extrusionOk="0" h="21431" w="184689">
                      <a:moveTo>
                        <a:pt x="0" y="0"/>
                      </a:moveTo>
                      <a:lnTo>
                        <a:pt x="184690" y="0"/>
                      </a:lnTo>
                      <a:lnTo>
                        <a:pt x="184690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rgbClr val="42444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3027" name="Google Shape;3027;p104"/>
              <p:cNvGrpSpPr/>
              <p:nvPr/>
            </p:nvGrpSpPr>
            <p:grpSpPr>
              <a:xfrm>
                <a:off x="10776489" y="3999547"/>
                <a:ext cx="313848" cy="181546"/>
                <a:chOff x="10776489" y="3999547"/>
                <a:chExt cx="313848" cy="181546"/>
              </a:xfrm>
            </p:grpSpPr>
            <p:sp>
              <p:nvSpPr>
                <p:cNvPr id="3028" name="Google Shape;3028;p104"/>
                <p:cNvSpPr/>
                <p:nvPr/>
              </p:nvSpPr>
              <p:spPr>
                <a:xfrm>
                  <a:off x="10776489" y="3999547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029" name="Google Shape;3029;p104"/>
                <p:cNvSpPr/>
                <p:nvPr/>
              </p:nvSpPr>
              <p:spPr>
                <a:xfrm>
                  <a:off x="10776489" y="4052887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030" name="Google Shape;3030;p104"/>
                <p:cNvSpPr/>
                <p:nvPr/>
              </p:nvSpPr>
              <p:spPr>
                <a:xfrm>
                  <a:off x="10776489" y="4106322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031" name="Google Shape;3031;p104"/>
                <p:cNvSpPr/>
                <p:nvPr/>
              </p:nvSpPr>
              <p:spPr>
                <a:xfrm>
                  <a:off x="10776489" y="4159662"/>
                  <a:ext cx="184689" cy="21431"/>
                </a:xfrm>
                <a:custGeom>
                  <a:rect b="b" l="l" r="r" t="t"/>
                  <a:pathLst>
                    <a:path extrusionOk="0" h="21431" w="184689">
                      <a:moveTo>
                        <a:pt x="0" y="0"/>
                      </a:moveTo>
                      <a:lnTo>
                        <a:pt x="184690" y="0"/>
                      </a:lnTo>
                      <a:lnTo>
                        <a:pt x="184690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rgbClr val="42444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3032" name="Google Shape;3032;p104"/>
              <p:cNvSpPr/>
              <p:nvPr/>
            </p:nvSpPr>
            <p:spPr>
              <a:xfrm>
                <a:off x="11039951" y="3528536"/>
                <a:ext cx="112584" cy="112585"/>
              </a:xfrm>
              <a:custGeom>
                <a:rect b="b" l="l" r="r" t="t"/>
                <a:pathLst>
                  <a:path extrusionOk="0" h="112585" w="112584">
                    <a:moveTo>
                      <a:pt x="112585" y="112585"/>
                    </a:moveTo>
                    <a:lnTo>
                      <a:pt x="0" y="112585"/>
                    </a:lnTo>
                    <a:lnTo>
                      <a:pt x="0" y="0"/>
                    </a:lnTo>
                    <a:lnTo>
                      <a:pt x="0" y="0"/>
                    </a:lnTo>
                    <a:cubicBezTo>
                      <a:pt x="43910" y="43910"/>
                      <a:pt x="68580" y="68580"/>
                      <a:pt x="112585" y="112585"/>
                    </a:cubicBezTo>
                    <a:lnTo>
                      <a:pt x="112585" y="112585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033" name="Google Shape;3033;p104"/>
            <p:cNvGrpSpPr/>
            <p:nvPr/>
          </p:nvGrpSpPr>
          <p:grpSpPr>
            <a:xfrm>
              <a:off x="10572463" y="3657790"/>
              <a:ext cx="438817" cy="746569"/>
              <a:chOff x="10572463" y="3657790"/>
              <a:chExt cx="438817" cy="746569"/>
            </a:xfrm>
          </p:grpSpPr>
          <p:sp>
            <p:nvSpPr>
              <p:cNvPr id="3034" name="Google Shape;3034;p104"/>
              <p:cNvSpPr/>
              <p:nvPr/>
            </p:nvSpPr>
            <p:spPr>
              <a:xfrm>
                <a:off x="10572463" y="3657790"/>
                <a:ext cx="438817" cy="746569"/>
              </a:xfrm>
              <a:custGeom>
                <a:rect b="b" l="l" r="r" t="t"/>
                <a:pathLst>
                  <a:path extrusionOk="0" h="746569" w="438817">
                    <a:moveTo>
                      <a:pt x="438722" y="746570"/>
                    </a:moveTo>
                    <a:lnTo>
                      <a:pt x="0" y="746570"/>
                    </a:lnTo>
                    <a:lnTo>
                      <a:pt x="0" y="0"/>
                    </a:lnTo>
                    <a:lnTo>
                      <a:pt x="326231" y="0"/>
                    </a:lnTo>
                    <a:cubicBezTo>
                      <a:pt x="370141" y="43910"/>
                      <a:pt x="394812" y="68580"/>
                      <a:pt x="438817" y="112586"/>
                    </a:cubicBezTo>
                    <a:lnTo>
                      <a:pt x="438817" y="74657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3035" name="Google Shape;3035;p104"/>
              <p:cNvGrpSpPr/>
              <p:nvPr/>
            </p:nvGrpSpPr>
            <p:grpSpPr>
              <a:xfrm>
                <a:off x="10635138" y="3754469"/>
                <a:ext cx="313848" cy="288321"/>
                <a:chOff x="10635138" y="3754469"/>
                <a:chExt cx="313848" cy="288321"/>
              </a:xfrm>
            </p:grpSpPr>
            <p:sp>
              <p:nvSpPr>
                <p:cNvPr id="3036" name="Google Shape;3036;p104"/>
                <p:cNvSpPr/>
                <p:nvPr/>
              </p:nvSpPr>
              <p:spPr>
                <a:xfrm>
                  <a:off x="10635138" y="3754469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037" name="Google Shape;3037;p104"/>
                <p:cNvSpPr/>
                <p:nvPr/>
              </p:nvSpPr>
              <p:spPr>
                <a:xfrm>
                  <a:off x="10635138" y="3807904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038" name="Google Shape;3038;p104"/>
                <p:cNvSpPr/>
                <p:nvPr/>
              </p:nvSpPr>
              <p:spPr>
                <a:xfrm>
                  <a:off x="10635138" y="3861244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039" name="Google Shape;3039;p104"/>
                <p:cNvSpPr/>
                <p:nvPr/>
              </p:nvSpPr>
              <p:spPr>
                <a:xfrm>
                  <a:off x="10635138" y="3914584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040" name="Google Shape;3040;p104"/>
                <p:cNvSpPr/>
                <p:nvPr/>
              </p:nvSpPr>
              <p:spPr>
                <a:xfrm>
                  <a:off x="10635138" y="3968019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041" name="Google Shape;3041;p104"/>
                <p:cNvSpPr/>
                <p:nvPr/>
              </p:nvSpPr>
              <p:spPr>
                <a:xfrm>
                  <a:off x="10635138" y="4021359"/>
                  <a:ext cx="184689" cy="21431"/>
                </a:xfrm>
                <a:custGeom>
                  <a:rect b="b" l="l" r="r" t="t"/>
                  <a:pathLst>
                    <a:path extrusionOk="0" h="21431" w="184689">
                      <a:moveTo>
                        <a:pt x="0" y="0"/>
                      </a:moveTo>
                      <a:lnTo>
                        <a:pt x="184689" y="0"/>
                      </a:lnTo>
                      <a:lnTo>
                        <a:pt x="184689" y="21431"/>
                      </a:lnTo>
                      <a:lnTo>
                        <a:pt x="-1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3042" name="Google Shape;3042;p104"/>
              <p:cNvGrpSpPr/>
              <p:nvPr/>
            </p:nvGrpSpPr>
            <p:grpSpPr>
              <a:xfrm>
                <a:off x="10635138" y="4128801"/>
                <a:ext cx="313848" cy="181547"/>
                <a:chOff x="10635138" y="4128801"/>
                <a:chExt cx="313848" cy="181547"/>
              </a:xfrm>
            </p:grpSpPr>
            <p:sp>
              <p:nvSpPr>
                <p:cNvPr id="3043" name="Google Shape;3043;p104"/>
                <p:cNvSpPr/>
                <p:nvPr/>
              </p:nvSpPr>
              <p:spPr>
                <a:xfrm>
                  <a:off x="10635138" y="4128801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044" name="Google Shape;3044;p104"/>
                <p:cNvSpPr/>
                <p:nvPr/>
              </p:nvSpPr>
              <p:spPr>
                <a:xfrm>
                  <a:off x="10635138" y="4182141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045" name="Google Shape;3045;p104"/>
                <p:cNvSpPr/>
                <p:nvPr/>
              </p:nvSpPr>
              <p:spPr>
                <a:xfrm>
                  <a:off x="10635138" y="4235481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046" name="Google Shape;3046;p104"/>
                <p:cNvSpPr/>
                <p:nvPr/>
              </p:nvSpPr>
              <p:spPr>
                <a:xfrm>
                  <a:off x="10635138" y="4288917"/>
                  <a:ext cx="184689" cy="21431"/>
                </a:xfrm>
                <a:custGeom>
                  <a:rect b="b" l="l" r="r" t="t"/>
                  <a:pathLst>
                    <a:path extrusionOk="0" h="21431" w="184689">
                      <a:moveTo>
                        <a:pt x="0" y="0"/>
                      </a:moveTo>
                      <a:lnTo>
                        <a:pt x="184689" y="0"/>
                      </a:lnTo>
                      <a:lnTo>
                        <a:pt x="184689" y="21431"/>
                      </a:lnTo>
                      <a:lnTo>
                        <a:pt x="-1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3047" name="Google Shape;3047;p104"/>
              <p:cNvSpPr/>
              <p:nvPr/>
            </p:nvSpPr>
            <p:spPr>
              <a:xfrm>
                <a:off x="10898599" y="3657790"/>
                <a:ext cx="112586" cy="112585"/>
              </a:xfrm>
              <a:custGeom>
                <a:rect b="b" l="l" r="r" t="t"/>
                <a:pathLst>
                  <a:path extrusionOk="0" h="112585" w="112586">
                    <a:moveTo>
                      <a:pt x="112586" y="112586"/>
                    </a:moveTo>
                    <a:lnTo>
                      <a:pt x="0" y="112586"/>
                    </a:lnTo>
                    <a:lnTo>
                      <a:pt x="0" y="0"/>
                    </a:lnTo>
                    <a:lnTo>
                      <a:pt x="0" y="0"/>
                    </a:lnTo>
                    <a:cubicBezTo>
                      <a:pt x="43910" y="43910"/>
                      <a:pt x="68581" y="68580"/>
                      <a:pt x="112586" y="112586"/>
                    </a:cubicBezTo>
                    <a:lnTo>
                      <a:pt x="112586" y="112586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3048" name="Google Shape;3048;p104"/>
          <p:cNvGrpSpPr/>
          <p:nvPr/>
        </p:nvGrpSpPr>
        <p:grpSpPr>
          <a:xfrm flipH="1">
            <a:off x="8768853" y="1439765"/>
            <a:ext cx="22030" cy="294484"/>
            <a:chOff x="10809827" y="4402455"/>
            <a:chExt cx="24764" cy="330993"/>
          </a:xfrm>
        </p:grpSpPr>
        <p:sp>
          <p:nvSpPr>
            <p:cNvPr id="3049" name="Google Shape;3049;p104"/>
            <p:cNvSpPr/>
            <p:nvPr/>
          </p:nvSpPr>
          <p:spPr>
            <a:xfrm>
              <a:off x="10822209" y="4414266"/>
              <a:ext cx="9525" cy="307467"/>
            </a:xfrm>
            <a:custGeom>
              <a:rect b="b" l="l" r="r" t="t"/>
              <a:pathLst>
                <a:path extrusionOk="0" h="307467" w="9525">
                  <a:moveTo>
                    <a:pt x="-1" y="307467"/>
                  </a:moveTo>
                  <a:lnTo>
                    <a:pt x="-1" y="0"/>
                  </a:lnTo>
                </a:path>
              </a:pathLst>
            </a:custGeom>
            <a:solidFill>
              <a:schemeClr val="accent4"/>
            </a:solidFill>
            <a:ln cap="flat" cmpd="sng" w="10950">
              <a:solidFill>
                <a:schemeClr val="accent4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50" name="Google Shape;3050;p104"/>
            <p:cNvSpPr/>
            <p:nvPr/>
          </p:nvSpPr>
          <p:spPr>
            <a:xfrm>
              <a:off x="10809827" y="4708683"/>
              <a:ext cx="24764" cy="24765"/>
            </a:xfrm>
            <a:custGeom>
              <a:rect b="b" l="l" r="r" t="t"/>
              <a:pathLst>
                <a:path extrusionOk="0" h="24765" w="24764">
                  <a:moveTo>
                    <a:pt x="24765" y="12382"/>
                  </a:moveTo>
                  <a:cubicBezTo>
                    <a:pt x="24765" y="19240"/>
                    <a:pt x="19241" y="24765"/>
                    <a:pt x="12382" y="24765"/>
                  </a:cubicBezTo>
                  <a:cubicBezTo>
                    <a:pt x="5524" y="24765"/>
                    <a:pt x="0" y="19240"/>
                    <a:pt x="0" y="12382"/>
                  </a:cubicBezTo>
                  <a:cubicBezTo>
                    <a:pt x="0" y="5524"/>
                    <a:pt x="5524" y="0"/>
                    <a:pt x="12382" y="0"/>
                  </a:cubicBezTo>
                  <a:cubicBezTo>
                    <a:pt x="19241" y="0"/>
                    <a:pt x="24765" y="5524"/>
                    <a:pt x="24765" y="12382"/>
                  </a:cubicBezTo>
                  <a:close/>
                </a:path>
              </a:pathLst>
            </a:cu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51" name="Google Shape;3051;p104"/>
            <p:cNvSpPr/>
            <p:nvPr/>
          </p:nvSpPr>
          <p:spPr>
            <a:xfrm>
              <a:off x="10809827" y="4402455"/>
              <a:ext cx="24764" cy="24764"/>
            </a:xfrm>
            <a:custGeom>
              <a:rect b="b" l="l" r="r" t="t"/>
              <a:pathLst>
                <a:path extrusionOk="0" h="24764" w="24764">
                  <a:moveTo>
                    <a:pt x="24765" y="12382"/>
                  </a:moveTo>
                  <a:cubicBezTo>
                    <a:pt x="24765" y="5524"/>
                    <a:pt x="19241" y="0"/>
                    <a:pt x="12382" y="0"/>
                  </a:cubicBezTo>
                  <a:cubicBezTo>
                    <a:pt x="5524" y="0"/>
                    <a:pt x="0" y="5524"/>
                    <a:pt x="0" y="12382"/>
                  </a:cubicBezTo>
                  <a:cubicBezTo>
                    <a:pt x="0" y="19240"/>
                    <a:pt x="5524" y="24765"/>
                    <a:pt x="12382" y="24765"/>
                  </a:cubicBezTo>
                  <a:cubicBezTo>
                    <a:pt x="19241" y="24765"/>
                    <a:pt x="24765" y="19240"/>
                    <a:pt x="24765" y="12382"/>
                  </a:cubicBezTo>
                  <a:close/>
                </a:path>
              </a:pathLst>
            </a:cu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052" name="Google Shape;3052;p104"/>
          <p:cNvSpPr/>
          <p:nvPr/>
        </p:nvSpPr>
        <p:spPr>
          <a:xfrm flipH="1" rot="8662747">
            <a:off x="7370974" y="4168319"/>
            <a:ext cx="2746019" cy="1921687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053" name="Google Shape;3053;p104"/>
          <p:cNvGrpSpPr/>
          <p:nvPr/>
        </p:nvGrpSpPr>
        <p:grpSpPr>
          <a:xfrm flipH="1">
            <a:off x="122956" y="4228558"/>
            <a:ext cx="829992" cy="750888"/>
            <a:chOff x="8114596" y="445039"/>
            <a:chExt cx="633002" cy="572716"/>
          </a:xfrm>
        </p:grpSpPr>
        <p:grpSp>
          <p:nvGrpSpPr>
            <p:cNvPr id="3054" name="Google Shape;3054;p104"/>
            <p:cNvGrpSpPr/>
            <p:nvPr/>
          </p:nvGrpSpPr>
          <p:grpSpPr>
            <a:xfrm>
              <a:off x="8114596" y="445039"/>
              <a:ext cx="633002" cy="572716"/>
              <a:chOff x="7189660" y="520827"/>
              <a:chExt cx="598074" cy="541115"/>
            </a:xfrm>
          </p:grpSpPr>
          <p:sp>
            <p:nvSpPr>
              <p:cNvPr id="3055" name="Google Shape;3055;p104"/>
              <p:cNvSpPr/>
              <p:nvPr/>
            </p:nvSpPr>
            <p:spPr>
              <a:xfrm>
                <a:off x="7189660" y="520827"/>
                <a:ext cx="598074" cy="541115"/>
              </a:xfrm>
              <a:custGeom>
                <a:rect b="b" l="l" r="r" t="t"/>
                <a:pathLst>
                  <a:path extrusionOk="0" h="541115" w="598074">
                    <a:moveTo>
                      <a:pt x="557022" y="0"/>
                    </a:moveTo>
                    <a:cubicBezTo>
                      <a:pt x="579695" y="0"/>
                      <a:pt x="598075" y="18380"/>
                      <a:pt x="598075" y="41053"/>
                    </a:cubicBezTo>
                    <a:lnTo>
                      <a:pt x="598075" y="500063"/>
                    </a:lnTo>
                    <a:cubicBezTo>
                      <a:pt x="598075" y="522735"/>
                      <a:pt x="579695" y="541115"/>
                      <a:pt x="557022" y="541115"/>
                    </a:cubicBezTo>
                    <a:lnTo>
                      <a:pt x="41053" y="541115"/>
                    </a:lnTo>
                    <a:cubicBezTo>
                      <a:pt x="18380" y="541115"/>
                      <a:pt x="0" y="522735"/>
                      <a:pt x="0" y="500063"/>
                    </a:cubicBezTo>
                    <a:lnTo>
                      <a:pt x="0" y="41053"/>
                    </a:lnTo>
                    <a:cubicBezTo>
                      <a:pt x="0" y="18380"/>
                      <a:pt x="18380" y="0"/>
                      <a:pt x="410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3056" name="Google Shape;3056;p104"/>
              <p:cNvGrpSpPr/>
              <p:nvPr/>
            </p:nvGrpSpPr>
            <p:grpSpPr>
              <a:xfrm>
                <a:off x="7579137" y="551973"/>
                <a:ext cx="164782" cy="41529"/>
                <a:chOff x="7579137" y="551973"/>
                <a:chExt cx="164782" cy="41529"/>
              </a:xfrm>
            </p:grpSpPr>
            <p:sp>
              <p:nvSpPr>
                <p:cNvPr id="3057" name="Google Shape;3057;p104"/>
                <p:cNvSpPr/>
                <p:nvPr/>
              </p:nvSpPr>
              <p:spPr>
                <a:xfrm>
                  <a:off x="7702391" y="551973"/>
                  <a:ext cx="41528" cy="41529"/>
                </a:xfrm>
                <a:custGeom>
                  <a:rect b="b" l="l" r="r" t="t"/>
                  <a:pathLst>
                    <a:path extrusionOk="0" h="41529" w="41528">
                      <a:moveTo>
                        <a:pt x="41529" y="20765"/>
                      </a:moveTo>
                      <a:cubicBezTo>
                        <a:pt x="41529" y="32290"/>
                        <a:pt x="32195" y="41529"/>
                        <a:pt x="20764" y="41529"/>
                      </a:cubicBezTo>
                      <a:cubicBezTo>
                        <a:pt x="9334" y="41529"/>
                        <a:pt x="0" y="32195"/>
                        <a:pt x="0" y="20765"/>
                      </a:cubicBezTo>
                      <a:cubicBezTo>
                        <a:pt x="0" y="9335"/>
                        <a:pt x="9334" y="0"/>
                        <a:pt x="20764" y="0"/>
                      </a:cubicBezTo>
                      <a:cubicBezTo>
                        <a:pt x="32195" y="0"/>
                        <a:pt x="41529" y="9335"/>
                        <a:pt x="41529" y="20765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058" name="Google Shape;3058;p104"/>
                <p:cNvSpPr/>
                <p:nvPr/>
              </p:nvSpPr>
              <p:spPr>
                <a:xfrm>
                  <a:off x="7640764" y="551973"/>
                  <a:ext cx="41528" cy="41529"/>
                </a:xfrm>
                <a:custGeom>
                  <a:rect b="b" l="l" r="r" t="t"/>
                  <a:pathLst>
                    <a:path extrusionOk="0" h="41529" w="41528">
                      <a:moveTo>
                        <a:pt x="41529" y="20765"/>
                      </a:moveTo>
                      <a:cubicBezTo>
                        <a:pt x="41529" y="32290"/>
                        <a:pt x="32195" y="41529"/>
                        <a:pt x="20764" y="41529"/>
                      </a:cubicBezTo>
                      <a:cubicBezTo>
                        <a:pt x="9334" y="41529"/>
                        <a:pt x="0" y="32195"/>
                        <a:pt x="0" y="20765"/>
                      </a:cubicBezTo>
                      <a:cubicBezTo>
                        <a:pt x="0" y="9335"/>
                        <a:pt x="9334" y="0"/>
                        <a:pt x="20764" y="0"/>
                      </a:cubicBezTo>
                      <a:cubicBezTo>
                        <a:pt x="32195" y="0"/>
                        <a:pt x="41529" y="9335"/>
                        <a:pt x="41529" y="20765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059" name="Google Shape;3059;p104"/>
                <p:cNvSpPr/>
                <p:nvPr/>
              </p:nvSpPr>
              <p:spPr>
                <a:xfrm>
                  <a:off x="7579137" y="551973"/>
                  <a:ext cx="41528" cy="41529"/>
                </a:xfrm>
                <a:custGeom>
                  <a:rect b="b" l="l" r="r" t="t"/>
                  <a:pathLst>
                    <a:path extrusionOk="0" h="41529" w="41528">
                      <a:moveTo>
                        <a:pt x="41529" y="20765"/>
                      </a:moveTo>
                      <a:cubicBezTo>
                        <a:pt x="41529" y="32290"/>
                        <a:pt x="32195" y="41529"/>
                        <a:pt x="20764" y="41529"/>
                      </a:cubicBezTo>
                      <a:cubicBezTo>
                        <a:pt x="9334" y="41529"/>
                        <a:pt x="0" y="32195"/>
                        <a:pt x="0" y="20765"/>
                      </a:cubicBezTo>
                      <a:cubicBezTo>
                        <a:pt x="0" y="9335"/>
                        <a:pt x="9334" y="0"/>
                        <a:pt x="20764" y="0"/>
                      </a:cubicBezTo>
                      <a:cubicBezTo>
                        <a:pt x="32195" y="0"/>
                        <a:pt x="41529" y="9335"/>
                        <a:pt x="41529" y="20765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3060" name="Google Shape;3060;p104"/>
            <p:cNvGrpSpPr/>
            <p:nvPr/>
          </p:nvGrpSpPr>
          <p:grpSpPr>
            <a:xfrm>
              <a:off x="8184962" y="619646"/>
              <a:ext cx="498115" cy="257273"/>
              <a:chOff x="7256144" y="685800"/>
              <a:chExt cx="470630" cy="243077"/>
            </a:xfrm>
          </p:grpSpPr>
          <p:sp>
            <p:nvSpPr>
              <p:cNvPr id="3061" name="Google Shape;3061;p104"/>
              <p:cNvSpPr/>
              <p:nvPr/>
            </p:nvSpPr>
            <p:spPr>
              <a:xfrm>
                <a:off x="7256144" y="694753"/>
                <a:ext cx="218503" cy="218217"/>
              </a:xfrm>
              <a:custGeom>
                <a:rect b="b" l="l" r="r" t="t"/>
                <a:pathLst>
                  <a:path extrusionOk="0" h="218217" w="218503">
                    <a:moveTo>
                      <a:pt x="216598" y="129540"/>
                    </a:moveTo>
                    <a:cubicBezTo>
                      <a:pt x="217837" y="122968"/>
                      <a:pt x="218504" y="116110"/>
                      <a:pt x="218504" y="109156"/>
                    </a:cubicBezTo>
                    <a:cubicBezTo>
                      <a:pt x="218504" y="102203"/>
                      <a:pt x="217837" y="95440"/>
                      <a:pt x="216598" y="88773"/>
                    </a:cubicBezTo>
                    <a:lnTo>
                      <a:pt x="181261" y="88773"/>
                    </a:lnTo>
                    <a:cubicBezTo>
                      <a:pt x="179641" y="83058"/>
                      <a:pt x="177451" y="77724"/>
                      <a:pt x="174593" y="72676"/>
                    </a:cubicBezTo>
                    <a:lnTo>
                      <a:pt x="199549" y="47720"/>
                    </a:lnTo>
                    <a:cubicBezTo>
                      <a:pt x="191834" y="36385"/>
                      <a:pt x="182118" y="26670"/>
                      <a:pt x="170783" y="18955"/>
                    </a:cubicBezTo>
                    <a:lnTo>
                      <a:pt x="145732" y="44005"/>
                    </a:lnTo>
                    <a:cubicBezTo>
                      <a:pt x="140684" y="41148"/>
                      <a:pt x="135255" y="38957"/>
                      <a:pt x="129635" y="37338"/>
                    </a:cubicBezTo>
                    <a:lnTo>
                      <a:pt x="129635" y="1905"/>
                    </a:lnTo>
                    <a:cubicBezTo>
                      <a:pt x="123063" y="667"/>
                      <a:pt x="116205" y="0"/>
                      <a:pt x="109252" y="0"/>
                    </a:cubicBezTo>
                    <a:cubicBezTo>
                      <a:pt x="102298" y="0"/>
                      <a:pt x="95536" y="667"/>
                      <a:pt x="88868" y="1905"/>
                    </a:cubicBezTo>
                    <a:lnTo>
                      <a:pt x="88868" y="37338"/>
                    </a:lnTo>
                    <a:cubicBezTo>
                      <a:pt x="83154" y="38957"/>
                      <a:pt x="77819" y="41148"/>
                      <a:pt x="72771" y="44005"/>
                    </a:cubicBezTo>
                    <a:lnTo>
                      <a:pt x="47720" y="18955"/>
                    </a:lnTo>
                    <a:cubicBezTo>
                      <a:pt x="36386" y="26670"/>
                      <a:pt x="26670" y="36481"/>
                      <a:pt x="18955" y="47720"/>
                    </a:cubicBezTo>
                    <a:lnTo>
                      <a:pt x="43910" y="72676"/>
                    </a:lnTo>
                    <a:cubicBezTo>
                      <a:pt x="41053" y="77724"/>
                      <a:pt x="38862" y="83153"/>
                      <a:pt x="37243" y="88773"/>
                    </a:cubicBezTo>
                    <a:lnTo>
                      <a:pt x="1905" y="88773"/>
                    </a:lnTo>
                    <a:cubicBezTo>
                      <a:pt x="667" y="95345"/>
                      <a:pt x="0" y="102203"/>
                      <a:pt x="0" y="109156"/>
                    </a:cubicBezTo>
                    <a:cubicBezTo>
                      <a:pt x="0" y="116110"/>
                      <a:pt x="667" y="122873"/>
                      <a:pt x="1905" y="129540"/>
                    </a:cubicBezTo>
                    <a:lnTo>
                      <a:pt x="37243" y="129540"/>
                    </a:lnTo>
                    <a:cubicBezTo>
                      <a:pt x="38862" y="135255"/>
                      <a:pt x="41053" y="140589"/>
                      <a:pt x="43910" y="145637"/>
                    </a:cubicBezTo>
                    <a:lnTo>
                      <a:pt x="18955" y="170593"/>
                    </a:lnTo>
                    <a:cubicBezTo>
                      <a:pt x="26670" y="181928"/>
                      <a:pt x="36386" y="191643"/>
                      <a:pt x="47720" y="199358"/>
                    </a:cubicBezTo>
                    <a:lnTo>
                      <a:pt x="72771" y="174308"/>
                    </a:lnTo>
                    <a:cubicBezTo>
                      <a:pt x="77819" y="177165"/>
                      <a:pt x="83248" y="179356"/>
                      <a:pt x="88868" y="180975"/>
                    </a:cubicBezTo>
                    <a:lnTo>
                      <a:pt x="88868" y="216313"/>
                    </a:lnTo>
                    <a:cubicBezTo>
                      <a:pt x="95441" y="217551"/>
                      <a:pt x="102298" y="218218"/>
                      <a:pt x="109252" y="218218"/>
                    </a:cubicBezTo>
                    <a:cubicBezTo>
                      <a:pt x="116205" y="218218"/>
                      <a:pt x="122968" y="217551"/>
                      <a:pt x="129635" y="216313"/>
                    </a:cubicBezTo>
                    <a:lnTo>
                      <a:pt x="129635" y="180975"/>
                    </a:lnTo>
                    <a:cubicBezTo>
                      <a:pt x="135350" y="179356"/>
                      <a:pt x="140684" y="177070"/>
                      <a:pt x="145732" y="174308"/>
                    </a:cubicBezTo>
                    <a:lnTo>
                      <a:pt x="170783" y="199358"/>
                    </a:lnTo>
                    <a:cubicBezTo>
                      <a:pt x="182118" y="191643"/>
                      <a:pt x="191834" y="181928"/>
                      <a:pt x="199549" y="170593"/>
                    </a:cubicBezTo>
                    <a:lnTo>
                      <a:pt x="174593" y="145542"/>
                    </a:lnTo>
                    <a:cubicBezTo>
                      <a:pt x="177451" y="140494"/>
                      <a:pt x="179641" y="135064"/>
                      <a:pt x="181261" y="129445"/>
                    </a:cubicBezTo>
                    <a:lnTo>
                      <a:pt x="216598" y="129445"/>
                    </a:lnTo>
                    <a:close/>
                    <a:moveTo>
                      <a:pt x="109252" y="131255"/>
                    </a:moveTo>
                    <a:cubicBezTo>
                      <a:pt x="97060" y="131255"/>
                      <a:pt x="87249" y="121349"/>
                      <a:pt x="87249" y="109252"/>
                    </a:cubicBezTo>
                    <a:cubicBezTo>
                      <a:pt x="87249" y="97155"/>
                      <a:pt x="97155" y="87249"/>
                      <a:pt x="109252" y="87249"/>
                    </a:cubicBezTo>
                    <a:cubicBezTo>
                      <a:pt x="121348" y="87249"/>
                      <a:pt x="131255" y="97155"/>
                      <a:pt x="131255" y="109252"/>
                    </a:cubicBezTo>
                    <a:cubicBezTo>
                      <a:pt x="131255" y="121349"/>
                      <a:pt x="121348" y="131255"/>
                      <a:pt x="109252" y="131255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3062" name="Google Shape;3062;p104"/>
              <p:cNvGrpSpPr/>
              <p:nvPr/>
            </p:nvGrpSpPr>
            <p:grpSpPr>
              <a:xfrm>
                <a:off x="7512843" y="685800"/>
                <a:ext cx="213931" cy="243077"/>
                <a:chOff x="7512843" y="685800"/>
                <a:chExt cx="213931" cy="243077"/>
              </a:xfrm>
            </p:grpSpPr>
            <p:grpSp>
              <p:nvGrpSpPr>
                <p:cNvPr id="3063" name="Google Shape;3063;p104"/>
                <p:cNvGrpSpPr/>
                <p:nvPr/>
              </p:nvGrpSpPr>
              <p:grpSpPr>
                <a:xfrm>
                  <a:off x="7512843" y="836580"/>
                  <a:ext cx="213931" cy="92297"/>
                  <a:chOff x="7512843" y="836580"/>
                  <a:chExt cx="213931" cy="92297"/>
                </a:xfrm>
              </p:grpSpPr>
              <p:sp>
                <p:nvSpPr>
                  <p:cNvPr id="3064" name="Google Shape;3064;p104"/>
                  <p:cNvSpPr/>
                  <p:nvPr/>
                </p:nvSpPr>
                <p:spPr>
                  <a:xfrm>
                    <a:off x="7512843" y="856011"/>
                    <a:ext cx="213931" cy="72866"/>
                  </a:xfrm>
                  <a:custGeom>
                    <a:rect b="b" l="l" r="r" t="t"/>
                    <a:pathLst>
                      <a:path extrusionOk="0" h="72866" w="213931">
                        <a:moveTo>
                          <a:pt x="0" y="0"/>
                        </a:moveTo>
                        <a:lnTo>
                          <a:pt x="0" y="53435"/>
                        </a:lnTo>
                        <a:cubicBezTo>
                          <a:pt x="0" y="64199"/>
                          <a:pt x="47911" y="72866"/>
                          <a:pt x="106966" y="72866"/>
                        </a:cubicBezTo>
                        <a:cubicBezTo>
                          <a:pt x="166021" y="72866"/>
                          <a:pt x="213932" y="64199"/>
                          <a:pt x="213932" y="53435"/>
                        </a:cubicBezTo>
                        <a:lnTo>
                          <a:pt x="213932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065" name="Google Shape;3065;p104"/>
                  <p:cNvSpPr/>
                  <p:nvPr/>
                </p:nvSpPr>
                <p:spPr>
                  <a:xfrm>
                    <a:off x="7512843" y="836580"/>
                    <a:ext cx="213931" cy="38861"/>
                  </a:xfrm>
                  <a:custGeom>
                    <a:rect b="b" l="l" r="r" t="t"/>
                    <a:pathLst>
                      <a:path extrusionOk="0" h="38861" w="213931">
                        <a:moveTo>
                          <a:pt x="213932" y="19431"/>
                        </a:moveTo>
                        <a:cubicBezTo>
                          <a:pt x="213932" y="30162"/>
                          <a:pt x="166042" y="38862"/>
                          <a:pt x="106966" y="38862"/>
                        </a:cubicBezTo>
                        <a:cubicBezTo>
                          <a:pt x="47891" y="38862"/>
                          <a:pt x="1" y="30162"/>
                          <a:pt x="1" y="19431"/>
                        </a:cubicBezTo>
                        <a:cubicBezTo>
                          <a:pt x="1" y="8700"/>
                          <a:pt x="47891" y="0"/>
                          <a:pt x="106966" y="0"/>
                        </a:cubicBezTo>
                        <a:cubicBezTo>
                          <a:pt x="166042" y="0"/>
                          <a:pt x="213932" y="8700"/>
                          <a:pt x="213932" y="19431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3066" name="Google Shape;3066;p104"/>
                <p:cNvGrpSpPr/>
                <p:nvPr/>
              </p:nvGrpSpPr>
              <p:grpSpPr>
                <a:xfrm>
                  <a:off x="7512843" y="761238"/>
                  <a:ext cx="213931" cy="92296"/>
                  <a:chOff x="7512843" y="761238"/>
                  <a:chExt cx="213931" cy="92296"/>
                </a:xfrm>
              </p:grpSpPr>
              <p:sp>
                <p:nvSpPr>
                  <p:cNvPr id="3067" name="Google Shape;3067;p104"/>
                  <p:cNvSpPr/>
                  <p:nvPr/>
                </p:nvSpPr>
                <p:spPr>
                  <a:xfrm>
                    <a:off x="7512843" y="780668"/>
                    <a:ext cx="213931" cy="72866"/>
                  </a:xfrm>
                  <a:custGeom>
                    <a:rect b="b" l="l" r="r" t="t"/>
                    <a:pathLst>
                      <a:path extrusionOk="0" h="72866" w="213931">
                        <a:moveTo>
                          <a:pt x="0" y="0"/>
                        </a:moveTo>
                        <a:lnTo>
                          <a:pt x="0" y="53435"/>
                        </a:lnTo>
                        <a:cubicBezTo>
                          <a:pt x="0" y="64199"/>
                          <a:pt x="47911" y="72866"/>
                          <a:pt x="106966" y="72866"/>
                        </a:cubicBezTo>
                        <a:cubicBezTo>
                          <a:pt x="166021" y="72866"/>
                          <a:pt x="213932" y="64199"/>
                          <a:pt x="213932" y="53435"/>
                        </a:cubicBezTo>
                        <a:lnTo>
                          <a:pt x="213932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068" name="Google Shape;3068;p104"/>
                  <p:cNvSpPr/>
                  <p:nvPr/>
                </p:nvSpPr>
                <p:spPr>
                  <a:xfrm>
                    <a:off x="7512843" y="761238"/>
                    <a:ext cx="213931" cy="38861"/>
                  </a:xfrm>
                  <a:custGeom>
                    <a:rect b="b" l="l" r="r" t="t"/>
                    <a:pathLst>
                      <a:path extrusionOk="0" h="38861" w="213931">
                        <a:moveTo>
                          <a:pt x="213932" y="19431"/>
                        </a:moveTo>
                        <a:cubicBezTo>
                          <a:pt x="213932" y="30162"/>
                          <a:pt x="166042" y="38862"/>
                          <a:pt x="106966" y="38862"/>
                        </a:cubicBezTo>
                        <a:cubicBezTo>
                          <a:pt x="47891" y="38862"/>
                          <a:pt x="1" y="30162"/>
                          <a:pt x="1" y="19431"/>
                        </a:cubicBezTo>
                        <a:cubicBezTo>
                          <a:pt x="1" y="8700"/>
                          <a:pt x="47891" y="0"/>
                          <a:pt x="106966" y="0"/>
                        </a:cubicBezTo>
                        <a:cubicBezTo>
                          <a:pt x="166042" y="0"/>
                          <a:pt x="213932" y="8700"/>
                          <a:pt x="213932" y="19431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3069" name="Google Shape;3069;p104"/>
                <p:cNvGrpSpPr/>
                <p:nvPr/>
              </p:nvGrpSpPr>
              <p:grpSpPr>
                <a:xfrm>
                  <a:off x="7512843" y="685800"/>
                  <a:ext cx="213931" cy="92297"/>
                  <a:chOff x="7512843" y="685800"/>
                  <a:chExt cx="213931" cy="92297"/>
                </a:xfrm>
              </p:grpSpPr>
              <p:sp>
                <p:nvSpPr>
                  <p:cNvPr id="3070" name="Google Shape;3070;p104"/>
                  <p:cNvSpPr/>
                  <p:nvPr/>
                </p:nvSpPr>
                <p:spPr>
                  <a:xfrm>
                    <a:off x="7512843" y="705231"/>
                    <a:ext cx="213931" cy="72866"/>
                  </a:xfrm>
                  <a:custGeom>
                    <a:rect b="b" l="l" r="r" t="t"/>
                    <a:pathLst>
                      <a:path extrusionOk="0" h="72866" w="213931">
                        <a:moveTo>
                          <a:pt x="0" y="0"/>
                        </a:moveTo>
                        <a:lnTo>
                          <a:pt x="0" y="53435"/>
                        </a:lnTo>
                        <a:cubicBezTo>
                          <a:pt x="0" y="64198"/>
                          <a:pt x="47911" y="72866"/>
                          <a:pt x="106966" y="72866"/>
                        </a:cubicBezTo>
                        <a:cubicBezTo>
                          <a:pt x="166021" y="72866"/>
                          <a:pt x="213932" y="64198"/>
                          <a:pt x="213932" y="53435"/>
                        </a:cubicBezTo>
                        <a:lnTo>
                          <a:pt x="213932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071" name="Google Shape;3071;p104"/>
                  <p:cNvSpPr/>
                  <p:nvPr/>
                </p:nvSpPr>
                <p:spPr>
                  <a:xfrm>
                    <a:off x="7512843" y="685800"/>
                    <a:ext cx="213931" cy="38861"/>
                  </a:xfrm>
                  <a:custGeom>
                    <a:rect b="b" l="l" r="r" t="t"/>
                    <a:pathLst>
                      <a:path extrusionOk="0" h="38861" w="213931">
                        <a:moveTo>
                          <a:pt x="213932" y="19431"/>
                        </a:moveTo>
                        <a:cubicBezTo>
                          <a:pt x="213932" y="30162"/>
                          <a:pt x="166042" y="38862"/>
                          <a:pt x="106966" y="38862"/>
                        </a:cubicBezTo>
                        <a:cubicBezTo>
                          <a:pt x="47891" y="38862"/>
                          <a:pt x="1" y="30162"/>
                          <a:pt x="1" y="19431"/>
                        </a:cubicBezTo>
                        <a:cubicBezTo>
                          <a:pt x="1" y="8700"/>
                          <a:pt x="47891" y="0"/>
                          <a:pt x="106966" y="0"/>
                        </a:cubicBezTo>
                        <a:cubicBezTo>
                          <a:pt x="166042" y="0"/>
                          <a:pt x="213932" y="8700"/>
                          <a:pt x="213932" y="19431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</p:grpSp>
      </p:grpSp>
    </p:spTree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072" name="Shape 30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3" name="Google Shape;3073;p10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074" name="Google Shape;3074;p105"/>
          <p:cNvSpPr txBox="1"/>
          <p:nvPr>
            <p:ph idx="1" type="subTitle"/>
          </p:nvPr>
        </p:nvSpPr>
        <p:spPr>
          <a:xfrm>
            <a:off x="4679150" y="2453574"/>
            <a:ext cx="3384300" cy="113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075" name="Google Shape;3075;p105"/>
          <p:cNvSpPr txBox="1"/>
          <p:nvPr>
            <p:ph idx="2" type="subTitle"/>
          </p:nvPr>
        </p:nvSpPr>
        <p:spPr>
          <a:xfrm>
            <a:off x="1080525" y="2453574"/>
            <a:ext cx="3384300" cy="113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076" name="Google Shape;3076;p105"/>
          <p:cNvSpPr txBox="1"/>
          <p:nvPr>
            <p:ph idx="3" type="subTitle"/>
          </p:nvPr>
        </p:nvSpPr>
        <p:spPr>
          <a:xfrm>
            <a:off x="1080536" y="1817200"/>
            <a:ext cx="33843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8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3077" name="Google Shape;3077;p105"/>
          <p:cNvSpPr txBox="1"/>
          <p:nvPr>
            <p:ph idx="4" type="subTitle"/>
          </p:nvPr>
        </p:nvSpPr>
        <p:spPr>
          <a:xfrm>
            <a:off x="4679164" y="1817200"/>
            <a:ext cx="33843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8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3078" name="Google Shape;3078;p105"/>
          <p:cNvSpPr/>
          <p:nvPr/>
        </p:nvSpPr>
        <p:spPr>
          <a:xfrm rot="5551952">
            <a:off x="-721531" y="4084618"/>
            <a:ext cx="2053998" cy="1765206"/>
          </a:xfrm>
          <a:custGeom>
            <a:rect b="b" l="l" r="r" t="t"/>
            <a:pathLst>
              <a:path extrusionOk="0" h="30330" w="38869">
                <a:moveTo>
                  <a:pt x="24297" y="1"/>
                </a:moveTo>
                <a:cubicBezTo>
                  <a:pt x="23576" y="1"/>
                  <a:pt x="22813" y="81"/>
                  <a:pt x="22018" y="271"/>
                </a:cubicBezTo>
                <a:cubicBezTo>
                  <a:pt x="16904" y="1494"/>
                  <a:pt x="14626" y="5778"/>
                  <a:pt x="11611" y="8671"/>
                </a:cubicBezTo>
                <a:cubicBezTo>
                  <a:pt x="10032" y="10186"/>
                  <a:pt x="7766" y="10684"/>
                  <a:pt x="5916" y="11826"/>
                </a:cubicBezTo>
                <a:cubicBezTo>
                  <a:pt x="0" y="15481"/>
                  <a:pt x="539" y="24197"/>
                  <a:pt x="4874" y="27639"/>
                </a:cubicBezTo>
                <a:cubicBezTo>
                  <a:pt x="7150" y="29445"/>
                  <a:pt x="9815" y="30330"/>
                  <a:pt x="12976" y="30330"/>
                </a:cubicBezTo>
                <a:cubicBezTo>
                  <a:pt x="15025" y="30330"/>
                  <a:pt x="17282" y="29958"/>
                  <a:pt x="19778" y="29225"/>
                </a:cubicBezTo>
                <a:cubicBezTo>
                  <a:pt x="26123" y="27360"/>
                  <a:pt x="30656" y="26268"/>
                  <a:pt x="34763" y="20412"/>
                </a:cubicBezTo>
                <a:cubicBezTo>
                  <a:pt x="38869" y="14558"/>
                  <a:pt x="35544" y="6859"/>
                  <a:pt x="30907" y="2368"/>
                </a:cubicBezTo>
                <a:cubicBezTo>
                  <a:pt x="30907" y="2368"/>
                  <a:pt x="28215" y="1"/>
                  <a:pt x="24297" y="1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9" name="Google Shape;3079;p105"/>
          <p:cNvSpPr/>
          <p:nvPr/>
        </p:nvSpPr>
        <p:spPr>
          <a:xfrm rot="-460685">
            <a:off x="-850641" y="-888875"/>
            <a:ext cx="2082611" cy="1683994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0" name="Google Shape;3080;p105"/>
          <p:cNvSpPr/>
          <p:nvPr/>
        </p:nvSpPr>
        <p:spPr>
          <a:xfrm rot="3259731">
            <a:off x="7063135" y="-804478"/>
            <a:ext cx="3168421" cy="2561976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081" name="Shape 30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2" name="Google Shape;3082;p10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083" name="Google Shape;3083;p106"/>
          <p:cNvSpPr/>
          <p:nvPr/>
        </p:nvSpPr>
        <p:spPr>
          <a:xfrm rot="-9076707">
            <a:off x="85462" y="-755109"/>
            <a:ext cx="1683799" cy="1313891"/>
          </a:xfrm>
          <a:custGeom>
            <a:rect b="b" l="l" r="r" t="t"/>
            <a:pathLst>
              <a:path extrusionOk="0" h="30330" w="38869">
                <a:moveTo>
                  <a:pt x="24297" y="1"/>
                </a:moveTo>
                <a:cubicBezTo>
                  <a:pt x="23576" y="1"/>
                  <a:pt x="22813" y="81"/>
                  <a:pt x="22018" y="271"/>
                </a:cubicBezTo>
                <a:cubicBezTo>
                  <a:pt x="16904" y="1494"/>
                  <a:pt x="14626" y="5778"/>
                  <a:pt x="11611" y="8671"/>
                </a:cubicBezTo>
                <a:cubicBezTo>
                  <a:pt x="10032" y="10186"/>
                  <a:pt x="7766" y="10684"/>
                  <a:pt x="5916" y="11826"/>
                </a:cubicBezTo>
                <a:cubicBezTo>
                  <a:pt x="0" y="15481"/>
                  <a:pt x="539" y="24197"/>
                  <a:pt x="4874" y="27639"/>
                </a:cubicBezTo>
                <a:cubicBezTo>
                  <a:pt x="7150" y="29445"/>
                  <a:pt x="9815" y="30330"/>
                  <a:pt x="12976" y="30330"/>
                </a:cubicBezTo>
                <a:cubicBezTo>
                  <a:pt x="15025" y="30330"/>
                  <a:pt x="17282" y="29958"/>
                  <a:pt x="19778" y="29225"/>
                </a:cubicBezTo>
                <a:cubicBezTo>
                  <a:pt x="26123" y="27360"/>
                  <a:pt x="30656" y="26268"/>
                  <a:pt x="34763" y="20412"/>
                </a:cubicBezTo>
                <a:cubicBezTo>
                  <a:pt x="38869" y="14558"/>
                  <a:pt x="35544" y="6859"/>
                  <a:pt x="30907" y="2368"/>
                </a:cubicBezTo>
                <a:cubicBezTo>
                  <a:pt x="30907" y="2368"/>
                  <a:pt x="28215" y="1"/>
                  <a:pt x="24297" y="1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084" name="Google Shape;3084;p106"/>
          <p:cNvGrpSpPr/>
          <p:nvPr/>
        </p:nvGrpSpPr>
        <p:grpSpPr>
          <a:xfrm>
            <a:off x="6779278" y="192982"/>
            <a:ext cx="2107998" cy="297419"/>
            <a:chOff x="6108096" y="3265836"/>
            <a:chExt cx="1633727" cy="230504"/>
          </a:xfrm>
        </p:grpSpPr>
        <p:sp>
          <p:nvSpPr>
            <p:cNvPr id="3085" name="Google Shape;3085;p106"/>
            <p:cNvSpPr/>
            <p:nvPr/>
          </p:nvSpPr>
          <p:spPr>
            <a:xfrm>
              <a:off x="6108096" y="3265836"/>
              <a:ext cx="1633727" cy="230504"/>
            </a:xfrm>
            <a:custGeom>
              <a:rect b="b" l="l" r="r" t="t"/>
              <a:pathLst>
                <a:path extrusionOk="0" h="230504" w="1633727">
                  <a:moveTo>
                    <a:pt x="1518476" y="0"/>
                  </a:moveTo>
                  <a:cubicBezTo>
                    <a:pt x="1582128" y="0"/>
                    <a:pt x="1633728" y="51600"/>
                    <a:pt x="1633728" y="115253"/>
                  </a:cubicBezTo>
                  <a:lnTo>
                    <a:pt x="1633728" y="115253"/>
                  </a:lnTo>
                  <a:cubicBezTo>
                    <a:pt x="1633728" y="178905"/>
                    <a:pt x="1582128" y="230505"/>
                    <a:pt x="1518476" y="230505"/>
                  </a:cubicBezTo>
                  <a:lnTo>
                    <a:pt x="115252" y="230505"/>
                  </a:lnTo>
                  <a:cubicBezTo>
                    <a:pt x="51601" y="230505"/>
                    <a:pt x="0" y="178905"/>
                    <a:pt x="0" y="115253"/>
                  </a:cubicBezTo>
                  <a:lnTo>
                    <a:pt x="0" y="115253"/>
                  </a:lnTo>
                  <a:cubicBezTo>
                    <a:pt x="0" y="51600"/>
                    <a:pt x="51601" y="0"/>
                    <a:pt x="11525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86" name="Google Shape;3086;p106"/>
            <p:cNvSpPr/>
            <p:nvPr/>
          </p:nvSpPr>
          <p:spPr>
            <a:xfrm>
              <a:off x="7528381" y="3292292"/>
              <a:ext cx="166485" cy="165854"/>
            </a:xfrm>
            <a:custGeom>
              <a:rect b="b" l="l" r="r" t="t"/>
              <a:pathLst>
                <a:path extrusionOk="0" h="165854" w="166485">
                  <a:moveTo>
                    <a:pt x="161532" y="137469"/>
                  </a:moveTo>
                  <a:lnTo>
                    <a:pt x="120003" y="95941"/>
                  </a:lnTo>
                  <a:lnTo>
                    <a:pt x="113336" y="102608"/>
                  </a:lnTo>
                  <a:lnTo>
                    <a:pt x="105811" y="95083"/>
                  </a:lnTo>
                  <a:cubicBezTo>
                    <a:pt x="123622" y="71842"/>
                    <a:pt x="122194" y="38600"/>
                    <a:pt x="100953" y="17359"/>
                  </a:cubicBezTo>
                  <a:cubicBezTo>
                    <a:pt x="77807" y="-5786"/>
                    <a:pt x="40374" y="-5786"/>
                    <a:pt x="17324" y="17359"/>
                  </a:cubicBezTo>
                  <a:cubicBezTo>
                    <a:pt x="-5727" y="40505"/>
                    <a:pt x="-5822" y="77938"/>
                    <a:pt x="17324" y="100989"/>
                  </a:cubicBezTo>
                  <a:cubicBezTo>
                    <a:pt x="38850" y="122515"/>
                    <a:pt x="72568" y="123754"/>
                    <a:pt x="95809" y="105275"/>
                  </a:cubicBezTo>
                  <a:lnTo>
                    <a:pt x="103334" y="112800"/>
                  </a:lnTo>
                  <a:lnTo>
                    <a:pt x="96667" y="119467"/>
                  </a:lnTo>
                  <a:lnTo>
                    <a:pt x="138196" y="160996"/>
                  </a:lnTo>
                  <a:cubicBezTo>
                    <a:pt x="144673" y="167473"/>
                    <a:pt x="155150" y="167473"/>
                    <a:pt x="161627" y="160996"/>
                  </a:cubicBezTo>
                  <a:lnTo>
                    <a:pt x="161627" y="160996"/>
                  </a:lnTo>
                  <a:cubicBezTo>
                    <a:pt x="168104" y="154519"/>
                    <a:pt x="168104" y="144042"/>
                    <a:pt x="161627" y="137565"/>
                  </a:cubicBezTo>
                  <a:close/>
                  <a:moveTo>
                    <a:pt x="59138" y="102513"/>
                  </a:moveTo>
                  <a:cubicBezTo>
                    <a:pt x="54471" y="102513"/>
                    <a:pt x="49899" y="101751"/>
                    <a:pt x="45612" y="100417"/>
                  </a:cubicBezTo>
                  <a:cubicBezTo>
                    <a:pt x="33611" y="96512"/>
                    <a:pt x="23896" y="87463"/>
                    <a:pt x="19133" y="75938"/>
                  </a:cubicBezTo>
                  <a:cubicBezTo>
                    <a:pt x="16942" y="70794"/>
                    <a:pt x="15799" y="65175"/>
                    <a:pt x="15799" y="59269"/>
                  </a:cubicBezTo>
                  <a:cubicBezTo>
                    <a:pt x="15799" y="35361"/>
                    <a:pt x="35231" y="15931"/>
                    <a:pt x="59138" y="15931"/>
                  </a:cubicBezTo>
                  <a:cubicBezTo>
                    <a:pt x="65044" y="15931"/>
                    <a:pt x="70663" y="17074"/>
                    <a:pt x="75807" y="19264"/>
                  </a:cubicBezTo>
                  <a:cubicBezTo>
                    <a:pt x="87332" y="24122"/>
                    <a:pt x="96381" y="33742"/>
                    <a:pt x="100286" y="45744"/>
                  </a:cubicBezTo>
                  <a:cubicBezTo>
                    <a:pt x="101715" y="50030"/>
                    <a:pt x="102382" y="54507"/>
                    <a:pt x="102382" y="59269"/>
                  </a:cubicBezTo>
                  <a:cubicBezTo>
                    <a:pt x="102382" y="83177"/>
                    <a:pt x="83046" y="102513"/>
                    <a:pt x="59138" y="10251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87" name="Google Shape;3087;p106"/>
            <p:cNvSpPr/>
            <p:nvPr/>
          </p:nvSpPr>
          <p:spPr>
            <a:xfrm>
              <a:off x="7475124" y="3290220"/>
              <a:ext cx="7620" cy="174307"/>
            </a:xfrm>
            <a:custGeom>
              <a:rect b="b" l="l" r="r" t="t"/>
              <a:pathLst>
                <a:path extrusionOk="0" h="174307" w="7620">
                  <a:moveTo>
                    <a:pt x="3810" y="174308"/>
                  </a:moveTo>
                  <a:lnTo>
                    <a:pt x="3810" y="174308"/>
                  </a:lnTo>
                  <a:cubicBezTo>
                    <a:pt x="1714" y="174308"/>
                    <a:pt x="0" y="172593"/>
                    <a:pt x="0" y="170497"/>
                  </a:cubicBezTo>
                  <a:lnTo>
                    <a:pt x="0" y="3810"/>
                  </a:lnTo>
                  <a:cubicBezTo>
                    <a:pt x="0" y="1714"/>
                    <a:pt x="1714" y="0"/>
                    <a:pt x="3810" y="0"/>
                  </a:cubicBezTo>
                  <a:lnTo>
                    <a:pt x="3810" y="0"/>
                  </a:lnTo>
                  <a:cubicBezTo>
                    <a:pt x="5905" y="0"/>
                    <a:pt x="7620" y="1714"/>
                    <a:pt x="7620" y="3810"/>
                  </a:cubicBezTo>
                  <a:lnTo>
                    <a:pt x="7620" y="170497"/>
                  </a:lnTo>
                  <a:cubicBezTo>
                    <a:pt x="7620" y="172593"/>
                    <a:pt x="5905" y="174308"/>
                    <a:pt x="3810" y="17430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088" name="Google Shape;3088;p106"/>
          <p:cNvSpPr/>
          <p:nvPr/>
        </p:nvSpPr>
        <p:spPr>
          <a:xfrm flipH="1" rot="532502">
            <a:off x="-514115" y="4385276"/>
            <a:ext cx="1514959" cy="1224991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089" name="Google Shape;3089;p106"/>
          <p:cNvGrpSpPr/>
          <p:nvPr/>
        </p:nvGrpSpPr>
        <p:grpSpPr>
          <a:xfrm>
            <a:off x="-148774" y="4544215"/>
            <a:ext cx="784225" cy="584398"/>
            <a:chOff x="1914620" y="1930431"/>
            <a:chExt cx="572929" cy="426911"/>
          </a:xfrm>
        </p:grpSpPr>
        <p:grpSp>
          <p:nvGrpSpPr>
            <p:cNvPr id="3090" name="Google Shape;3090;p106"/>
            <p:cNvGrpSpPr/>
            <p:nvPr/>
          </p:nvGrpSpPr>
          <p:grpSpPr>
            <a:xfrm>
              <a:off x="1914620" y="1930431"/>
              <a:ext cx="572929" cy="426911"/>
              <a:chOff x="1914620" y="1930431"/>
              <a:chExt cx="572929" cy="426911"/>
            </a:xfrm>
          </p:grpSpPr>
          <p:sp>
            <p:nvSpPr>
              <p:cNvPr id="3091" name="Google Shape;3091;p106"/>
              <p:cNvSpPr/>
              <p:nvPr/>
            </p:nvSpPr>
            <p:spPr>
              <a:xfrm>
                <a:off x="2042160" y="1930431"/>
                <a:ext cx="445389" cy="299466"/>
              </a:xfrm>
              <a:custGeom>
                <a:rect b="b" l="l" r="r" t="t"/>
                <a:pathLst>
                  <a:path extrusionOk="0" h="299466" w="445389">
                    <a:moveTo>
                      <a:pt x="139065" y="7620"/>
                    </a:moveTo>
                    <a:lnTo>
                      <a:pt x="173355" y="41910"/>
                    </a:lnTo>
                    <a:cubicBezTo>
                      <a:pt x="178308" y="46863"/>
                      <a:pt x="185071" y="49721"/>
                      <a:pt x="192119" y="49721"/>
                    </a:cubicBezTo>
                    <a:lnTo>
                      <a:pt x="418910" y="49721"/>
                    </a:lnTo>
                    <a:cubicBezTo>
                      <a:pt x="433578" y="49721"/>
                      <a:pt x="445389" y="61627"/>
                      <a:pt x="445389" y="76200"/>
                    </a:cubicBezTo>
                    <a:lnTo>
                      <a:pt x="445389" y="272987"/>
                    </a:lnTo>
                    <a:cubicBezTo>
                      <a:pt x="445389" y="287655"/>
                      <a:pt x="433483" y="299466"/>
                      <a:pt x="418910" y="299466"/>
                    </a:cubicBezTo>
                    <a:lnTo>
                      <a:pt x="26479" y="299466"/>
                    </a:lnTo>
                    <a:cubicBezTo>
                      <a:pt x="11811" y="299466"/>
                      <a:pt x="0" y="287560"/>
                      <a:pt x="0" y="272987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79" y="0"/>
                    </a:cubicBezTo>
                    <a:lnTo>
                      <a:pt x="120396" y="0"/>
                    </a:lnTo>
                    <a:cubicBezTo>
                      <a:pt x="127444" y="0"/>
                      <a:pt x="134207" y="2762"/>
                      <a:pt x="139160" y="771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92" name="Google Shape;3092;p106"/>
              <p:cNvSpPr/>
              <p:nvPr/>
            </p:nvSpPr>
            <p:spPr>
              <a:xfrm>
                <a:off x="1978342" y="1994058"/>
                <a:ext cx="445389" cy="299465"/>
              </a:xfrm>
              <a:custGeom>
                <a:rect b="b" l="l" r="r" t="t"/>
                <a:pathLst>
                  <a:path extrusionOk="0" h="299465" w="445389">
                    <a:moveTo>
                      <a:pt x="139065" y="7715"/>
                    </a:moveTo>
                    <a:lnTo>
                      <a:pt x="173355" y="42005"/>
                    </a:lnTo>
                    <a:cubicBezTo>
                      <a:pt x="178308" y="46958"/>
                      <a:pt x="185071" y="49721"/>
                      <a:pt x="192119" y="49721"/>
                    </a:cubicBezTo>
                    <a:lnTo>
                      <a:pt x="418909" y="49721"/>
                    </a:lnTo>
                    <a:cubicBezTo>
                      <a:pt x="433578" y="49721"/>
                      <a:pt x="445389" y="61627"/>
                      <a:pt x="445389" y="76200"/>
                    </a:cubicBezTo>
                    <a:lnTo>
                      <a:pt x="445389" y="272986"/>
                    </a:lnTo>
                    <a:cubicBezTo>
                      <a:pt x="445389" y="287655"/>
                      <a:pt x="433483" y="299466"/>
                      <a:pt x="418909" y="299466"/>
                    </a:cubicBezTo>
                    <a:lnTo>
                      <a:pt x="26480" y="299466"/>
                    </a:lnTo>
                    <a:cubicBezTo>
                      <a:pt x="11811" y="299466"/>
                      <a:pt x="0" y="287560"/>
                      <a:pt x="0" y="272986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80" y="0"/>
                    </a:cubicBezTo>
                    <a:lnTo>
                      <a:pt x="120396" y="0"/>
                    </a:lnTo>
                    <a:cubicBezTo>
                      <a:pt x="127445" y="0"/>
                      <a:pt x="134207" y="2762"/>
                      <a:pt x="139160" y="7715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93" name="Google Shape;3093;p106"/>
              <p:cNvSpPr/>
              <p:nvPr/>
            </p:nvSpPr>
            <p:spPr>
              <a:xfrm>
                <a:off x="1914620" y="2057876"/>
                <a:ext cx="445389" cy="299466"/>
              </a:xfrm>
              <a:custGeom>
                <a:rect b="b" l="l" r="r" t="t"/>
                <a:pathLst>
                  <a:path extrusionOk="0" h="299466" w="445389">
                    <a:moveTo>
                      <a:pt x="139065" y="7715"/>
                    </a:moveTo>
                    <a:lnTo>
                      <a:pt x="173355" y="42005"/>
                    </a:lnTo>
                    <a:cubicBezTo>
                      <a:pt x="178308" y="46958"/>
                      <a:pt x="185071" y="49721"/>
                      <a:pt x="192119" y="49721"/>
                    </a:cubicBezTo>
                    <a:lnTo>
                      <a:pt x="418909" y="49721"/>
                    </a:lnTo>
                    <a:cubicBezTo>
                      <a:pt x="433578" y="49721"/>
                      <a:pt x="445389" y="61627"/>
                      <a:pt x="445389" y="76200"/>
                    </a:cubicBezTo>
                    <a:lnTo>
                      <a:pt x="445389" y="272987"/>
                    </a:lnTo>
                    <a:cubicBezTo>
                      <a:pt x="445389" y="287655"/>
                      <a:pt x="433483" y="299466"/>
                      <a:pt x="418909" y="299466"/>
                    </a:cubicBezTo>
                    <a:lnTo>
                      <a:pt x="26479" y="299466"/>
                    </a:lnTo>
                    <a:cubicBezTo>
                      <a:pt x="11811" y="299466"/>
                      <a:pt x="0" y="287560"/>
                      <a:pt x="0" y="272987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79" y="0"/>
                    </a:cubicBezTo>
                    <a:lnTo>
                      <a:pt x="120396" y="0"/>
                    </a:lnTo>
                    <a:cubicBezTo>
                      <a:pt x="127444" y="0"/>
                      <a:pt x="134207" y="2762"/>
                      <a:pt x="139160" y="7715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094" name="Google Shape;3094;p106"/>
            <p:cNvSpPr/>
            <p:nvPr/>
          </p:nvSpPr>
          <p:spPr>
            <a:xfrm>
              <a:off x="2024157" y="2180272"/>
              <a:ext cx="222980" cy="101917"/>
            </a:xfrm>
            <a:custGeom>
              <a:rect b="b" l="l" r="r" t="t"/>
              <a:pathLst>
                <a:path extrusionOk="0" h="101917" w="222980">
                  <a:moveTo>
                    <a:pt x="25051" y="45529"/>
                  </a:moveTo>
                  <a:lnTo>
                    <a:pt x="0" y="45529"/>
                  </a:lnTo>
                  <a:lnTo>
                    <a:pt x="0" y="56388"/>
                  </a:lnTo>
                  <a:lnTo>
                    <a:pt x="25051" y="56388"/>
                  </a:lnTo>
                  <a:lnTo>
                    <a:pt x="25051" y="45529"/>
                  </a:lnTo>
                  <a:close/>
                  <a:moveTo>
                    <a:pt x="115538" y="79153"/>
                  </a:moveTo>
                  <a:lnTo>
                    <a:pt x="184023" y="79153"/>
                  </a:lnTo>
                  <a:lnTo>
                    <a:pt x="184023" y="68294"/>
                  </a:lnTo>
                  <a:lnTo>
                    <a:pt x="115538" y="68294"/>
                  </a:lnTo>
                  <a:lnTo>
                    <a:pt x="115538" y="79153"/>
                  </a:lnTo>
                  <a:close/>
                  <a:moveTo>
                    <a:pt x="32766" y="56388"/>
                  </a:moveTo>
                  <a:lnTo>
                    <a:pt x="129730" y="56388"/>
                  </a:lnTo>
                  <a:lnTo>
                    <a:pt x="129730" y="45529"/>
                  </a:lnTo>
                  <a:lnTo>
                    <a:pt x="32766" y="45529"/>
                  </a:lnTo>
                  <a:lnTo>
                    <a:pt x="32766" y="56388"/>
                  </a:lnTo>
                  <a:close/>
                  <a:moveTo>
                    <a:pt x="184023" y="0"/>
                  </a:moveTo>
                  <a:lnTo>
                    <a:pt x="23908" y="0"/>
                  </a:lnTo>
                  <a:lnTo>
                    <a:pt x="23908" y="10858"/>
                  </a:lnTo>
                  <a:lnTo>
                    <a:pt x="184023" y="10858"/>
                  </a:lnTo>
                  <a:lnTo>
                    <a:pt x="184023" y="0"/>
                  </a:lnTo>
                  <a:close/>
                  <a:moveTo>
                    <a:pt x="47815" y="22765"/>
                  </a:moveTo>
                  <a:lnTo>
                    <a:pt x="0" y="22765"/>
                  </a:lnTo>
                  <a:lnTo>
                    <a:pt x="0" y="33623"/>
                  </a:lnTo>
                  <a:lnTo>
                    <a:pt x="47815" y="33623"/>
                  </a:lnTo>
                  <a:lnTo>
                    <a:pt x="47815" y="22765"/>
                  </a:lnTo>
                  <a:close/>
                  <a:moveTo>
                    <a:pt x="102584" y="68294"/>
                  </a:moveTo>
                  <a:lnTo>
                    <a:pt x="0" y="68294"/>
                  </a:lnTo>
                  <a:lnTo>
                    <a:pt x="0" y="79153"/>
                  </a:lnTo>
                  <a:lnTo>
                    <a:pt x="102584" y="79153"/>
                  </a:lnTo>
                  <a:lnTo>
                    <a:pt x="102584" y="68294"/>
                  </a:lnTo>
                  <a:close/>
                  <a:moveTo>
                    <a:pt x="146875" y="101918"/>
                  </a:moveTo>
                  <a:lnTo>
                    <a:pt x="195644" y="101918"/>
                  </a:lnTo>
                  <a:lnTo>
                    <a:pt x="195644" y="91059"/>
                  </a:lnTo>
                  <a:lnTo>
                    <a:pt x="146875" y="91059"/>
                  </a:lnTo>
                  <a:lnTo>
                    <a:pt x="146875" y="101918"/>
                  </a:lnTo>
                  <a:close/>
                  <a:moveTo>
                    <a:pt x="0" y="101918"/>
                  </a:moveTo>
                  <a:lnTo>
                    <a:pt x="62198" y="101918"/>
                  </a:lnTo>
                  <a:lnTo>
                    <a:pt x="62198" y="91059"/>
                  </a:lnTo>
                  <a:lnTo>
                    <a:pt x="0" y="91059"/>
                  </a:lnTo>
                  <a:lnTo>
                    <a:pt x="0" y="101918"/>
                  </a:lnTo>
                  <a:close/>
                  <a:moveTo>
                    <a:pt x="60769" y="33623"/>
                  </a:moveTo>
                  <a:lnTo>
                    <a:pt x="222980" y="33623"/>
                  </a:lnTo>
                  <a:lnTo>
                    <a:pt x="222980" y="22765"/>
                  </a:lnTo>
                  <a:lnTo>
                    <a:pt x="60769" y="22765"/>
                  </a:lnTo>
                  <a:lnTo>
                    <a:pt x="60769" y="33623"/>
                  </a:lnTo>
                  <a:close/>
                  <a:moveTo>
                    <a:pt x="190500" y="0"/>
                  </a:moveTo>
                  <a:lnTo>
                    <a:pt x="190500" y="10858"/>
                  </a:lnTo>
                  <a:lnTo>
                    <a:pt x="222980" y="10858"/>
                  </a:lnTo>
                  <a:lnTo>
                    <a:pt x="222980" y="0"/>
                  </a:lnTo>
                  <a:lnTo>
                    <a:pt x="190500" y="0"/>
                  </a:lnTo>
                  <a:close/>
                  <a:moveTo>
                    <a:pt x="137350" y="56388"/>
                  </a:moveTo>
                  <a:lnTo>
                    <a:pt x="222980" y="56388"/>
                  </a:lnTo>
                  <a:lnTo>
                    <a:pt x="222980" y="45529"/>
                  </a:lnTo>
                  <a:lnTo>
                    <a:pt x="137350" y="45529"/>
                  </a:lnTo>
                  <a:lnTo>
                    <a:pt x="137350" y="56388"/>
                  </a:lnTo>
                  <a:close/>
                  <a:moveTo>
                    <a:pt x="196882" y="79153"/>
                  </a:moveTo>
                  <a:lnTo>
                    <a:pt x="222885" y="79153"/>
                  </a:lnTo>
                  <a:lnTo>
                    <a:pt x="222885" y="68294"/>
                  </a:lnTo>
                  <a:lnTo>
                    <a:pt x="196882" y="68294"/>
                  </a:lnTo>
                  <a:lnTo>
                    <a:pt x="196882" y="79153"/>
                  </a:lnTo>
                  <a:close/>
                  <a:moveTo>
                    <a:pt x="75057" y="101918"/>
                  </a:moveTo>
                  <a:lnTo>
                    <a:pt x="139065" y="101918"/>
                  </a:lnTo>
                  <a:lnTo>
                    <a:pt x="139065" y="91059"/>
                  </a:lnTo>
                  <a:lnTo>
                    <a:pt x="75057" y="91059"/>
                  </a:lnTo>
                  <a:lnTo>
                    <a:pt x="75057" y="10191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095" name="Google Shape;3095;p106"/>
          <p:cNvSpPr/>
          <p:nvPr/>
        </p:nvSpPr>
        <p:spPr>
          <a:xfrm rot="5844200">
            <a:off x="8030548" y="2339312"/>
            <a:ext cx="2404301" cy="1318596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096" name="Shape 30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7" name="Google Shape;3097;p107"/>
          <p:cNvSpPr txBox="1"/>
          <p:nvPr>
            <p:ph type="title"/>
          </p:nvPr>
        </p:nvSpPr>
        <p:spPr>
          <a:xfrm>
            <a:off x="811975" y="1032900"/>
            <a:ext cx="2804400" cy="1006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098" name="Google Shape;3098;p107"/>
          <p:cNvSpPr txBox="1"/>
          <p:nvPr>
            <p:ph idx="1" type="subTitle"/>
          </p:nvPr>
        </p:nvSpPr>
        <p:spPr>
          <a:xfrm>
            <a:off x="811975" y="2039700"/>
            <a:ext cx="4294800" cy="207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9pPr>
          </a:lstStyle>
          <a:p/>
        </p:txBody>
      </p:sp>
      <p:sp>
        <p:nvSpPr>
          <p:cNvPr id="3099" name="Google Shape;3099;p107"/>
          <p:cNvSpPr/>
          <p:nvPr>
            <p:ph idx="2" type="pic"/>
          </p:nvPr>
        </p:nvSpPr>
        <p:spPr>
          <a:xfrm>
            <a:off x="5668975" y="1076550"/>
            <a:ext cx="2990400" cy="29904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3100" name="Google Shape;3100;p107"/>
          <p:cNvSpPr/>
          <p:nvPr/>
        </p:nvSpPr>
        <p:spPr>
          <a:xfrm rot="-2381697">
            <a:off x="-1265120" y="-661594"/>
            <a:ext cx="3096202" cy="2008988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1" name="Google Shape;3101;p107"/>
          <p:cNvSpPr/>
          <p:nvPr/>
        </p:nvSpPr>
        <p:spPr>
          <a:xfrm rot="-7296874">
            <a:off x="-735040" y="4231574"/>
            <a:ext cx="2036053" cy="1508864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102" name="Google Shape;3102;p107"/>
          <p:cNvGrpSpPr/>
          <p:nvPr/>
        </p:nvGrpSpPr>
        <p:grpSpPr>
          <a:xfrm>
            <a:off x="65066" y="4373044"/>
            <a:ext cx="878158" cy="654532"/>
            <a:chOff x="1114425" y="4361211"/>
            <a:chExt cx="573023" cy="427101"/>
          </a:xfrm>
        </p:grpSpPr>
        <p:grpSp>
          <p:nvGrpSpPr>
            <p:cNvPr id="3103" name="Google Shape;3103;p107"/>
            <p:cNvGrpSpPr/>
            <p:nvPr/>
          </p:nvGrpSpPr>
          <p:grpSpPr>
            <a:xfrm>
              <a:off x="1114425" y="4361211"/>
              <a:ext cx="573023" cy="427101"/>
              <a:chOff x="1114425" y="4361211"/>
              <a:chExt cx="573023" cy="427101"/>
            </a:xfrm>
          </p:grpSpPr>
          <p:sp>
            <p:nvSpPr>
              <p:cNvPr id="3104" name="Google Shape;3104;p107"/>
              <p:cNvSpPr/>
              <p:nvPr/>
            </p:nvSpPr>
            <p:spPr>
              <a:xfrm>
                <a:off x="1241964" y="4361211"/>
                <a:ext cx="445484" cy="299466"/>
              </a:xfrm>
              <a:custGeom>
                <a:rect b="b" l="l" r="r" t="t"/>
                <a:pathLst>
                  <a:path extrusionOk="0" h="299466" w="445484">
                    <a:moveTo>
                      <a:pt x="139160" y="7715"/>
                    </a:moveTo>
                    <a:lnTo>
                      <a:pt x="173450" y="42005"/>
                    </a:lnTo>
                    <a:cubicBezTo>
                      <a:pt x="178403" y="46958"/>
                      <a:pt x="185166" y="49721"/>
                      <a:pt x="192215" y="49721"/>
                    </a:cubicBezTo>
                    <a:lnTo>
                      <a:pt x="419005" y="49721"/>
                    </a:lnTo>
                    <a:cubicBezTo>
                      <a:pt x="433673" y="49721"/>
                      <a:pt x="445484" y="61627"/>
                      <a:pt x="445484" y="76200"/>
                    </a:cubicBezTo>
                    <a:lnTo>
                      <a:pt x="445484" y="272987"/>
                    </a:lnTo>
                    <a:cubicBezTo>
                      <a:pt x="445484" y="287655"/>
                      <a:pt x="433578" y="299466"/>
                      <a:pt x="419005" y="299466"/>
                    </a:cubicBezTo>
                    <a:lnTo>
                      <a:pt x="26479" y="299466"/>
                    </a:lnTo>
                    <a:cubicBezTo>
                      <a:pt x="11811" y="299466"/>
                      <a:pt x="0" y="287560"/>
                      <a:pt x="0" y="272987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79" y="0"/>
                    </a:cubicBezTo>
                    <a:lnTo>
                      <a:pt x="120396" y="0"/>
                    </a:lnTo>
                    <a:cubicBezTo>
                      <a:pt x="127445" y="0"/>
                      <a:pt x="134207" y="2762"/>
                      <a:pt x="139160" y="7715"/>
                    </a:cubicBezTo>
                    <a:close/>
                  </a:path>
                </a:pathLst>
              </a:custGeom>
              <a:solidFill>
                <a:srgbClr val="35363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05" name="Google Shape;3105;p107"/>
              <p:cNvSpPr/>
              <p:nvPr/>
            </p:nvSpPr>
            <p:spPr>
              <a:xfrm>
                <a:off x="1178242" y="4425029"/>
                <a:ext cx="445484" cy="299466"/>
              </a:xfrm>
              <a:custGeom>
                <a:rect b="b" l="l" r="r" t="t"/>
                <a:pathLst>
                  <a:path extrusionOk="0" h="299466" w="445484">
                    <a:moveTo>
                      <a:pt x="139160" y="7620"/>
                    </a:moveTo>
                    <a:lnTo>
                      <a:pt x="173450" y="41910"/>
                    </a:lnTo>
                    <a:cubicBezTo>
                      <a:pt x="178403" y="46863"/>
                      <a:pt x="185166" y="49721"/>
                      <a:pt x="192215" y="49721"/>
                    </a:cubicBezTo>
                    <a:lnTo>
                      <a:pt x="419005" y="49721"/>
                    </a:lnTo>
                    <a:cubicBezTo>
                      <a:pt x="433673" y="49721"/>
                      <a:pt x="445484" y="61627"/>
                      <a:pt x="445484" y="76200"/>
                    </a:cubicBezTo>
                    <a:lnTo>
                      <a:pt x="445484" y="272987"/>
                    </a:lnTo>
                    <a:cubicBezTo>
                      <a:pt x="445484" y="287655"/>
                      <a:pt x="433578" y="299466"/>
                      <a:pt x="419005" y="299466"/>
                    </a:cubicBezTo>
                    <a:lnTo>
                      <a:pt x="26479" y="299466"/>
                    </a:lnTo>
                    <a:cubicBezTo>
                      <a:pt x="11811" y="299466"/>
                      <a:pt x="0" y="287560"/>
                      <a:pt x="0" y="272987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79" y="0"/>
                    </a:cubicBezTo>
                    <a:lnTo>
                      <a:pt x="120396" y="0"/>
                    </a:lnTo>
                    <a:cubicBezTo>
                      <a:pt x="127445" y="0"/>
                      <a:pt x="134207" y="2762"/>
                      <a:pt x="139160" y="7715"/>
                    </a:cubicBezTo>
                    <a:close/>
                  </a:path>
                </a:pathLst>
              </a:custGeom>
              <a:solidFill>
                <a:srgbClr val="42444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06" name="Google Shape;3106;p107"/>
              <p:cNvSpPr/>
              <p:nvPr/>
            </p:nvSpPr>
            <p:spPr>
              <a:xfrm>
                <a:off x="1114425" y="4488846"/>
                <a:ext cx="445484" cy="299466"/>
              </a:xfrm>
              <a:custGeom>
                <a:rect b="b" l="l" r="r" t="t"/>
                <a:pathLst>
                  <a:path extrusionOk="0" h="299466" w="445484">
                    <a:moveTo>
                      <a:pt x="139160" y="7620"/>
                    </a:moveTo>
                    <a:lnTo>
                      <a:pt x="173450" y="41910"/>
                    </a:lnTo>
                    <a:cubicBezTo>
                      <a:pt x="178403" y="46863"/>
                      <a:pt x="185166" y="49721"/>
                      <a:pt x="192215" y="49721"/>
                    </a:cubicBezTo>
                    <a:lnTo>
                      <a:pt x="419005" y="49721"/>
                    </a:lnTo>
                    <a:cubicBezTo>
                      <a:pt x="433673" y="49721"/>
                      <a:pt x="445484" y="61627"/>
                      <a:pt x="445484" y="76200"/>
                    </a:cubicBezTo>
                    <a:lnTo>
                      <a:pt x="445484" y="272987"/>
                    </a:lnTo>
                    <a:cubicBezTo>
                      <a:pt x="445484" y="287655"/>
                      <a:pt x="433578" y="299466"/>
                      <a:pt x="419005" y="299466"/>
                    </a:cubicBezTo>
                    <a:lnTo>
                      <a:pt x="26480" y="299466"/>
                    </a:lnTo>
                    <a:cubicBezTo>
                      <a:pt x="11811" y="299466"/>
                      <a:pt x="0" y="287560"/>
                      <a:pt x="0" y="272987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80" y="0"/>
                    </a:cubicBezTo>
                    <a:lnTo>
                      <a:pt x="120396" y="0"/>
                    </a:lnTo>
                    <a:cubicBezTo>
                      <a:pt x="127445" y="0"/>
                      <a:pt x="134207" y="2762"/>
                      <a:pt x="139160" y="7811"/>
                    </a:cubicBezTo>
                    <a:close/>
                  </a:path>
                </a:pathLst>
              </a:custGeom>
              <a:solidFill>
                <a:srgbClr val="6F708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107" name="Google Shape;3107;p107"/>
            <p:cNvSpPr/>
            <p:nvPr/>
          </p:nvSpPr>
          <p:spPr>
            <a:xfrm>
              <a:off x="1303210" y="4628965"/>
              <a:ext cx="68735" cy="82063"/>
            </a:xfrm>
            <a:custGeom>
              <a:rect b="b" l="l" r="r" t="t"/>
              <a:pathLst>
                <a:path extrusionOk="0" h="82063" w="68735">
                  <a:moveTo>
                    <a:pt x="0" y="6471"/>
                  </a:moveTo>
                  <a:lnTo>
                    <a:pt x="0" y="75527"/>
                  </a:lnTo>
                  <a:cubicBezTo>
                    <a:pt x="0" y="80575"/>
                    <a:pt x="5524" y="83719"/>
                    <a:pt x="9811" y="81147"/>
                  </a:cubicBezTo>
                  <a:lnTo>
                    <a:pt x="65532" y="48095"/>
                  </a:lnTo>
                  <a:cubicBezTo>
                    <a:pt x="69723" y="45619"/>
                    <a:pt x="69818" y="39618"/>
                    <a:pt x="65723" y="37046"/>
                  </a:cubicBezTo>
                  <a:lnTo>
                    <a:pt x="10001" y="1042"/>
                  </a:lnTo>
                  <a:cubicBezTo>
                    <a:pt x="5715" y="-1721"/>
                    <a:pt x="0" y="1327"/>
                    <a:pt x="0" y="647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108" name="Shape 3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9" name="Google Shape;3109;p108"/>
          <p:cNvSpPr txBox="1"/>
          <p:nvPr>
            <p:ph type="title"/>
          </p:nvPr>
        </p:nvSpPr>
        <p:spPr>
          <a:xfrm>
            <a:off x="2317950" y="1307100"/>
            <a:ext cx="4508100" cy="252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0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110" name="Google Shape;3110;p108"/>
          <p:cNvSpPr/>
          <p:nvPr/>
        </p:nvSpPr>
        <p:spPr>
          <a:xfrm flipH="1" rot="-3263452">
            <a:off x="5847147" y="3927927"/>
            <a:ext cx="2997856" cy="2576292"/>
          </a:xfrm>
          <a:custGeom>
            <a:rect b="b" l="l" r="r" t="t"/>
            <a:pathLst>
              <a:path extrusionOk="0" h="30330" w="38869">
                <a:moveTo>
                  <a:pt x="24297" y="1"/>
                </a:moveTo>
                <a:cubicBezTo>
                  <a:pt x="23576" y="1"/>
                  <a:pt x="22813" y="81"/>
                  <a:pt x="22018" y="271"/>
                </a:cubicBezTo>
                <a:cubicBezTo>
                  <a:pt x="16904" y="1494"/>
                  <a:pt x="14626" y="5778"/>
                  <a:pt x="11611" y="8671"/>
                </a:cubicBezTo>
                <a:cubicBezTo>
                  <a:pt x="10032" y="10186"/>
                  <a:pt x="7766" y="10684"/>
                  <a:pt x="5916" y="11826"/>
                </a:cubicBezTo>
                <a:cubicBezTo>
                  <a:pt x="0" y="15481"/>
                  <a:pt x="539" y="24197"/>
                  <a:pt x="4874" y="27639"/>
                </a:cubicBezTo>
                <a:cubicBezTo>
                  <a:pt x="7150" y="29445"/>
                  <a:pt x="9815" y="30330"/>
                  <a:pt x="12976" y="30330"/>
                </a:cubicBezTo>
                <a:cubicBezTo>
                  <a:pt x="15025" y="30330"/>
                  <a:pt x="17282" y="29958"/>
                  <a:pt x="19778" y="29225"/>
                </a:cubicBezTo>
                <a:cubicBezTo>
                  <a:pt x="26123" y="27360"/>
                  <a:pt x="30656" y="26268"/>
                  <a:pt x="34763" y="20412"/>
                </a:cubicBezTo>
                <a:cubicBezTo>
                  <a:pt x="38869" y="14558"/>
                  <a:pt x="35544" y="6859"/>
                  <a:pt x="30907" y="2368"/>
                </a:cubicBezTo>
                <a:cubicBezTo>
                  <a:pt x="30907" y="2368"/>
                  <a:pt x="28215" y="1"/>
                  <a:pt x="24297" y="1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1" name="Google Shape;3111;p108"/>
          <p:cNvSpPr/>
          <p:nvPr/>
        </p:nvSpPr>
        <p:spPr>
          <a:xfrm flipH="1" rot="460623">
            <a:off x="6387251" y="-1517085"/>
            <a:ext cx="4087061" cy="3304707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2" name="Google Shape;3112;p108"/>
          <p:cNvSpPr/>
          <p:nvPr/>
        </p:nvSpPr>
        <p:spPr>
          <a:xfrm flipH="1" rot="-4592116">
            <a:off x="6189" y="113200"/>
            <a:ext cx="642877" cy="519829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113" name="Shape 3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4" name="Google Shape;3114;p109"/>
          <p:cNvSpPr txBox="1"/>
          <p:nvPr>
            <p:ph type="title"/>
          </p:nvPr>
        </p:nvSpPr>
        <p:spPr>
          <a:xfrm>
            <a:off x="2135550" y="1189100"/>
            <a:ext cx="4872900" cy="196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15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115" name="Google Shape;3115;p109"/>
          <p:cNvSpPr txBox="1"/>
          <p:nvPr>
            <p:ph idx="1" type="subTitle"/>
          </p:nvPr>
        </p:nvSpPr>
        <p:spPr>
          <a:xfrm>
            <a:off x="2135550" y="3153500"/>
            <a:ext cx="4872900" cy="67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116" name="Google Shape;3116;p109"/>
          <p:cNvSpPr/>
          <p:nvPr/>
        </p:nvSpPr>
        <p:spPr>
          <a:xfrm rot="3263452">
            <a:off x="-163955" y="3927927"/>
            <a:ext cx="2997856" cy="2576292"/>
          </a:xfrm>
          <a:custGeom>
            <a:rect b="b" l="l" r="r" t="t"/>
            <a:pathLst>
              <a:path extrusionOk="0" h="30330" w="38869">
                <a:moveTo>
                  <a:pt x="24297" y="1"/>
                </a:moveTo>
                <a:cubicBezTo>
                  <a:pt x="23576" y="1"/>
                  <a:pt x="22813" y="81"/>
                  <a:pt x="22018" y="271"/>
                </a:cubicBezTo>
                <a:cubicBezTo>
                  <a:pt x="16904" y="1494"/>
                  <a:pt x="14626" y="5778"/>
                  <a:pt x="11611" y="8671"/>
                </a:cubicBezTo>
                <a:cubicBezTo>
                  <a:pt x="10032" y="10186"/>
                  <a:pt x="7766" y="10684"/>
                  <a:pt x="5916" y="11826"/>
                </a:cubicBezTo>
                <a:cubicBezTo>
                  <a:pt x="0" y="15481"/>
                  <a:pt x="539" y="24197"/>
                  <a:pt x="4874" y="27639"/>
                </a:cubicBezTo>
                <a:cubicBezTo>
                  <a:pt x="7150" y="29445"/>
                  <a:pt x="9815" y="30330"/>
                  <a:pt x="12976" y="30330"/>
                </a:cubicBezTo>
                <a:cubicBezTo>
                  <a:pt x="15025" y="30330"/>
                  <a:pt x="17282" y="29958"/>
                  <a:pt x="19778" y="29225"/>
                </a:cubicBezTo>
                <a:cubicBezTo>
                  <a:pt x="26123" y="27360"/>
                  <a:pt x="30656" y="26268"/>
                  <a:pt x="34763" y="20412"/>
                </a:cubicBezTo>
                <a:cubicBezTo>
                  <a:pt x="38869" y="14558"/>
                  <a:pt x="35544" y="6859"/>
                  <a:pt x="30907" y="2368"/>
                </a:cubicBezTo>
                <a:cubicBezTo>
                  <a:pt x="30907" y="2368"/>
                  <a:pt x="28215" y="1"/>
                  <a:pt x="24297" y="1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7" name="Google Shape;3117;p109"/>
          <p:cNvSpPr/>
          <p:nvPr/>
        </p:nvSpPr>
        <p:spPr>
          <a:xfrm rot="-460623">
            <a:off x="-1793263" y="-1517085"/>
            <a:ext cx="4087061" cy="3304707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8" name="Google Shape;3118;p109"/>
          <p:cNvSpPr/>
          <p:nvPr/>
        </p:nvSpPr>
        <p:spPr>
          <a:xfrm rot="4592047">
            <a:off x="7797256" y="593203"/>
            <a:ext cx="1475158" cy="1192809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3119" name="Shape 3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0" name="Google Shape;3120;p110"/>
          <p:cNvSpPr txBox="1"/>
          <p:nvPr>
            <p:ph type="title"/>
          </p:nvPr>
        </p:nvSpPr>
        <p:spPr>
          <a:xfrm>
            <a:off x="720000" y="4014450"/>
            <a:ext cx="7704000" cy="572700"/>
          </a:xfrm>
          <a:prstGeom prst="rect">
            <a:avLst/>
          </a:prstGeom>
          <a:solidFill>
            <a:schemeClr val="accent2"/>
          </a:solidFill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3121" name="Shape 3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2" name="Google Shape;3122;p111"/>
          <p:cNvSpPr txBox="1"/>
          <p:nvPr>
            <p:ph hasCustomPrompt="1" type="title"/>
          </p:nvPr>
        </p:nvSpPr>
        <p:spPr>
          <a:xfrm>
            <a:off x="713225" y="1477363"/>
            <a:ext cx="6576000" cy="1526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6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3123" name="Google Shape;3123;p111"/>
          <p:cNvSpPr txBox="1"/>
          <p:nvPr>
            <p:ph idx="1" type="subTitle"/>
          </p:nvPr>
        </p:nvSpPr>
        <p:spPr>
          <a:xfrm>
            <a:off x="713225" y="3169038"/>
            <a:ext cx="6576000" cy="49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3124" name="Google Shape;3124;p111"/>
          <p:cNvSpPr/>
          <p:nvPr/>
        </p:nvSpPr>
        <p:spPr>
          <a:xfrm flipH="1" rot="-1900174">
            <a:off x="-500059" y="-436065"/>
            <a:ext cx="1729608" cy="1398556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5" name="Google Shape;3125;p111"/>
          <p:cNvSpPr/>
          <p:nvPr/>
        </p:nvSpPr>
        <p:spPr>
          <a:xfrm flipH="1" rot="-3263452">
            <a:off x="5847147" y="3927927"/>
            <a:ext cx="2997856" cy="2576292"/>
          </a:xfrm>
          <a:custGeom>
            <a:rect b="b" l="l" r="r" t="t"/>
            <a:pathLst>
              <a:path extrusionOk="0" h="30330" w="38869">
                <a:moveTo>
                  <a:pt x="24297" y="1"/>
                </a:moveTo>
                <a:cubicBezTo>
                  <a:pt x="23576" y="1"/>
                  <a:pt x="22813" y="81"/>
                  <a:pt x="22018" y="271"/>
                </a:cubicBezTo>
                <a:cubicBezTo>
                  <a:pt x="16904" y="1494"/>
                  <a:pt x="14626" y="5778"/>
                  <a:pt x="11611" y="8671"/>
                </a:cubicBezTo>
                <a:cubicBezTo>
                  <a:pt x="10032" y="10186"/>
                  <a:pt x="7766" y="10684"/>
                  <a:pt x="5916" y="11826"/>
                </a:cubicBezTo>
                <a:cubicBezTo>
                  <a:pt x="0" y="15481"/>
                  <a:pt x="539" y="24197"/>
                  <a:pt x="4874" y="27639"/>
                </a:cubicBezTo>
                <a:cubicBezTo>
                  <a:pt x="7150" y="29445"/>
                  <a:pt x="9815" y="30330"/>
                  <a:pt x="12976" y="30330"/>
                </a:cubicBezTo>
                <a:cubicBezTo>
                  <a:pt x="15025" y="30330"/>
                  <a:pt x="17282" y="29958"/>
                  <a:pt x="19778" y="29225"/>
                </a:cubicBezTo>
                <a:cubicBezTo>
                  <a:pt x="26123" y="27360"/>
                  <a:pt x="30656" y="26268"/>
                  <a:pt x="34763" y="20412"/>
                </a:cubicBezTo>
                <a:cubicBezTo>
                  <a:pt x="38869" y="14558"/>
                  <a:pt x="35544" y="6859"/>
                  <a:pt x="30907" y="2368"/>
                </a:cubicBezTo>
                <a:cubicBezTo>
                  <a:pt x="30907" y="2368"/>
                  <a:pt x="28215" y="1"/>
                  <a:pt x="24297" y="1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6" name="Google Shape;3126;p111"/>
          <p:cNvSpPr/>
          <p:nvPr/>
        </p:nvSpPr>
        <p:spPr>
          <a:xfrm flipH="1" rot="460623">
            <a:off x="6387251" y="-1517085"/>
            <a:ext cx="4087061" cy="3304707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7" name="Google Shape;3127;p111"/>
          <p:cNvSpPr/>
          <p:nvPr/>
        </p:nvSpPr>
        <p:spPr>
          <a:xfrm flipH="1" rot="531593">
            <a:off x="-1222788" y="3829381"/>
            <a:ext cx="2902962" cy="2347327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128" name="Google Shape;3128;p111"/>
          <p:cNvGrpSpPr/>
          <p:nvPr/>
        </p:nvGrpSpPr>
        <p:grpSpPr>
          <a:xfrm>
            <a:off x="7441503" y="289852"/>
            <a:ext cx="1366913" cy="1382099"/>
            <a:chOff x="6568493" y="8"/>
            <a:chExt cx="1820608" cy="1840590"/>
          </a:xfrm>
        </p:grpSpPr>
        <p:sp>
          <p:nvSpPr>
            <p:cNvPr id="3129" name="Google Shape;3129;p111"/>
            <p:cNvSpPr/>
            <p:nvPr/>
          </p:nvSpPr>
          <p:spPr>
            <a:xfrm>
              <a:off x="6737915" y="169351"/>
              <a:ext cx="1651185" cy="1671247"/>
            </a:xfrm>
            <a:custGeom>
              <a:rect b="b" l="l" r="r" t="t"/>
              <a:pathLst>
                <a:path extrusionOk="0" h="1983676" w="1959864">
                  <a:moveTo>
                    <a:pt x="1868520" y="0"/>
                  </a:moveTo>
                  <a:lnTo>
                    <a:pt x="91345" y="0"/>
                  </a:lnTo>
                  <a:cubicBezTo>
                    <a:pt x="40958" y="0"/>
                    <a:pt x="0" y="40958"/>
                    <a:pt x="0" y="91345"/>
                  </a:cubicBezTo>
                  <a:lnTo>
                    <a:pt x="0" y="1892427"/>
                  </a:lnTo>
                  <a:cubicBezTo>
                    <a:pt x="0" y="1942814"/>
                    <a:pt x="40958" y="1983677"/>
                    <a:pt x="91345" y="1983677"/>
                  </a:cubicBezTo>
                  <a:lnTo>
                    <a:pt x="1868520" y="1983677"/>
                  </a:lnTo>
                  <a:cubicBezTo>
                    <a:pt x="1918906" y="1983677"/>
                    <a:pt x="1959864" y="1942814"/>
                    <a:pt x="1959864" y="1892427"/>
                  </a:cubicBezTo>
                  <a:lnTo>
                    <a:pt x="1959864" y="91345"/>
                  </a:lnTo>
                  <a:cubicBezTo>
                    <a:pt x="1959864" y="40958"/>
                    <a:pt x="1918906" y="0"/>
                    <a:pt x="186852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30" name="Google Shape;3130;p111"/>
            <p:cNvSpPr/>
            <p:nvPr/>
          </p:nvSpPr>
          <p:spPr>
            <a:xfrm>
              <a:off x="6653203" y="8"/>
              <a:ext cx="1651185" cy="1671247"/>
            </a:xfrm>
            <a:custGeom>
              <a:rect b="b" l="l" r="r" t="t"/>
              <a:pathLst>
                <a:path extrusionOk="0" h="1983676" w="1959864">
                  <a:moveTo>
                    <a:pt x="1868519" y="0"/>
                  </a:moveTo>
                  <a:lnTo>
                    <a:pt x="91345" y="0"/>
                  </a:lnTo>
                  <a:cubicBezTo>
                    <a:pt x="40958" y="0"/>
                    <a:pt x="0" y="40958"/>
                    <a:pt x="0" y="91345"/>
                  </a:cubicBezTo>
                  <a:lnTo>
                    <a:pt x="0" y="1892427"/>
                  </a:lnTo>
                  <a:cubicBezTo>
                    <a:pt x="0" y="1942814"/>
                    <a:pt x="40958" y="1983677"/>
                    <a:pt x="91345" y="1983677"/>
                  </a:cubicBezTo>
                  <a:lnTo>
                    <a:pt x="1868519" y="1983677"/>
                  </a:lnTo>
                  <a:cubicBezTo>
                    <a:pt x="1918907" y="1983677"/>
                    <a:pt x="1959865" y="1942814"/>
                    <a:pt x="1959865" y="1892427"/>
                  </a:cubicBezTo>
                  <a:lnTo>
                    <a:pt x="1959865" y="91345"/>
                  </a:lnTo>
                  <a:cubicBezTo>
                    <a:pt x="1959865" y="40958"/>
                    <a:pt x="1918907" y="0"/>
                    <a:pt x="186851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131" name="Google Shape;3131;p111"/>
            <p:cNvGrpSpPr/>
            <p:nvPr/>
          </p:nvGrpSpPr>
          <p:grpSpPr>
            <a:xfrm>
              <a:off x="6568493" y="84720"/>
              <a:ext cx="1649109" cy="1669065"/>
              <a:chOff x="8921020" y="472154"/>
              <a:chExt cx="1959958" cy="1983676"/>
            </a:xfrm>
          </p:grpSpPr>
          <p:sp>
            <p:nvSpPr>
              <p:cNvPr id="3132" name="Google Shape;3132;p111"/>
              <p:cNvSpPr/>
              <p:nvPr/>
            </p:nvSpPr>
            <p:spPr>
              <a:xfrm>
                <a:off x="8921114" y="472154"/>
                <a:ext cx="1959864" cy="1983676"/>
              </a:xfrm>
              <a:custGeom>
                <a:rect b="b" l="l" r="r" t="t"/>
                <a:pathLst>
                  <a:path extrusionOk="0" h="1983676" w="1959864">
                    <a:moveTo>
                      <a:pt x="1959864" y="91345"/>
                    </a:moveTo>
                    <a:lnTo>
                      <a:pt x="1959864" y="1892427"/>
                    </a:lnTo>
                    <a:cubicBezTo>
                      <a:pt x="1959864" y="1942814"/>
                      <a:pt x="1918907" y="1983677"/>
                      <a:pt x="1868520" y="1983677"/>
                    </a:cubicBezTo>
                    <a:lnTo>
                      <a:pt x="91345" y="1983677"/>
                    </a:lnTo>
                    <a:cubicBezTo>
                      <a:pt x="40958" y="1983677"/>
                      <a:pt x="0" y="1942814"/>
                      <a:pt x="0" y="1892427"/>
                    </a:cubicBezTo>
                    <a:lnTo>
                      <a:pt x="0" y="91345"/>
                    </a:lnTo>
                    <a:cubicBezTo>
                      <a:pt x="0" y="40958"/>
                      <a:pt x="40958" y="0"/>
                      <a:pt x="91345" y="0"/>
                    </a:cubicBezTo>
                    <a:lnTo>
                      <a:pt x="1868520" y="0"/>
                    </a:lnTo>
                    <a:cubicBezTo>
                      <a:pt x="1918907" y="0"/>
                      <a:pt x="1959864" y="40958"/>
                      <a:pt x="1959864" y="91345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33" name="Google Shape;3133;p111"/>
              <p:cNvSpPr/>
              <p:nvPr/>
            </p:nvSpPr>
            <p:spPr>
              <a:xfrm>
                <a:off x="8921020" y="472154"/>
                <a:ext cx="1959958" cy="172307"/>
              </a:xfrm>
              <a:custGeom>
                <a:rect b="b" l="l" r="r" t="t"/>
                <a:pathLst>
                  <a:path extrusionOk="0" h="172307" w="1959958">
                    <a:moveTo>
                      <a:pt x="1959959" y="91345"/>
                    </a:moveTo>
                    <a:lnTo>
                      <a:pt x="1959959" y="172307"/>
                    </a:lnTo>
                    <a:lnTo>
                      <a:pt x="0" y="172307"/>
                    </a:lnTo>
                    <a:lnTo>
                      <a:pt x="0" y="91345"/>
                    </a:lnTo>
                    <a:cubicBezTo>
                      <a:pt x="0" y="40958"/>
                      <a:pt x="40957" y="0"/>
                      <a:pt x="91344" y="0"/>
                    </a:cubicBezTo>
                    <a:lnTo>
                      <a:pt x="1868519" y="0"/>
                    </a:lnTo>
                    <a:cubicBezTo>
                      <a:pt x="1918906" y="0"/>
                      <a:pt x="1959864" y="40958"/>
                      <a:pt x="1959864" y="91345"/>
                    </a:cubicBezTo>
                    <a:close/>
                  </a:path>
                </a:pathLst>
              </a:custGeom>
              <a:solidFill>
                <a:srgbClr val="000000">
                  <a:alpha val="10060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3134" name="Google Shape;3134;p111"/>
              <p:cNvGrpSpPr/>
              <p:nvPr/>
            </p:nvGrpSpPr>
            <p:grpSpPr>
              <a:xfrm>
                <a:off x="9011888" y="537781"/>
                <a:ext cx="255174" cy="64389"/>
                <a:chOff x="9011888" y="537781"/>
                <a:chExt cx="255174" cy="64389"/>
              </a:xfrm>
            </p:grpSpPr>
            <p:sp>
              <p:nvSpPr>
                <p:cNvPr id="3135" name="Google Shape;3135;p111"/>
                <p:cNvSpPr/>
                <p:nvPr/>
              </p:nvSpPr>
              <p:spPr>
                <a:xfrm>
                  <a:off x="9202673" y="537781"/>
                  <a:ext cx="64389" cy="64389"/>
                </a:xfrm>
                <a:custGeom>
                  <a:rect b="b" l="l" r="r" t="t"/>
                  <a:pathLst>
                    <a:path extrusionOk="0" h="64389" w="64389">
                      <a:moveTo>
                        <a:pt x="64389" y="32195"/>
                      </a:moveTo>
                      <a:cubicBezTo>
                        <a:pt x="64389" y="50006"/>
                        <a:pt x="50006" y="64389"/>
                        <a:pt x="32195" y="64389"/>
                      </a:cubicBezTo>
                      <a:cubicBezTo>
                        <a:pt x="14383" y="64389"/>
                        <a:pt x="0" y="50006"/>
                        <a:pt x="0" y="32195"/>
                      </a:cubicBezTo>
                      <a:cubicBezTo>
                        <a:pt x="0" y="14383"/>
                        <a:pt x="14383" y="0"/>
                        <a:pt x="32195" y="0"/>
                      </a:cubicBezTo>
                      <a:cubicBezTo>
                        <a:pt x="50006" y="0"/>
                        <a:pt x="64389" y="14383"/>
                        <a:pt x="64389" y="32195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36" name="Google Shape;3136;p111"/>
                <p:cNvSpPr/>
                <p:nvPr/>
              </p:nvSpPr>
              <p:spPr>
                <a:xfrm>
                  <a:off x="9107233" y="537781"/>
                  <a:ext cx="64389" cy="64389"/>
                </a:xfrm>
                <a:custGeom>
                  <a:rect b="b" l="l" r="r" t="t"/>
                  <a:pathLst>
                    <a:path extrusionOk="0" h="64389" w="64389">
                      <a:moveTo>
                        <a:pt x="64389" y="32195"/>
                      </a:moveTo>
                      <a:cubicBezTo>
                        <a:pt x="64389" y="50006"/>
                        <a:pt x="50006" y="64389"/>
                        <a:pt x="32195" y="64389"/>
                      </a:cubicBezTo>
                      <a:cubicBezTo>
                        <a:pt x="14383" y="64389"/>
                        <a:pt x="0" y="50006"/>
                        <a:pt x="0" y="32195"/>
                      </a:cubicBezTo>
                      <a:cubicBezTo>
                        <a:pt x="0" y="14383"/>
                        <a:pt x="14383" y="0"/>
                        <a:pt x="32195" y="0"/>
                      </a:cubicBezTo>
                      <a:cubicBezTo>
                        <a:pt x="50006" y="0"/>
                        <a:pt x="64389" y="14383"/>
                        <a:pt x="64389" y="32195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37" name="Google Shape;3137;p111"/>
                <p:cNvSpPr/>
                <p:nvPr/>
              </p:nvSpPr>
              <p:spPr>
                <a:xfrm>
                  <a:off x="9011888" y="537781"/>
                  <a:ext cx="64389" cy="64389"/>
                </a:xfrm>
                <a:custGeom>
                  <a:rect b="b" l="l" r="r" t="t"/>
                  <a:pathLst>
                    <a:path extrusionOk="0" h="64389" w="64389">
                      <a:moveTo>
                        <a:pt x="64389" y="32195"/>
                      </a:moveTo>
                      <a:cubicBezTo>
                        <a:pt x="64389" y="50006"/>
                        <a:pt x="50006" y="64389"/>
                        <a:pt x="32195" y="64389"/>
                      </a:cubicBezTo>
                      <a:cubicBezTo>
                        <a:pt x="14383" y="64389"/>
                        <a:pt x="0" y="50006"/>
                        <a:pt x="0" y="32195"/>
                      </a:cubicBezTo>
                      <a:cubicBezTo>
                        <a:pt x="0" y="14383"/>
                        <a:pt x="14383" y="0"/>
                        <a:pt x="32195" y="0"/>
                      </a:cubicBezTo>
                      <a:cubicBezTo>
                        <a:pt x="50006" y="0"/>
                        <a:pt x="64389" y="14383"/>
                        <a:pt x="64389" y="32195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3138" name="Google Shape;3138;p111"/>
            <p:cNvGrpSpPr/>
            <p:nvPr/>
          </p:nvGrpSpPr>
          <p:grpSpPr>
            <a:xfrm>
              <a:off x="6795939" y="406335"/>
              <a:ext cx="1194216" cy="1228757"/>
              <a:chOff x="9191339" y="854392"/>
              <a:chExt cx="1419320" cy="1460372"/>
            </a:xfrm>
          </p:grpSpPr>
          <p:grpSp>
            <p:nvGrpSpPr>
              <p:cNvPr id="3139" name="Google Shape;3139;p111"/>
              <p:cNvGrpSpPr/>
              <p:nvPr/>
            </p:nvGrpSpPr>
            <p:grpSpPr>
              <a:xfrm>
                <a:off x="9191339" y="1884045"/>
                <a:ext cx="604932" cy="420243"/>
                <a:chOff x="9191339" y="1884045"/>
                <a:chExt cx="604932" cy="420243"/>
              </a:xfrm>
            </p:grpSpPr>
            <p:sp>
              <p:nvSpPr>
                <p:cNvPr id="3140" name="Google Shape;3140;p111"/>
                <p:cNvSpPr/>
                <p:nvPr/>
              </p:nvSpPr>
              <p:spPr>
                <a:xfrm>
                  <a:off x="9191339" y="1884045"/>
                  <a:ext cx="237077" cy="52959"/>
                </a:xfrm>
                <a:custGeom>
                  <a:rect b="b" l="l" r="r" t="t"/>
                  <a:pathLst>
                    <a:path extrusionOk="0" h="52959" w="237077">
                      <a:moveTo>
                        <a:pt x="0" y="0"/>
                      </a:moveTo>
                      <a:lnTo>
                        <a:pt x="237077" y="0"/>
                      </a:lnTo>
                      <a:lnTo>
                        <a:pt x="237077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41" name="Google Shape;3141;p111"/>
                <p:cNvSpPr/>
                <p:nvPr/>
              </p:nvSpPr>
              <p:spPr>
                <a:xfrm>
                  <a:off x="9449466" y="1884045"/>
                  <a:ext cx="182498" cy="52959"/>
                </a:xfrm>
                <a:custGeom>
                  <a:rect b="b" l="l" r="r" t="t"/>
                  <a:pathLst>
                    <a:path extrusionOk="0" h="52959" w="182498">
                      <a:moveTo>
                        <a:pt x="0" y="0"/>
                      </a:moveTo>
                      <a:lnTo>
                        <a:pt x="182499" y="0"/>
                      </a:lnTo>
                      <a:lnTo>
                        <a:pt x="182499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42" name="Google Shape;3142;p111"/>
                <p:cNvSpPr/>
                <p:nvPr/>
              </p:nvSpPr>
              <p:spPr>
                <a:xfrm>
                  <a:off x="9651396" y="1884045"/>
                  <a:ext cx="144875" cy="52959"/>
                </a:xfrm>
                <a:custGeom>
                  <a:rect b="b" l="l" r="r" t="t"/>
                  <a:pathLst>
                    <a:path extrusionOk="0" h="52959" w="144875">
                      <a:moveTo>
                        <a:pt x="0" y="0"/>
                      </a:moveTo>
                      <a:lnTo>
                        <a:pt x="144876" y="0"/>
                      </a:lnTo>
                      <a:lnTo>
                        <a:pt x="144876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43" name="Google Shape;3143;p111"/>
                <p:cNvSpPr/>
                <p:nvPr/>
              </p:nvSpPr>
              <p:spPr>
                <a:xfrm>
                  <a:off x="9308306" y="2006536"/>
                  <a:ext cx="487965" cy="52959"/>
                </a:xfrm>
                <a:custGeom>
                  <a:rect b="b" l="l" r="r" t="t"/>
                  <a:pathLst>
                    <a:path extrusionOk="0" h="52959" w="487965">
                      <a:moveTo>
                        <a:pt x="0" y="0"/>
                      </a:moveTo>
                      <a:lnTo>
                        <a:pt x="487966" y="0"/>
                      </a:lnTo>
                      <a:lnTo>
                        <a:pt x="487966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44" name="Google Shape;3144;p111"/>
                <p:cNvSpPr/>
                <p:nvPr/>
              </p:nvSpPr>
              <p:spPr>
                <a:xfrm>
                  <a:off x="9191339" y="2006536"/>
                  <a:ext cx="89630" cy="52959"/>
                </a:xfrm>
                <a:custGeom>
                  <a:rect b="b" l="l" r="r" t="t"/>
                  <a:pathLst>
                    <a:path extrusionOk="0" h="52959" w="89630">
                      <a:moveTo>
                        <a:pt x="0" y="0"/>
                      </a:moveTo>
                      <a:lnTo>
                        <a:pt x="89630" y="0"/>
                      </a:lnTo>
                      <a:lnTo>
                        <a:pt x="89630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45" name="Google Shape;3145;p111"/>
                <p:cNvSpPr/>
                <p:nvPr/>
              </p:nvSpPr>
              <p:spPr>
                <a:xfrm>
                  <a:off x="9460325" y="2128932"/>
                  <a:ext cx="230790" cy="52959"/>
                </a:xfrm>
                <a:custGeom>
                  <a:rect b="b" l="l" r="r" t="t"/>
                  <a:pathLst>
                    <a:path extrusionOk="0" h="52959" w="230790">
                      <a:moveTo>
                        <a:pt x="0" y="0"/>
                      </a:moveTo>
                      <a:lnTo>
                        <a:pt x="230791" y="0"/>
                      </a:lnTo>
                      <a:lnTo>
                        <a:pt x="230791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46" name="Google Shape;3146;p111"/>
                <p:cNvSpPr/>
                <p:nvPr/>
              </p:nvSpPr>
              <p:spPr>
                <a:xfrm>
                  <a:off x="9713023" y="2128932"/>
                  <a:ext cx="83248" cy="52959"/>
                </a:xfrm>
                <a:custGeom>
                  <a:rect b="b" l="l" r="r" t="t"/>
                  <a:pathLst>
                    <a:path extrusionOk="0" h="52959" w="83248">
                      <a:moveTo>
                        <a:pt x="0" y="0"/>
                      </a:moveTo>
                      <a:lnTo>
                        <a:pt x="83248" y="0"/>
                      </a:lnTo>
                      <a:lnTo>
                        <a:pt x="83248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47" name="Google Shape;3147;p111"/>
                <p:cNvSpPr/>
                <p:nvPr/>
              </p:nvSpPr>
              <p:spPr>
                <a:xfrm>
                  <a:off x="9191339" y="2128932"/>
                  <a:ext cx="247935" cy="52959"/>
                </a:xfrm>
                <a:custGeom>
                  <a:rect b="b" l="l" r="r" t="t"/>
                  <a:pathLst>
                    <a:path extrusionOk="0" h="52959" w="247935">
                      <a:moveTo>
                        <a:pt x="0" y="0"/>
                      </a:moveTo>
                      <a:lnTo>
                        <a:pt x="247936" y="0"/>
                      </a:lnTo>
                      <a:lnTo>
                        <a:pt x="247936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48" name="Google Shape;3148;p111"/>
                <p:cNvSpPr/>
                <p:nvPr/>
              </p:nvSpPr>
              <p:spPr>
                <a:xfrm>
                  <a:off x="9365170" y="2251329"/>
                  <a:ext cx="200977" cy="52959"/>
                </a:xfrm>
                <a:custGeom>
                  <a:rect b="b" l="l" r="r" t="t"/>
                  <a:pathLst>
                    <a:path extrusionOk="0" h="52959" w="200977">
                      <a:moveTo>
                        <a:pt x="0" y="0"/>
                      </a:moveTo>
                      <a:lnTo>
                        <a:pt x="200977" y="0"/>
                      </a:lnTo>
                      <a:lnTo>
                        <a:pt x="200977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49" name="Google Shape;3149;p111"/>
                <p:cNvSpPr/>
                <p:nvPr/>
              </p:nvSpPr>
              <p:spPr>
                <a:xfrm>
                  <a:off x="9191339" y="2251329"/>
                  <a:ext cx="151256" cy="52959"/>
                </a:xfrm>
                <a:custGeom>
                  <a:rect b="b" l="l" r="r" t="t"/>
                  <a:pathLst>
                    <a:path extrusionOk="0" h="52959" w="151256">
                      <a:moveTo>
                        <a:pt x="0" y="0"/>
                      </a:moveTo>
                      <a:lnTo>
                        <a:pt x="151257" y="0"/>
                      </a:lnTo>
                      <a:lnTo>
                        <a:pt x="151257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3150" name="Google Shape;3150;p111"/>
              <p:cNvGrpSpPr/>
              <p:nvPr/>
            </p:nvGrpSpPr>
            <p:grpSpPr>
              <a:xfrm>
                <a:off x="10004774" y="854392"/>
                <a:ext cx="604932" cy="420243"/>
                <a:chOff x="10004774" y="854392"/>
                <a:chExt cx="604932" cy="420243"/>
              </a:xfrm>
            </p:grpSpPr>
            <p:sp>
              <p:nvSpPr>
                <p:cNvPr id="3151" name="Google Shape;3151;p111"/>
                <p:cNvSpPr/>
                <p:nvPr/>
              </p:nvSpPr>
              <p:spPr>
                <a:xfrm>
                  <a:off x="10004774" y="854392"/>
                  <a:ext cx="237077" cy="52959"/>
                </a:xfrm>
                <a:custGeom>
                  <a:rect b="b" l="l" r="r" t="t"/>
                  <a:pathLst>
                    <a:path extrusionOk="0" h="52959" w="237077">
                      <a:moveTo>
                        <a:pt x="0" y="0"/>
                      </a:moveTo>
                      <a:lnTo>
                        <a:pt x="237077" y="0"/>
                      </a:lnTo>
                      <a:lnTo>
                        <a:pt x="237077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52" name="Google Shape;3152;p111"/>
                <p:cNvSpPr/>
                <p:nvPr/>
              </p:nvSpPr>
              <p:spPr>
                <a:xfrm>
                  <a:off x="10262901" y="854392"/>
                  <a:ext cx="182498" cy="52959"/>
                </a:xfrm>
                <a:custGeom>
                  <a:rect b="b" l="l" r="r" t="t"/>
                  <a:pathLst>
                    <a:path extrusionOk="0" h="52959" w="182498">
                      <a:moveTo>
                        <a:pt x="0" y="0"/>
                      </a:moveTo>
                      <a:lnTo>
                        <a:pt x="182498" y="0"/>
                      </a:lnTo>
                      <a:lnTo>
                        <a:pt x="182498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53" name="Google Shape;3153;p111"/>
                <p:cNvSpPr/>
                <p:nvPr/>
              </p:nvSpPr>
              <p:spPr>
                <a:xfrm>
                  <a:off x="10464831" y="854392"/>
                  <a:ext cx="144875" cy="52959"/>
                </a:xfrm>
                <a:custGeom>
                  <a:rect b="b" l="l" r="r" t="t"/>
                  <a:pathLst>
                    <a:path extrusionOk="0" h="52959" w="144875">
                      <a:moveTo>
                        <a:pt x="0" y="0"/>
                      </a:moveTo>
                      <a:lnTo>
                        <a:pt x="144875" y="0"/>
                      </a:lnTo>
                      <a:lnTo>
                        <a:pt x="144875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54" name="Google Shape;3154;p111"/>
                <p:cNvSpPr/>
                <p:nvPr/>
              </p:nvSpPr>
              <p:spPr>
                <a:xfrm>
                  <a:off x="10121741" y="976788"/>
                  <a:ext cx="487965" cy="52959"/>
                </a:xfrm>
                <a:custGeom>
                  <a:rect b="b" l="l" r="r" t="t"/>
                  <a:pathLst>
                    <a:path extrusionOk="0" h="52959" w="487965">
                      <a:moveTo>
                        <a:pt x="0" y="0"/>
                      </a:moveTo>
                      <a:lnTo>
                        <a:pt x="487966" y="0"/>
                      </a:lnTo>
                      <a:lnTo>
                        <a:pt x="487966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55" name="Google Shape;3155;p111"/>
                <p:cNvSpPr/>
                <p:nvPr/>
              </p:nvSpPr>
              <p:spPr>
                <a:xfrm>
                  <a:off x="10004774" y="976788"/>
                  <a:ext cx="89630" cy="52959"/>
                </a:xfrm>
                <a:custGeom>
                  <a:rect b="b" l="l" r="r" t="t"/>
                  <a:pathLst>
                    <a:path extrusionOk="0" h="52959" w="89630">
                      <a:moveTo>
                        <a:pt x="0" y="0"/>
                      </a:moveTo>
                      <a:lnTo>
                        <a:pt x="89630" y="0"/>
                      </a:lnTo>
                      <a:lnTo>
                        <a:pt x="89630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56" name="Google Shape;3156;p111"/>
                <p:cNvSpPr/>
                <p:nvPr/>
              </p:nvSpPr>
              <p:spPr>
                <a:xfrm>
                  <a:off x="10273760" y="1099280"/>
                  <a:ext cx="230790" cy="52959"/>
                </a:xfrm>
                <a:custGeom>
                  <a:rect b="b" l="l" r="r" t="t"/>
                  <a:pathLst>
                    <a:path extrusionOk="0" h="52959" w="230790">
                      <a:moveTo>
                        <a:pt x="0" y="0"/>
                      </a:moveTo>
                      <a:lnTo>
                        <a:pt x="230790" y="0"/>
                      </a:lnTo>
                      <a:lnTo>
                        <a:pt x="230790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57" name="Google Shape;3157;p111"/>
                <p:cNvSpPr/>
                <p:nvPr/>
              </p:nvSpPr>
              <p:spPr>
                <a:xfrm>
                  <a:off x="10526458" y="1099280"/>
                  <a:ext cx="83248" cy="52959"/>
                </a:xfrm>
                <a:custGeom>
                  <a:rect b="b" l="l" r="r" t="t"/>
                  <a:pathLst>
                    <a:path extrusionOk="0" h="52959" w="83248">
                      <a:moveTo>
                        <a:pt x="0" y="0"/>
                      </a:moveTo>
                      <a:lnTo>
                        <a:pt x="83249" y="0"/>
                      </a:lnTo>
                      <a:lnTo>
                        <a:pt x="83249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58" name="Google Shape;3158;p111"/>
                <p:cNvSpPr/>
                <p:nvPr/>
              </p:nvSpPr>
              <p:spPr>
                <a:xfrm>
                  <a:off x="10004774" y="1099280"/>
                  <a:ext cx="247935" cy="52959"/>
                </a:xfrm>
                <a:custGeom>
                  <a:rect b="b" l="l" r="r" t="t"/>
                  <a:pathLst>
                    <a:path extrusionOk="0" h="52959" w="247935">
                      <a:moveTo>
                        <a:pt x="0" y="0"/>
                      </a:moveTo>
                      <a:lnTo>
                        <a:pt x="247936" y="0"/>
                      </a:lnTo>
                      <a:lnTo>
                        <a:pt x="247936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59" name="Google Shape;3159;p111"/>
                <p:cNvSpPr/>
                <p:nvPr/>
              </p:nvSpPr>
              <p:spPr>
                <a:xfrm>
                  <a:off x="10178700" y="1221676"/>
                  <a:ext cx="200977" cy="52959"/>
                </a:xfrm>
                <a:custGeom>
                  <a:rect b="b" l="l" r="r" t="t"/>
                  <a:pathLst>
                    <a:path extrusionOk="0" h="52959" w="200977">
                      <a:moveTo>
                        <a:pt x="0" y="0"/>
                      </a:moveTo>
                      <a:lnTo>
                        <a:pt x="200977" y="0"/>
                      </a:lnTo>
                      <a:lnTo>
                        <a:pt x="200977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60" name="Google Shape;3160;p111"/>
                <p:cNvSpPr/>
                <p:nvPr/>
              </p:nvSpPr>
              <p:spPr>
                <a:xfrm>
                  <a:off x="10004774" y="1221676"/>
                  <a:ext cx="151256" cy="52959"/>
                </a:xfrm>
                <a:custGeom>
                  <a:rect b="b" l="l" r="r" t="t"/>
                  <a:pathLst>
                    <a:path extrusionOk="0" h="52959" w="151256">
                      <a:moveTo>
                        <a:pt x="0" y="0"/>
                      </a:moveTo>
                      <a:lnTo>
                        <a:pt x="151257" y="0"/>
                      </a:lnTo>
                      <a:lnTo>
                        <a:pt x="151257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3161" name="Google Shape;3161;p111"/>
              <p:cNvGrpSpPr/>
              <p:nvPr/>
            </p:nvGrpSpPr>
            <p:grpSpPr>
              <a:xfrm>
                <a:off x="10004774" y="1374362"/>
                <a:ext cx="604932" cy="303466"/>
                <a:chOff x="10004774" y="1374362"/>
                <a:chExt cx="604932" cy="303466"/>
              </a:xfrm>
            </p:grpSpPr>
            <p:sp>
              <p:nvSpPr>
                <p:cNvPr id="3162" name="Google Shape;3162;p111"/>
                <p:cNvSpPr/>
                <p:nvPr/>
              </p:nvSpPr>
              <p:spPr>
                <a:xfrm>
                  <a:off x="10004774" y="1374362"/>
                  <a:ext cx="237077" cy="52959"/>
                </a:xfrm>
                <a:custGeom>
                  <a:rect b="b" l="l" r="r" t="t"/>
                  <a:pathLst>
                    <a:path extrusionOk="0" h="52959" w="237077">
                      <a:moveTo>
                        <a:pt x="0" y="0"/>
                      </a:moveTo>
                      <a:lnTo>
                        <a:pt x="237077" y="0"/>
                      </a:lnTo>
                      <a:lnTo>
                        <a:pt x="237077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63" name="Google Shape;3163;p111"/>
                <p:cNvSpPr/>
                <p:nvPr/>
              </p:nvSpPr>
              <p:spPr>
                <a:xfrm>
                  <a:off x="10262901" y="1374362"/>
                  <a:ext cx="182498" cy="52959"/>
                </a:xfrm>
                <a:custGeom>
                  <a:rect b="b" l="l" r="r" t="t"/>
                  <a:pathLst>
                    <a:path extrusionOk="0" h="52959" w="182498">
                      <a:moveTo>
                        <a:pt x="0" y="0"/>
                      </a:moveTo>
                      <a:lnTo>
                        <a:pt x="182498" y="0"/>
                      </a:lnTo>
                      <a:lnTo>
                        <a:pt x="182498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64" name="Google Shape;3164;p111"/>
                <p:cNvSpPr/>
                <p:nvPr/>
              </p:nvSpPr>
              <p:spPr>
                <a:xfrm>
                  <a:off x="10464831" y="1374362"/>
                  <a:ext cx="144875" cy="52959"/>
                </a:xfrm>
                <a:custGeom>
                  <a:rect b="b" l="l" r="r" t="t"/>
                  <a:pathLst>
                    <a:path extrusionOk="0" h="52959" w="144875">
                      <a:moveTo>
                        <a:pt x="0" y="0"/>
                      </a:moveTo>
                      <a:lnTo>
                        <a:pt x="144875" y="0"/>
                      </a:lnTo>
                      <a:lnTo>
                        <a:pt x="144875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65" name="Google Shape;3165;p111"/>
                <p:cNvSpPr/>
                <p:nvPr/>
              </p:nvSpPr>
              <p:spPr>
                <a:xfrm>
                  <a:off x="10273760" y="1502378"/>
                  <a:ext cx="230790" cy="52959"/>
                </a:xfrm>
                <a:custGeom>
                  <a:rect b="b" l="l" r="r" t="t"/>
                  <a:pathLst>
                    <a:path extrusionOk="0" h="52959" w="230790">
                      <a:moveTo>
                        <a:pt x="0" y="0"/>
                      </a:moveTo>
                      <a:lnTo>
                        <a:pt x="230790" y="0"/>
                      </a:lnTo>
                      <a:lnTo>
                        <a:pt x="230790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66" name="Google Shape;3166;p111"/>
                <p:cNvSpPr/>
                <p:nvPr/>
              </p:nvSpPr>
              <p:spPr>
                <a:xfrm>
                  <a:off x="10526458" y="1502378"/>
                  <a:ext cx="83248" cy="52959"/>
                </a:xfrm>
                <a:custGeom>
                  <a:rect b="b" l="l" r="r" t="t"/>
                  <a:pathLst>
                    <a:path extrusionOk="0" h="52959" w="83248">
                      <a:moveTo>
                        <a:pt x="0" y="0"/>
                      </a:moveTo>
                      <a:lnTo>
                        <a:pt x="83249" y="0"/>
                      </a:lnTo>
                      <a:lnTo>
                        <a:pt x="83249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67" name="Google Shape;3167;p111"/>
                <p:cNvSpPr/>
                <p:nvPr/>
              </p:nvSpPr>
              <p:spPr>
                <a:xfrm>
                  <a:off x="10004774" y="1502378"/>
                  <a:ext cx="247935" cy="52959"/>
                </a:xfrm>
                <a:custGeom>
                  <a:rect b="b" l="l" r="r" t="t"/>
                  <a:pathLst>
                    <a:path extrusionOk="0" h="52959" w="247935">
                      <a:moveTo>
                        <a:pt x="0" y="0"/>
                      </a:moveTo>
                      <a:lnTo>
                        <a:pt x="247936" y="0"/>
                      </a:lnTo>
                      <a:lnTo>
                        <a:pt x="247936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68" name="Google Shape;3168;p111"/>
                <p:cNvSpPr/>
                <p:nvPr/>
              </p:nvSpPr>
              <p:spPr>
                <a:xfrm>
                  <a:off x="10178700" y="1624869"/>
                  <a:ext cx="200977" cy="52959"/>
                </a:xfrm>
                <a:custGeom>
                  <a:rect b="b" l="l" r="r" t="t"/>
                  <a:pathLst>
                    <a:path extrusionOk="0" h="52959" w="200977">
                      <a:moveTo>
                        <a:pt x="0" y="0"/>
                      </a:moveTo>
                      <a:lnTo>
                        <a:pt x="200977" y="0"/>
                      </a:lnTo>
                      <a:lnTo>
                        <a:pt x="200977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69" name="Google Shape;3169;p111"/>
                <p:cNvSpPr/>
                <p:nvPr/>
              </p:nvSpPr>
              <p:spPr>
                <a:xfrm>
                  <a:off x="10004774" y="1624869"/>
                  <a:ext cx="151256" cy="52959"/>
                </a:xfrm>
                <a:custGeom>
                  <a:rect b="b" l="l" r="r" t="t"/>
                  <a:pathLst>
                    <a:path extrusionOk="0" h="52959" w="151256">
                      <a:moveTo>
                        <a:pt x="0" y="0"/>
                      </a:moveTo>
                      <a:lnTo>
                        <a:pt x="151257" y="0"/>
                      </a:lnTo>
                      <a:lnTo>
                        <a:pt x="151257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3170" name="Google Shape;3170;p111"/>
              <p:cNvSpPr/>
              <p:nvPr/>
            </p:nvSpPr>
            <p:spPr>
              <a:xfrm>
                <a:off x="10004774" y="1875948"/>
                <a:ext cx="605885" cy="438816"/>
              </a:xfrm>
              <a:custGeom>
                <a:rect b="b" l="l" r="r" t="t"/>
                <a:pathLst>
                  <a:path extrusionOk="0" h="438816" w="605885">
                    <a:moveTo>
                      <a:pt x="572167" y="0"/>
                    </a:moveTo>
                    <a:cubicBezTo>
                      <a:pt x="590789" y="0"/>
                      <a:pt x="605885" y="15096"/>
                      <a:pt x="605885" y="33718"/>
                    </a:cubicBezTo>
                    <a:lnTo>
                      <a:pt x="605885" y="405098"/>
                    </a:lnTo>
                    <a:cubicBezTo>
                      <a:pt x="605885" y="423720"/>
                      <a:pt x="590789" y="438817"/>
                      <a:pt x="572167" y="438817"/>
                    </a:cubicBezTo>
                    <a:lnTo>
                      <a:pt x="33718" y="438817"/>
                    </a:lnTo>
                    <a:cubicBezTo>
                      <a:pt x="15096" y="438817"/>
                      <a:pt x="0" y="423720"/>
                      <a:pt x="0" y="405098"/>
                    </a:cubicBezTo>
                    <a:lnTo>
                      <a:pt x="0" y="33718"/>
                    </a:lnTo>
                    <a:cubicBezTo>
                      <a:pt x="0" y="15096"/>
                      <a:pt x="15096" y="0"/>
                      <a:pt x="33718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71" name="Google Shape;3171;p111"/>
              <p:cNvSpPr/>
              <p:nvPr/>
            </p:nvSpPr>
            <p:spPr>
              <a:xfrm>
                <a:off x="9191339" y="860202"/>
                <a:ext cx="605885" cy="815149"/>
              </a:xfrm>
              <a:custGeom>
                <a:rect b="b" l="l" r="r" t="t"/>
                <a:pathLst>
                  <a:path extrusionOk="0" h="815149" w="605885">
                    <a:moveTo>
                      <a:pt x="554260" y="0"/>
                    </a:moveTo>
                    <a:cubicBezTo>
                      <a:pt x="582772" y="0"/>
                      <a:pt x="605885" y="23114"/>
                      <a:pt x="605885" y="51625"/>
                    </a:cubicBezTo>
                    <a:lnTo>
                      <a:pt x="605885" y="763524"/>
                    </a:lnTo>
                    <a:cubicBezTo>
                      <a:pt x="605885" y="792036"/>
                      <a:pt x="582771" y="815150"/>
                      <a:pt x="554260" y="815150"/>
                    </a:cubicBezTo>
                    <a:lnTo>
                      <a:pt x="51625" y="815150"/>
                    </a:lnTo>
                    <a:cubicBezTo>
                      <a:pt x="23113" y="815150"/>
                      <a:pt x="0" y="792036"/>
                      <a:pt x="0" y="763524"/>
                    </a:cubicBezTo>
                    <a:lnTo>
                      <a:pt x="0" y="51625"/>
                    </a:lnTo>
                    <a:cubicBezTo>
                      <a:pt x="0" y="23114"/>
                      <a:pt x="23113" y="0"/>
                      <a:pt x="5162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172" name="Google Shape;3172;p111"/>
            <p:cNvGrpSpPr/>
            <p:nvPr/>
          </p:nvGrpSpPr>
          <p:grpSpPr>
            <a:xfrm>
              <a:off x="6717319" y="354723"/>
              <a:ext cx="656533" cy="799751"/>
              <a:chOff x="9097899" y="793051"/>
              <a:chExt cx="780287" cy="950500"/>
            </a:xfrm>
          </p:grpSpPr>
          <p:grpSp>
            <p:nvGrpSpPr>
              <p:cNvPr id="3173" name="Google Shape;3173;p111"/>
              <p:cNvGrpSpPr/>
              <p:nvPr/>
            </p:nvGrpSpPr>
            <p:grpSpPr>
              <a:xfrm>
                <a:off x="9118758" y="814006"/>
                <a:ext cx="747999" cy="918020"/>
                <a:chOff x="9118758" y="814006"/>
                <a:chExt cx="747999" cy="918020"/>
              </a:xfrm>
            </p:grpSpPr>
            <p:sp>
              <p:nvSpPr>
                <p:cNvPr id="3174" name="Google Shape;3174;p111"/>
                <p:cNvSpPr/>
                <p:nvPr/>
              </p:nvSpPr>
              <p:spPr>
                <a:xfrm>
                  <a:off x="9131522" y="1722501"/>
                  <a:ext cx="700277" cy="9525"/>
                </a:xfrm>
                <a:custGeom>
                  <a:rect b="b" l="l" r="r" t="t"/>
                  <a:pathLst>
                    <a:path extrusionOk="0" h="9525" w="700277">
                      <a:moveTo>
                        <a:pt x="700278" y="0"/>
                      </a:moveTo>
                      <a:lnTo>
                        <a:pt x="0" y="0"/>
                      </a:lnTo>
                    </a:path>
                  </a:pathLst>
                </a:custGeom>
                <a:solidFill>
                  <a:schemeClr val="dk1"/>
                </a:solidFill>
                <a:ln cap="rnd" cmpd="sng" w="12750">
                  <a:solidFill>
                    <a:schemeClr val="dk1"/>
                  </a:solidFill>
                  <a:prstDash val="dashDot"/>
                  <a:miter lim="8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75" name="Google Shape;3175;p111"/>
                <p:cNvSpPr/>
                <p:nvPr/>
              </p:nvSpPr>
              <p:spPr>
                <a:xfrm>
                  <a:off x="9118758" y="826579"/>
                  <a:ext cx="9525" cy="870680"/>
                </a:xfrm>
                <a:custGeom>
                  <a:rect b="b" l="l" r="r" t="t"/>
                  <a:pathLst>
                    <a:path extrusionOk="0" h="870680" w="9525">
                      <a:moveTo>
                        <a:pt x="0" y="870680"/>
                      </a:moveTo>
                      <a:lnTo>
                        <a:pt x="0" y="0"/>
                      </a:lnTo>
                    </a:path>
                  </a:pathLst>
                </a:custGeom>
                <a:solidFill>
                  <a:schemeClr val="dk1"/>
                </a:solidFill>
                <a:ln cap="rnd" cmpd="sng" w="12750">
                  <a:solidFill>
                    <a:schemeClr val="dk1"/>
                  </a:solidFill>
                  <a:prstDash val="dashDot"/>
                  <a:miter lim="8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76" name="Google Shape;3176;p111"/>
                <p:cNvSpPr/>
                <p:nvPr/>
              </p:nvSpPr>
              <p:spPr>
                <a:xfrm>
                  <a:off x="9144285" y="814006"/>
                  <a:ext cx="700277" cy="9525"/>
                </a:xfrm>
                <a:custGeom>
                  <a:rect b="b" l="l" r="r" t="t"/>
                  <a:pathLst>
                    <a:path extrusionOk="0" h="9525" w="700277">
                      <a:moveTo>
                        <a:pt x="0" y="0"/>
                      </a:moveTo>
                      <a:lnTo>
                        <a:pt x="700278" y="0"/>
                      </a:lnTo>
                    </a:path>
                  </a:pathLst>
                </a:custGeom>
                <a:solidFill>
                  <a:schemeClr val="dk1"/>
                </a:solidFill>
                <a:ln cap="rnd" cmpd="sng" w="12750">
                  <a:solidFill>
                    <a:schemeClr val="dk1"/>
                  </a:solidFill>
                  <a:prstDash val="dashDot"/>
                  <a:miter lim="8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77" name="Google Shape;3177;p111"/>
                <p:cNvSpPr/>
                <p:nvPr/>
              </p:nvSpPr>
              <p:spPr>
                <a:xfrm>
                  <a:off x="9857232" y="839247"/>
                  <a:ext cx="9525" cy="870680"/>
                </a:xfrm>
                <a:custGeom>
                  <a:rect b="b" l="l" r="r" t="t"/>
                  <a:pathLst>
                    <a:path extrusionOk="0" h="870680" w="9525">
                      <a:moveTo>
                        <a:pt x="0" y="0"/>
                      </a:moveTo>
                      <a:lnTo>
                        <a:pt x="0" y="870680"/>
                      </a:lnTo>
                    </a:path>
                  </a:pathLst>
                </a:custGeom>
                <a:solidFill>
                  <a:schemeClr val="dk1"/>
                </a:solidFill>
                <a:ln cap="rnd" cmpd="sng" w="12750">
                  <a:solidFill>
                    <a:schemeClr val="dk1"/>
                  </a:solidFill>
                  <a:prstDash val="dashDot"/>
                  <a:miter lim="8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3178" name="Google Shape;3178;p111"/>
              <p:cNvGrpSpPr/>
              <p:nvPr/>
            </p:nvGrpSpPr>
            <p:grpSpPr>
              <a:xfrm>
                <a:off x="9097899" y="793051"/>
                <a:ext cx="780287" cy="950500"/>
                <a:chOff x="9097899" y="793051"/>
                <a:chExt cx="780287" cy="950500"/>
              </a:xfrm>
            </p:grpSpPr>
            <p:grpSp>
              <p:nvGrpSpPr>
                <p:cNvPr id="3179" name="Google Shape;3179;p111"/>
                <p:cNvGrpSpPr/>
                <p:nvPr/>
              </p:nvGrpSpPr>
              <p:grpSpPr>
                <a:xfrm>
                  <a:off x="9097899" y="793051"/>
                  <a:ext cx="780287" cy="41909"/>
                  <a:chOff x="9097899" y="793051"/>
                  <a:chExt cx="780287" cy="41909"/>
                </a:xfrm>
              </p:grpSpPr>
              <p:sp>
                <p:nvSpPr>
                  <p:cNvPr id="3180" name="Google Shape;3180;p111"/>
                  <p:cNvSpPr/>
                  <p:nvPr/>
                </p:nvSpPr>
                <p:spPr>
                  <a:xfrm>
                    <a:off x="9097899" y="793051"/>
                    <a:ext cx="41909" cy="41909"/>
                  </a:xfrm>
                  <a:custGeom>
                    <a:rect b="b" l="l" r="r" t="t"/>
                    <a:pathLst>
                      <a:path extrusionOk="0" h="41909" w="41909">
                        <a:moveTo>
                          <a:pt x="0" y="0"/>
                        </a:moveTo>
                        <a:lnTo>
                          <a:pt x="41910" y="0"/>
                        </a:lnTo>
                        <a:lnTo>
                          <a:pt x="41910" y="41910"/>
                        </a:lnTo>
                        <a:lnTo>
                          <a:pt x="0" y="4191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181" name="Google Shape;3181;p111"/>
                  <p:cNvSpPr/>
                  <p:nvPr/>
                </p:nvSpPr>
                <p:spPr>
                  <a:xfrm>
                    <a:off x="9467088" y="793051"/>
                    <a:ext cx="41909" cy="41909"/>
                  </a:xfrm>
                  <a:custGeom>
                    <a:rect b="b" l="l" r="r" t="t"/>
                    <a:pathLst>
                      <a:path extrusionOk="0" h="41909" w="41909">
                        <a:moveTo>
                          <a:pt x="0" y="0"/>
                        </a:moveTo>
                        <a:lnTo>
                          <a:pt x="41910" y="0"/>
                        </a:lnTo>
                        <a:lnTo>
                          <a:pt x="41910" y="41910"/>
                        </a:lnTo>
                        <a:lnTo>
                          <a:pt x="0" y="4191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182" name="Google Shape;3182;p111"/>
                  <p:cNvSpPr/>
                  <p:nvPr/>
                </p:nvSpPr>
                <p:spPr>
                  <a:xfrm>
                    <a:off x="9836277" y="793051"/>
                    <a:ext cx="41909" cy="41909"/>
                  </a:xfrm>
                  <a:custGeom>
                    <a:rect b="b" l="l" r="r" t="t"/>
                    <a:pathLst>
                      <a:path extrusionOk="0" h="41909" w="41909">
                        <a:moveTo>
                          <a:pt x="0" y="0"/>
                        </a:moveTo>
                        <a:lnTo>
                          <a:pt x="41910" y="0"/>
                        </a:lnTo>
                        <a:lnTo>
                          <a:pt x="41910" y="41910"/>
                        </a:lnTo>
                        <a:lnTo>
                          <a:pt x="0" y="4191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3183" name="Google Shape;3183;p111"/>
                <p:cNvGrpSpPr/>
                <p:nvPr/>
              </p:nvGrpSpPr>
              <p:grpSpPr>
                <a:xfrm>
                  <a:off x="9097899" y="1247298"/>
                  <a:ext cx="780287" cy="41910"/>
                  <a:chOff x="9097899" y="1247298"/>
                  <a:chExt cx="780287" cy="41910"/>
                </a:xfrm>
              </p:grpSpPr>
              <p:sp>
                <p:nvSpPr>
                  <p:cNvPr id="3184" name="Google Shape;3184;p111"/>
                  <p:cNvSpPr/>
                  <p:nvPr/>
                </p:nvSpPr>
                <p:spPr>
                  <a:xfrm>
                    <a:off x="9097899" y="1247298"/>
                    <a:ext cx="41909" cy="41910"/>
                  </a:xfrm>
                  <a:custGeom>
                    <a:rect b="b" l="l" r="r" t="t"/>
                    <a:pathLst>
                      <a:path extrusionOk="0" h="41910" w="41909">
                        <a:moveTo>
                          <a:pt x="0" y="0"/>
                        </a:moveTo>
                        <a:lnTo>
                          <a:pt x="41910" y="0"/>
                        </a:lnTo>
                        <a:lnTo>
                          <a:pt x="41910" y="41910"/>
                        </a:lnTo>
                        <a:lnTo>
                          <a:pt x="0" y="4191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185" name="Google Shape;3185;p111"/>
                  <p:cNvSpPr/>
                  <p:nvPr/>
                </p:nvSpPr>
                <p:spPr>
                  <a:xfrm>
                    <a:off x="9836277" y="1247298"/>
                    <a:ext cx="41909" cy="41910"/>
                  </a:xfrm>
                  <a:custGeom>
                    <a:rect b="b" l="l" r="r" t="t"/>
                    <a:pathLst>
                      <a:path extrusionOk="0" h="41910" w="41909">
                        <a:moveTo>
                          <a:pt x="0" y="0"/>
                        </a:moveTo>
                        <a:lnTo>
                          <a:pt x="41910" y="0"/>
                        </a:lnTo>
                        <a:lnTo>
                          <a:pt x="41910" y="41910"/>
                        </a:lnTo>
                        <a:lnTo>
                          <a:pt x="0" y="4191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3186" name="Google Shape;3186;p111"/>
                <p:cNvGrpSpPr/>
                <p:nvPr/>
              </p:nvGrpSpPr>
              <p:grpSpPr>
                <a:xfrm>
                  <a:off x="9097899" y="1701641"/>
                  <a:ext cx="780287" cy="41910"/>
                  <a:chOff x="9097899" y="1701641"/>
                  <a:chExt cx="780287" cy="41910"/>
                </a:xfrm>
              </p:grpSpPr>
              <p:sp>
                <p:nvSpPr>
                  <p:cNvPr id="3187" name="Google Shape;3187;p111"/>
                  <p:cNvSpPr/>
                  <p:nvPr/>
                </p:nvSpPr>
                <p:spPr>
                  <a:xfrm>
                    <a:off x="9097899" y="1701641"/>
                    <a:ext cx="41909" cy="41910"/>
                  </a:xfrm>
                  <a:custGeom>
                    <a:rect b="b" l="l" r="r" t="t"/>
                    <a:pathLst>
                      <a:path extrusionOk="0" h="41910" w="41909">
                        <a:moveTo>
                          <a:pt x="0" y="0"/>
                        </a:moveTo>
                        <a:lnTo>
                          <a:pt x="41910" y="0"/>
                        </a:lnTo>
                        <a:lnTo>
                          <a:pt x="41910" y="41910"/>
                        </a:lnTo>
                        <a:lnTo>
                          <a:pt x="0" y="4191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188" name="Google Shape;3188;p111"/>
                  <p:cNvSpPr/>
                  <p:nvPr/>
                </p:nvSpPr>
                <p:spPr>
                  <a:xfrm>
                    <a:off x="9467088" y="1701641"/>
                    <a:ext cx="41909" cy="41910"/>
                  </a:xfrm>
                  <a:custGeom>
                    <a:rect b="b" l="l" r="r" t="t"/>
                    <a:pathLst>
                      <a:path extrusionOk="0" h="41910" w="41909">
                        <a:moveTo>
                          <a:pt x="0" y="0"/>
                        </a:moveTo>
                        <a:lnTo>
                          <a:pt x="41910" y="0"/>
                        </a:lnTo>
                        <a:lnTo>
                          <a:pt x="41910" y="41910"/>
                        </a:lnTo>
                        <a:lnTo>
                          <a:pt x="0" y="4191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189" name="Google Shape;3189;p111"/>
                  <p:cNvSpPr/>
                  <p:nvPr/>
                </p:nvSpPr>
                <p:spPr>
                  <a:xfrm>
                    <a:off x="9836277" y="1701641"/>
                    <a:ext cx="41909" cy="41910"/>
                  </a:xfrm>
                  <a:custGeom>
                    <a:rect b="b" l="l" r="r" t="t"/>
                    <a:pathLst>
                      <a:path extrusionOk="0" h="41910" w="41909">
                        <a:moveTo>
                          <a:pt x="0" y="0"/>
                        </a:moveTo>
                        <a:lnTo>
                          <a:pt x="41910" y="0"/>
                        </a:lnTo>
                        <a:lnTo>
                          <a:pt x="41910" y="41910"/>
                        </a:lnTo>
                        <a:lnTo>
                          <a:pt x="0" y="4191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</p:grpSp>
        <p:grpSp>
          <p:nvGrpSpPr>
            <p:cNvPr id="3190" name="Google Shape;3190;p111"/>
            <p:cNvGrpSpPr/>
            <p:nvPr/>
          </p:nvGrpSpPr>
          <p:grpSpPr>
            <a:xfrm>
              <a:off x="7074117" y="956519"/>
              <a:ext cx="215826" cy="125825"/>
              <a:chOff x="9521952" y="1508283"/>
              <a:chExt cx="256508" cy="149542"/>
            </a:xfrm>
          </p:grpSpPr>
          <p:sp>
            <p:nvSpPr>
              <p:cNvPr id="3191" name="Google Shape;3191;p111"/>
              <p:cNvSpPr/>
              <p:nvPr/>
            </p:nvSpPr>
            <p:spPr>
              <a:xfrm>
                <a:off x="9521952" y="1508283"/>
                <a:ext cx="256508" cy="149542"/>
              </a:xfrm>
              <a:custGeom>
                <a:rect b="b" l="l" r="r" t="t"/>
                <a:pathLst>
                  <a:path extrusionOk="0" h="149542" w="256508">
                    <a:moveTo>
                      <a:pt x="218694" y="0"/>
                    </a:moveTo>
                    <a:cubicBezTo>
                      <a:pt x="239578" y="0"/>
                      <a:pt x="256508" y="16930"/>
                      <a:pt x="256508" y="37814"/>
                    </a:cubicBezTo>
                    <a:lnTo>
                      <a:pt x="256508" y="111728"/>
                    </a:lnTo>
                    <a:cubicBezTo>
                      <a:pt x="256508" y="132612"/>
                      <a:pt x="239578" y="149543"/>
                      <a:pt x="218694" y="149543"/>
                    </a:cubicBezTo>
                    <a:lnTo>
                      <a:pt x="37814" y="149543"/>
                    </a:lnTo>
                    <a:cubicBezTo>
                      <a:pt x="16930" y="149543"/>
                      <a:pt x="1" y="132612"/>
                      <a:pt x="1" y="111728"/>
                    </a:cubicBezTo>
                    <a:lnTo>
                      <a:pt x="1" y="37814"/>
                    </a:lnTo>
                    <a:cubicBezTo>
                      <a:pt x="1" y="16930"/>
                      <a:pt x="16930" y="0"/>
                      <a:pt x="3781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3192" name="Google Shape;3192;p111"/>
              <p:cNvGrpSpPr/>
              <p:nvPr/>
            </p:nvGrpSpPr>
            <p:grpSpPr>
              <a:xfrm>
                <a:off x="9556578" y="1534618"/>
                <a:ext cx="183763" cy="98921"/>
                <a:chOff x="9556578" y="1534618"/>
                <a:chExt cx="183763" cy="98921"/>
              </a:xfrm>
            </p:grpSpPr>
            <p:grpSp>
              <p:nvGrpSpPr>
                <p:cNvPr id="3193" name="Google Shape;3193;p111"/>
                <p:cNvGrpSpPr/>
                <p:nvPr/>
              </p:nvGrpSpPr>
              <p:grpSpPr>
                <a:xfrm>
                  <a:off x="9645396" y="1536115"/>
                  <a:ext cx="94945" cy="94946"/>
                  <a:chOff x="9645396" y="1536115"/>
                  <a:chExt cx="94945" cy="94946"/>
                </a:xfrm>
              </p:grpSpPr>
              <p:sp>
                <p:nvSpPr>
                  <p:cNvPr id="3194" name="Google Shape;3194;p111"/>
                  <p:cNvSpPr/>
                  <p:nvPr/>
                </p:nvSpPr>
                <p:spPr>
                  <a:xfrm>
                    <a:off x="9645396" y="1588389"/>
                    <a:ext cx="42671" cy="42672"/>
                  </a:xfrm>
                  <a:custGeom>
                    <a:rect b="b" l="l" r="r" t="t"/>
                    <a:pathLst>
                      <a:path extrusionOk="0" h="42672" w="42671">
                        <a:moveTo>
                          <a:pt x="16764" y="31147"/>
                        </a:moveTo>
                        <a:lnTo>
                          <a:pt x="42672" y="5144"/>
                        </a:lnTo>
                        <a:lnTo>
                          <a:pt x="37529" y="0"/>
                        </a:lnTo>
                        <a:lnTo>
                          <a:pt x="11525" y="25908"/>
                        </a:lnTo>
                        <a:lnTo>
                          <a:pt x="6382" y="28765"/>
                        </a:lnTo>
                        <a:lnTo>
                          <a:pt x="0" y="38576"/>
                        </a:lnTo>
                        <a:lnTo>
                          <a:pt x="4096" y="42672"/>
                        </a:lnTo>
                        <a:lnTo>
                          <a:pt x="13906" y="36290"/>
                        </a:lnTo>
                        <a:lnTo>
                          <a:pt x="16764" y="31147"/>
                        </a:ln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195" name="Google Shape;3195;p111"/>
                  <p:cNvSpPr/>
                  <p:nvPr/>
                </p:nvSpPr>
                <p:spPr>
                  <a:xfrm>
                    <a:off x="9674923" y="1536115"/>
                    <a:ext cx="65418" cy="65418"/>
                  </a:xfrm>
                  <a:custGeom>
                    <a:rect b="b" l="l" r="r" t="t"/>
                    <a:pathLst>
                      <a:path extrusionOk="0" h="65418" w="65418">
                        <a:moveTo>
                          <a:pt x="36576" y="54845"/>
                        </a:moveTo>
                        <a:lnTo>
                          <a:pt x="63246" y="28175"/>
                        </a:lnTo>
                        <a:cubicBezTo>
                          <a:pt x="64008" y="27413"/>
                          <a:pt x="64484" y="26461"/>
                          <a:pt x="64770" y="25413"/>
                        </a:cubicBezTo>
                        <a:cubicBezTo>
                          <a:pt x="65627" y="21794"/>
                          <a:pt x="66866" y="13602"/>
                          <a:pt x="59341" y="6077"/>
                        </a:cubicBezTo>
                        <a:cubicBezTo>
                          <a:pt x="51816" y="-1447"/>
                          <a:pt x="43625" y="-209"/>
                          <a:pt x="40005" y="648"/>
                        </a:cubicBezTo>
                        <a:cubicBezTo>
                          <a:pt x="38958" y="934"/>
                          <a:pt x="38005" y="1410"/>
                          <a:pt x="37243" y="2172"/>
                        </a:cubicBezTo>
                        <a:lnTo>
                          <a:pt x="10573" y="28842"/>
                        </a:lnTo>
                        <a:cubicBezTo>
                          <a:pt x="14669" y="32938"/>
                          <a:pt x="14669" y="39701"/>
                          <a:pt x="10573" y="43796"/>
                        </a:cubicBezTo>
                        <a:lnTo>
                          <a:pt x="8287" y="46082"/>
                        </a:lnTo>
                        <a:lnTo>
                          <a:pt x="4286" y="42082"/>
                        </a:lnTo>
                        <a:lnTo>
                          <a:pt x="0" y="46368"/>
                        </a:lnTo>
                        <a:lnTo>
                          <a:pt x="19050" y="65418"/>
                        </a:lnTo>
                        <a:lnTo>
                          <a:pt x="23336" y="61132"/>
                        </a:lnTo>
                        <a:lnTo>
                          <a:pt x="19336" y="57131"/>
                        </a:lnTo>
                        <a:lnTo>
                          <a:pt x="21622" y="54845"/>
                        </a:lnTo>
                        <a:cubicBezTo>
                          <a:pt x="25718" y="50750"/>
                          <a:pt x="32481" y="50750"/>
                          <a:pt x="36576" y="54845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3196" name="Google Shape;3196;p111"/>
                <p:cNvGrpSpPr/>
                <p:nvPr/>
              </p:nvGrpSpPr>
              <p:grpSpPr>
                <a:xfrm>
                  <a:off x="9556578" y="1534618"/>
                  <a:ext cx="98773" cy="98921"/>
                  <a:chOff x="9556578" y="1534618"/>
                  <a:chExt cx="98773" cy="98921"/>
                </a:xfrm>
              </p:grpSpPr>
              <p:sp>
                <p:nvSpPr>
                  <p:cNvPr id="3197" name="Google Shape;3197;p111"/>
                  <p:cNvSpPr/>
                  <p:nvPr/>
                </p:nvSpPr>
                <p:spPr>
                  <a:xfrm>
                    <a:off x="9556578" y="1534618"/>
                    <a:ext cx="98773" cy="98921"/>
                  </a:xfrm>
                  <a:custGeom>
                    <a:rect b="b" l="l" r="r" t="t"/>
                    <a:pathLst>
                      <a:path extrusionOk="0" h="98921" w="98773">
                        <a:moveTo>
                          <a:pt x="40717" y="72440"/>
                        </a:moveTo>
                        <a:lnTo>
                          <a:pt x="72244" y="40912"/>
                        </a:lnTo>
                        <a:cubicBezTo>
                          <a:pt x="74149" y="39007"/>
                          <a:pt x="76721" y="38054"/>
                          <a:pt x="79388" y="38054"/>
                        </a:cubicBezTo>
                        <a:cubicBezTo>
                          <a:pt x="84341" y="38150"/>
                          <a:pt x="89389" y="36340"/>
                          <a:pt x="93199" y="32530"/>
                        </a:cubicBezTo>
                        <a:cubicBezTo>
                          <a:pt x="98247" y="27482"/>
                          <a:pt x="99866" y="20243"/>
                          <a:pt x="98057" y="13766"/>
                        </a:cubicBezTo>
                        <a:lnTo>
                          <a:pt x="88722" y="23100"/>
                        </a:lnTo>
                        <a:lnTo>
                          <a:pt x="78435" y="20338"/>
                        </a:lnTo>
                        <a:lnTo>
                          <a:pt x="75673" y="10051"/>
                        </a:lnTo>
                        <a:lnTo>
                          <a:pt x="85007" y="716"/>
                        </a:lnTo>
                        <a:cubicBezTo>
                          <a:pt x="78626" y="-1093"/>
                          <a:pt x="71482" y="526"/>
                          <a:pt x="66434" y="5574"/>
                        </a:cubicBezTo>
                        <a:cubicBezTo>
                          <a:pt x="62624" y="9384"/>
                          <a:pt x="60814" y="14432"/>
                          <a:pt x="60909" y="19385"/>
                        </a:cubicBezTo>
                        <a:cubicBezTo>
                          <a:pt x="60909" y="22052"/>
                          <a:pt x="59957" y="24624"/>
                          <a:pt x="58052" y="26529"/>
                        </a:cubicBezTo>
                        <a:lnTo>
                          <a:pt x="26524" y="58057"/>
                        </a:lnTo>
                        <a:cubicBezTo>
                          <a:pt x="24619" y="59962"/>
                          <a:pt x="22047" y="60914"/>
                          <a:pt x="19380" y="60914"/>
                        </a:cubicBezTo>
                        <a:cubicBezTo>
                          <a:pt x="14427" y="60819"/>
                          <a:pt x="9379" y="62629"/>
                          <a:pt x="5569" y="66439"/>
                        </a:cubicBezTo>
                        <a:cubicBezTo>
                          <a:pt x="-2146" y="74154"/>
                          <a:pt x="-1861" y="86918"/>
                          <a:pt x="6522" y="94252"/>
                        </a:cubicBezTo>
                        <a:cubicBezTo>
                          <a:pt x="13761" y="100634"/>
                          <a:pt x="24905" y="100443"/>
                          <a:pt x="32048" y="93871"/>
                        </a:cubicBezTo>
                        <a:cubicBezTo>
                          <a:pt x="36239" y="89966"/>
                          <a:pt x="38240" y="84632"/>
                          <a:pt x="38145" y="79393"/>
                        </a:cubicBezTo>
                        <a:cubicBezTo>
                          <a:pt x="38145" y="76821"/>
                          <a:pt x="39097" y="74249"/>
                          <a:pt x="41002" y="72440"/>
                        </a:cubicBezTo>
                        <a:close/>
                        <a:moveTo>
                          <a:pt x="16618" y="87965"/>
                        </a:moveTo>
                        <a:lnTo>
                          <a:pt x="10713" y="82060"/>
                        </a:lnTo>
                        <a:lnTo>
                          <a:pt x="12903" y="73964"/>
                        </a:lnTo>
                        <a:lnTo>
                          <a:pt x="21000" y="71773"/>
                        </a:lnTo>
                        <a:lnTo>
                          <a:pt x="26905" y="77678"/>
                        </a:lnTo>
                        <a:lnTo>
                          <a:pt x="24714" y="85775"/>
                        </a:lnTo>
                        <a:lnTo>
                          <a:pt x="16618" y="87965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198" name="Google Shape;3198;p111"/>
                  <p:cNvSpPr/>
                  <p:nvPr/>
                </p:nvSpPr>
                <p:spPr>
                  <a:xfrm>
                    <a:off x="9597270" y="1577125"/>
                    <a:ext cx="15573" cy="15573"/>
                  </a:xfrm>
                  <a:custGeom>
                    <a:rect b="b" l="l" r="r" t="t"/>
                    <a:pathLst>
                      <a:path extrusionOk="0" h="15573" w="15573">
                        <a:moveTo>
                          <a:pt x="786" y="14883"/>
                        </a:moveTo>
                        <a:lnTo>
                          <a:pt x="786" y="14883"/>
                        </a:lnTo>
                        <a:cubicBezTo>
                          <a:pt x="-262" y="13835"/>
                          <a:pt x="-262" y="12025"/>
                          <a:pt x="786" y="10882"/>
                        </a:cubicBezTo>
                        <a:lnTo>
                          <a:pt x="10882" y="786"/>
                        </a:lnTo>
                        <a:cubicBezTo>
                          <a:pt x="11930" y="-262"/>
                          <a:pt x="13740" y="-262"/>
                          <a:pt x="14788" y="786"/>
                        </a:cubicBezTo>
                        <a:lnTo>
                          <a:pt x="14788" y="786"/>
                        </a:lnTo>
                        <a:cubicBezTo>
                          <a:pt x="15835" y="1834"/>
                          <a:pt x="15835" y="3643"/>
                          <a:pt x="14788" y="4691"/>
                        </a:cubicBezTo>
                        <a:lnTo>
                          <a:pt x="4691" y="14788"/>
                        </a:lnTo>
                        <a:cubicBezTo>
                          <a:pt x="3643" y="15835"/>
                          <a:pt x="1834" y="15835"/>
                          <a:pt x="690" y="14788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</p:grpSp>
      </p:grpSp>
    </p:spTree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rgbClr val="FFFFFF"/>
        </a:solidFill>
      </p:bgPr>
    </p:bg>
    <p:spTree>
      <p:nvGrpSpPr>
        <p:cNvPr id="3199" name="Shape 319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_1_1_1_1_1">
    <p:spTree>
      <p:nvGrpSpPr>
        <p:cNvPr id="3200" name="Shape 3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1" name="Google Shape;3201;p11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202" name="Google Shape;3202;p113"/>
          <p:cNvSpPr txBox="1"/>
          <p:nvPr>
            <p:ph hasCustomPrompt="1" idx="2" type="title"/>
          </p:nvPr>
        </p:nvSpPr>
        <p:spPr>
          <a:xfrm>
            <a:off x="1100975" y="1203373"/>
            <a:ext cx="734700" cy="5727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3203" name="Google Shape;3203;p113"/>
          <p:cNvSpPr txBox="1"/>
          <p:nvPr>
            <p:ph hasCustomPrompt="1" idx="3" type="title"/>
          </p:nvPr>
        </p:nvSpPr>
        <p:spPr>
          <a:xfrm>
            <a:off x="1100975" y="2789203"/>
            <a:ext cx="734700" cy="5727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3204" name="Google Shape;3204;p113"/>
          <p:cNvSpPr txBox="1"/>
          <p:nvPr>
            <p:ph hasCustomPrompt="1" idx="4" type="title"/>
          </p:nvPr>
        </p:nvSpPr>
        <p:spPr>
          <a:xfrm>
            <a:off x="3419250" y="1203373"/>
            <a:ext cx="734700" cy="5727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3205" name="Google Shape;3205;p113"/>
          <p:cNvSpPr txBox="1"/>
          <p:nvPr>
            <p:ph hasCustomPrompt="1" idx="5" type="title"/>
          </p:nvPr>
        </p:nvSpPr>
        <p:spPr>
          <a:xfrm>
            <a:off x="3419250" y="2789203"/>
            <a:ext cx="734700" cy="5727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3206" name="Google Shape;3206;p113"/>
          <p:cNvSpPr txBox="1"/>
          <p:nvPr>
            <p:ph hasCustomPrompt="1" idx="6" type="title"/>
          </p:nvPr>
        </p:nvSpPr>
        <p:spPr>
          <a:xfrm>
            <a:off x="5737525" y="1203373"/>
            <a:ext cx="734700" cy="5727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3207" name="Google Shape;3207;p113"/>
          <p:cNvSpPr txBox="1"/>
          <p:nvPr>
            <p:ph hasCustomPrompt="1" idx="7" type="title"/>
          </p:nvPr>
        </p:nvSpPr>
        <p:spPr>
          <a:xfrm>
            <a:off x="5737525" y="2789203"/>
            <a:ext cx="734700" cy="5727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3208" name="Google Shape;3208;p113"/>
          <p:cNvSpPr txBox="1"/>
          <p:nvPr>
            <p:ph idx="1" type="subTitle"/>
          </p:nvPr>
        </p:nvSpPr>
        <p:spPr>
          <a:xfrm>
            <a:off x="1100975" y="1912475"/>
            <a:ext cx="2305500" cy="75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8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3209" name="Google Shape;3209;p113"/>
          <p:cNvSpPr txBox="1"/>
          <p:nvPr>
            <p:ph idx="8" type="subTitle"/>
          </p:nvPr>
        </p:nvSpPr>
        <p:spPr>
          <a:xfrm>
            <a:off x="3419250" y="1912475"/>
            <a:ext cx="2305500" cy="75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8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3210" name="Google Shape;3210;p113"/>
          <p:cNvSpPr txBox="1"/>
          <p:nvPr>
            <p:ph idx="9" type="subTitle"/>
          </p:nvPr>
        </p:nvSpPr>
        <p:spPr>
          <a:xfrm>
            <a:off x="5737525" y="1912475"/>
            <a:ext cx="2305500" cy="75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8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3211" name="Google Shape;3211;p113"/>
          <p:cNvSpPr txBox="1"/>
          <p:nvPr>
            <p:ph idx="13" type="subTitle"/>
          </p:nvPr>
        </p:nvSpPr>
        <p:spPr>
          <a:xfrm>
            <a:off x="1100975" y="3498350"/>
            <a:ext cx="2305500" cy="75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8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3212" name="Google Shape;3212;p113"/>
          <p:cNvSpPr txBox="1"/>
          <p:nvPr>
            <p:ph idx="14" type="subTitle"/>
          </p:nvPr>
        </p:nvSpPr>
        <p:spPr>
          <a:xfrm>
            <a:off x="3419250" y="3498350"/>
            <a:ext cx="2305500" cy="75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8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3213" name="Google Shape;3213;p113"/>
          <p:cNvSpPr txBox="1"/>
          <p:nvPr>
            <p:ph idx="15" type="subTitle"/>
          </p:nvPr>
        </p:nvSpPr>
        <p:spPr>
          <a:xfrm>
            <a:off x="5737525" y="3498350"/>
            <a:ext cx="2305500" cy="75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8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3214" name="Google Shape;3214;p113"/>
          <p:cNvSpPr/>
          <p:nvPr/>
        </p:nvSpPr>
        <p:spPr>
          <a:xfrm flipH="1" rot="8819869">
            <a:off x="7035528" y="3933627"/>
            <a:ext cx="3158468" cy="2509642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5" name="Google Shape;3215;p113"/>
          <p:cNvSpPr/>
          <p:nvPr/>
        </p:nvSpPr>
        <p:spPr>
          <a:xfrm flipH="1" rot="-3657034">
            <a:off x="-1336268" y="-858934"/>
            <a:ext cx="2746020" cy="1921695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216" name="Google Shape;3216;p113"/>
          <p:cNvGrpSpPr/>
          <p:nvPr/>
        </p:nvGrpSpPr>
        <p:grpSpPr>
          <a:xfrm>
            <a:off x="8114970" y="266839"/>
            <a:ext cx="829992" cy="750888"/>
            <a:chOff x="8114596" y="445039"/>
            <a:chExt cx="633002" cy="572716"/>
          </a:xfrm>
        </p:grpSpPr>
        <p:grpSp>
          <p:nvGrpSpPr>
            <p:cNvPr id="3217" name="Google Shape;3217;p113"/>
            <p:cNvGrpSpPr/>
            <p:nvPr/>
          </p:nvGrpSpPr>
          <p:grpSpPr>
            <a:xfrm>
              <a:off x="8114596" y="445039"/>
              <a:ext cx="633002" cy="572716"/>
              <a:chOff x="7189660" y="520827"/>
              <a:chExt cx="598074" cy="541115"/>
            </a:xfrm>
          </p:grpSpPr>
          <p:sp>
            <p:nvSpPr>
              <p:cNvPr id="3218" name="Google Shape;3218;p113"/>
              <p:cNvSpPr/>
              <p:nvPr/>
            </p:nvSpPr>
            <p:spPr>
              <a:xfrm>
                <a:off x="7189660" y="520827"/>
                <a:ext cx="598074" cy="541115"/>
              </a:xfrm>
              <a:custGeom>
                <a:rect b="b" l="l" r="r" t="t"/>
                <a:pathLst>
                  <a:path extrusionOk="0" h="541115" w="598074">
                    <a:moveTo>
                      <a:pt x="557022" y="0"/>
                    </a:moveTo>
                    <a:cubicBezTo>
                      <a:pt x="579695" y="0"/>
                      <a:pt x="598075" y="18380"/>
                      <a:pt x="598075" y="41053"/>
                    </a:cubicBezTo>
                    <a:lnTo>
                      <a:pt x="598075" y="500063"/>
                    </a:lnTo>
                    <a:cubicBezTo>
                      <a:pt x="598075" y="522735"/>
                      <a:pt x="579695" y="541115"/>
                      <a:pt x="557022" y="541115"/>
                    </a:cubicBezTo>
                    <a:lnTo>
                      <a:pt x="41053" y="541115"/>
                    </a:lnTo>
                    <a:cubicBezTo>
                      <a:pt x="18380" y="541115"/>
                      <a:pt x="0" y="522735"/>
                      <a:pt x="0" y="500063"/>
                    </a:cubicBezTo>
                    <a:lnTo>
                      <a:pt x="0" y="41053"/>
                    </a:lnTo>
                    <a:cubicBezTo>
                      <a:pt x="0" y="18380"/>
                      <a:pt x="18380" y="0"/>
                      <a:pt x="410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3219" name="Google Shape;3219;p113"/>
              <p:cNvGrpSpPr/>
              <p:nvPr/>
            </p:nvGrpSpPr>
            <p:grpSpPr>
              <a:xfrm>
                <a:off x="7579137" y="551973"/>
                <a:ext cx="164782" cy="41529"/>
                <a:chOff x="7579137" y="551973"/>
                <a:chExt cx="164782" cy="41529"/>
              </a:xfrm>
            </p:grpSpPr>
            <p:sp>
              <p:nvSpPr>
                <p:cNvPr id="3220" name="Google Shape;3220;p113"/>
                <p:cNvSpPr/>
                <p:nvPr/>
              </p:nvSpPr>
              <p:spPr>
                <a:xfrm>
                  <a:off x="7702391" y="551973"/>
                  <a:ext cx="41528" cy="41529"/>
                </a:xfrm>
                <a:custGeom>
                  <a:rect b="b" l="l" r="r" t="t"/>
                  <a:pathLst>
                    <a:path extrusionOk="0" h="41529" w="41528">
                      <a:moveTo>
                        <a:pt x="41529" y="20765"/>
                      </a:moveTo>
                      <a:cubicBezTo>
                        <a:pt x="41529" y="32290"/>
                        <a:pt x="32195" y="41529"/>
                        <a:pt x="20764" y="41529"/>
                      </a:cubicBezTo>
                      <a:cubicBezTo>
                        <a:pt x="9334" y="41529"/>
                        <a:pt x="0" y="32195"/>
                        <a:pt x="0" y="20765"/>
                      </a:cubicBezTo>
                      <a:cubicBezTo>
                        <a:pt x="0" y="9335"/>
                        <a:pt x="9334" y="0"/>
                        <a:pt x="20764" y="0"/>
                      </a:cubicBezTo>
                      <a:cubicBezTo>
                        <a:pt x="32195" y="0"/>
                        <a:pt x="41529" y="9335"/>
                        <a:pt x="41529" y="20765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221" name="Google Shape;3221;p113"/>
                <p:cNvSpPr/>
                <p:nvPr/>
              </p:nvSpPr>
              <p:spPr>
                <a:xfrm>
                  <a:off x="7640764" y="551973"/>
                  <a:ext cx="41528" cy="41529"/>
                </a:xfrm>
                <a:custGeom>
                  <a:rect b="b" l="l" r="r" t="t"/>
                  <a:pathLst>
                    <a:path extrusionOk="0" h="41529" w="41528">
                      <a:moveTo>
                        <a:pt x="41529" y="20765"/>
                      </a:moveTo>
                      <a:cubicBezTo>
                        <a:pt x="41529" y="32290"/>
                        <a:pt x="32195" y="41529"/>
                        <a:pt x="20764" y="41529"/>
                      </a:cubicBezTo>
                      <a:cubicBezTo>
                        <a:pt x="9334" y="41529"/>
                        <a:pt x="0" y="32195"/>
                        <a:pt x="0" y="20765"/>
                      </a:cubicBezTo>
                      <a:cubicBezTo>
                        <a:pt x="0" y="9335"/>
                        <a:pt x="9334" y="0"/>
                        <a:pt x="20764" y="0"/>
                      </a:cubicBezTo>
                      <a:cubicBezTo>
                        <a:pt x="32195" y="0"/>
                        <a:pt x="41529" y="9335"/>
                        <a:pt x="41529" y="20765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222" name="Google Shape;3222;p113"/>
                <p:cNvSpPr/>
                <p:nvPr/>
              </p:nvSpPr>
              <p:spPr>
                <a:xfrm>
                  <a:off x="7579137" y="551973"/>
                  <a:ext cx="41528" cy="41529"/>
                </a:xfrm>
                <a:custGeom>
                  <a:rect b="b" l="l" r="r" t="t"/>
                  <a:pathLst>
                    <a:path extrusionOk="0" h="41529" w="41528">
                      <a:moveTo>
                        <a:pt x="41529" y="20765"/>
                      </a:moveTo>
                      <a:cubicBezTo>
                        <a:pt x="41529" y="32290"/>
                        <a:pt x="32195" y="41529"/>
                        <a:pt x="20764" y="41529"/>
                      </a:cubicBezTo>
                      <a:cubicBezTo>
                        <a:pt x="9334" y="41529"/>
                        <a:pt x="0" y="32195"/>
                        <a:pt x="0" y="20765"/>
                      </a:cubicBezTo>
                      <a:cubicBezTo>
                        <a:pt x="0" y="9335"/>
                        <a:pt x="9334" y="0"/>
                        <a:pt x="20764" y="0"/>
                      </a:cubicBezTo>
                      <a:cubicBezTo>
                        <a:pt x="32195" y="0"/>
                        <a:pt x="41529" y="9335"/>
                        <a:pt x="41529" y="20765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3223" name="Google Shape;3223;p113"/>
            <p:cNvGrpSpPr/>
            <p:nvPr/>
          </p:nvGrpSpPr>
          <p:grpSpPr>
            <a:xfrm>
              <a:off x="8184962" y="619646"/>
              <a:ext cx="498115" cy="257273"/>
              <a:chOff x="7256144" y="685800"/>
              <a:chExt cx="470630" cy="243077"/>
            </a:xfrm>
          </p:grpSpPr>
          <p:sp>
            <p:nvSpPr>
              <p:cNvPr id="3224" name="Google Shape;3224;p113"/>
              <p:cNvSpPr/>
              <p:nvPr/>
            </p:nvSpPr>
            <p:spPr>
              <a:xfrm>
                <a:off x="7256144" y="694753"/>
                <a:ext cx="218503" cy="218217"/>
              </a:xfrm>
              <a:custGeom>
                <a:rect b="b" l="l" r="r" t="t"/>
                <a:pathLst>
                  <a:path extrusionOk="0" h="218217" w="218503">
                    <a:moveTo>
                      <a:pt x="216598" y="129540"/>
                    </a:moveTo>
                    <a:cubicBezTo>
                      <a:pt x="217837" y="122968"/>
                      <a:pt x="218504" y="116110"/>
                      <a:pt x="218504" y="109156"/>
                    </a:cubicBezTo>
                    <a:cubicBezTo>
                      <a:pt x="218504" y="102203"/>
                      <a:pt x="217837" y="95440"/>
                      <a:pt x="216598" y="88773"/>
                    </a:cubicBezTo>
                    <a:lnTo>
                      <a:pt x="181261" y="88773"/>
                    </a:lnTo>
                    <a:cubicBezTo>
                      <a:pt x="179641" y="83058"/>
                      <a:pt x="177451" y="77724"/>
                      <a:pt x="174593" y="72676"/>
                    </a:cubicBezTo>
                    <a:lnTo>
                      <a:pt x="199549" y="47720"/>
                    </a:lnTo>
                    <a:cubicBezTo>
                      <a:pt x="191834" y="36385"/>
                      <a:pt x="182118" y="26670"/>
                      <a:pt x="170783" y="18955"/>
                    </a:cubicBezTo>
                    <a:lnTo>
                      <a:pt x="145732" y="44005"/>
                    </a:lnTo>
                    <a:cubicBezTo>
                      <a:pt x="140684" y="41148"/>
                      <a:pt x="135255" y="38957"/>
                      <a:pt x="129635" y="37338"/>
                    </a:cubicBezTo>
                    <a:lnTo>
                      <a:pt x="129635" y="1905"/>
                    </a:lnTo>
                    <a:cubicBezTo>
                      <a:pt x="123063" y="667"/>
                      <a:pt x="116205" y="0"/>
                      <a:pt x="109252" y="0"/>
                    </a:cubicBezTo>
                    <a:cubicBezTo>
                      <a:pt x="102298" y="0"/>
                      <a:pt x="95536" y="667"/>
                      <a:pt x="88868" y="1905"/>
                    </a:cubicBezTo>
                    <a:lnTo>
                      <a:pt x="88868" y="37338"/>
                    </a:lnTo>
                    <a:cubicBezTo>
                      <a:pt x="83154" y="38957"/>
                      <a:pt x="77819" y="41148"/>
                      <a:pt x="72771" y="44005"/>
                    </a:cubicBezTo>
                    <a:lnTo>
                      <a:pt x="47720" y="18955"/>
                    </a:lnTo>
                    <a:cubicBezTo>
                      <a:pt x="36386" y="26670"/>
                      <a:pt x="26670" y="36481"/>
                      <a:pt x="18955" y="47720"/>
                    </a:cubicBezTo>
                    <a:lnTo>
                      <a:pt x="43910" y="72676"/>
                    </a:lnTo>
                    <a:cubicBezTo>
                      <a:pt x="41053" y="77724"/>
                      <a:pt x="38862" y="83153"/>
                      <a:pt x="37243" y="88773"/>
                    </a:cubicBezTo>
                    <a:lnTo>
                      <a:pt x="1905" y="88773"/>
                    </a:lnTo>
                    <a:cubicBezTo>
                      <a:pt x="667" y="95345"/>
                      <a:pt x="0" y="102203"/>
                      <a:pt x="0" y="109156"/>
                    </a:cubicBezTo>
                    <a:cubicBezTo>
                      <a:pt x="0" y="116110"/>
                      <a:pt x="667" y="122873"/>
                      <a:pt x="1905" y="129540"/>
                    </a:cubicBezTo>
                    <a:lnTo>
                      <a:pt x="37243" y="129540"/>
                    </a:lnTo>
                    <a:cubicBezTo>
                      <a:pt x="38862" y="135255"/>
                      <a:pt x="41053" y="140589"/>
                      <a:pt x="43910" y="145637"/>
                    </a:cubicBezTo>
                    <a:lnTo>
                      <a:pt x="18955" y="170593"/>
                    </a:lnTo>
                    <a:cubicBezTo>
                      <a:pt x="26670" y="181928"/>
                      <a:pt x="36386" y="191643"/>
                      <a:pt x="47720" y="199358"/>
                    </a:cubicBezTo>
                    <a:lnTo>
                      <a:pt x="72771" y="174308"/>
                    </a:lnTo>
                    <a:cubicBezTo>
                      <a:pt x="77819" y="177165"/>
                      <a:pt x="83248" y="179356"/>
                      <a:pt x="88868" y="180975"/>
                    </a:cubicBezTo>
                    <a:lnTo>
                      <a:pt x="88868" y="216313"/>
                    </a:lnTo>
                    <a:cubicBezTo>
                      <a:pt x="95441" y="217551"/>
                      <a:pt x="102298" y="218218"/>
                      <a:pt x="109252" y="218218"/>
                    </a:cubicBezTo>
                    <a:cubicBezTo>
                      <a:pt x="116205" y="218218"/>
                      <a:pt x="122968" y="217551"/>
                      <a:pt x="129635" y="216313"/>
                    </a:cubicBezTo>
                    <a:lnTo>
                      <a:pt x="129635" y="180975"/>
                    </a:lnTo>
                    <a:cubicBezTo>
                      <a:pt x="135350" y="179356"/>
                      <a:pt x="140684" y="177070"/>
                      <a:pt x="145732" y="174308"/>
                    </a:cubicBezTo>
                    <a:lnTo>
                      <a:pt x="170783" y="199358"/>
                    </a:lnTo>
                    <a:cubicBezTo>
                      <a:pt x="182118" y="191643"/>
                      <a:pt x="191834" y="181928"/>
                      <a:pt x="199549" y="170593"/>
                    </a:cubicBezTo>
                    <a:lnTo>
                      <a:pt x="174593" y="145542"/>
                    </a:lnTo>
                    <a:cubicBezTo>
                      <a:pt x="177451" y="140494"/>
                      <a:pt x="179641" y="135064"/>
                      <a:pt x="181261" y="129445"/>
                    </a:cubicBezTo>
                    <a:lnTo>
                      <a:pt x="216598" y="129445"/>
                    </a:lnTo>
                    <a:close/>
                    <a:moveTo>
                      <a:pt x="109252" y="131255"/>
                    </a:moveTo>
                    <a:cubicBezTo>
                      <a:pt x="97060" y="131255"/>
                      <a:pt x="87249" y="121349"/>
                      <a:pt x="87249" y="109252"/>
                    </a:cubicBezTo>
                    <a:cubicBezTo>
                      <a:pt x="87249" y="97155"/>
                      <a:pt x="97155" y="87249"/>
                      <a:pt x="109252" y="87249"/>
                    </a:cubicBezTo>
                    <a:cubicBezTo>
                      <a:pt x="121348" y="87249"/>
                      <a:pt x="131255" y="97155"/>
                      <a:pt x="131255" y="109252"/>
                    </a:cubicBezTo>
                    <a:cubicBezTo>
                      <a:pt x="131255" y="121349"/>
                      <a:pt x="121348" y="131255"/>
                      <a:pt x="109252" y="131255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3225" name="Google Shape;3225;p113"/>
              <p:cNvGrpSpPr/>
              <p:nvPr/>
            </p:nvGrpSpPr>
            <p:grpSpPr>
              <a:xfrm>
                <a:off x="7512843" y="685800"/>
                <a:ext cx="213931" cy="243077"/>
                <a:chOff x="7512843" y="685800"/>
                <a:chExt cx="213931" cy="243077"/>
              </a:xfrm>
            </p:grpSpPr>
            <p:grpSp>
              <p:nvGrpSpPr>
                <p:cNvPr id="3226" name="Google Shape;3226;p113"/>
                <p:cNvGrpSpPr/>
                <p:nvPr/>
              </p:nvGrpSpPr>
              <p:grpSpPr>
                <a:xfrm>
                  <a:off x="7512843" y="836580"/>
                  <a:ext cx="213931" cy="92297"/>
                  <a:chOff x="7512843" y="836580"/>
                  <a:chExt cx="213931" cy="92297"/>
                </a:xfrm>
              </p:grpSpPr>
              <p:sp>
                <p:nvSpPr>
                  <p:cNvPr id="3227" name="Google Shape;3227;p113"/>
                  <p:cNvSpPr/>
                  <p:nvPr/>
                </p:nvSpPr>
                <p:spPr>
                  <a:xfrm>
                    <a:off x="7512843" y="856011"/>
                    <a:ext cx="213931" cy="72866"/>
                  </a:xfrm>
                  <a:custGeom>
                    <a:rect b="b" l="l" r="r" t="t"/>
                    <a:pathLst>
                      <a:path extrusionOk="0" h="72866" w="213931">
                        <a:moveTo>
                          <a:pt x="0" y="0"/>
                        </a:moveTo>
                        <a:lnTo>
                          <a:pt x="0" y="53435"/>
                        </a:lnTo>
                        <a:cubicBezTo>
                          <a:pt x="0" y="64199"/>
                          <a:pt x="47911" y="72866"/>
                          <a:pt x="106966" y="72866"/>
                        </a:cubicBezTo>
                        <a:cubicBezTo>
                          <a:pt x="166021" y="72866"/>
                          <a:pt x="213932" y="64199"/>
                          <a:pt x="213932" y="53435"/>
                        </a:cubicBezTo>
                        <a:lnTo>
                          <a:pt x="213932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228" name="Google Shape;3228;p113"/>
                  <p:cNvSpPr/>
                  <p:nvPr/>
                </p:nvSpPr>
                <p:spPr>
                  <a:xfrm>
                    <a:off x="7512843" y="836580"/>
                    <a:ext cx="213931" cy="38861"/>
                  </a:xfrm>
                  <a:custGeom>
                    <a:rect b="b" l="l" r="r" t="t"/>
                    <a:pathLst>
                      <a:path extrusionOk="0" h="38861" w="213931">
                        <a:moveTo>
                          <a:pt x="213932" y="19431"/>
                        </a:moveTo>
                        <a:cubicBezTo>
                          <a:pt x="213932" y="30162"/>
                          <a:pt x="166042" y="38862"/>
                          <a:pt x="106966" y="38862"/>
                        </a:cubicBezTo>
                        <a:cubicBezTo>
                          <a:pt x="47891" y="38862"/>
                          <a:pt x="1" y="30162"/>
                          <a:pt x="1" y="19431"/>
                        </a:cubicBezTo>
                        <a:cubicBezTo>
                          <a:pt x="1" y="8700"/>
                          <a:pt x="47891" y="0"/>
                          <a:pt x="106966" y="0"/>
                        </a:cubicBezTo>
                        <a:cubicBezTo>
                          <a:pt x="166042" y="0"/>
                          <a:pt x="213932" y="8700"/>
                          <a:pt x="213932" y="19431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3229" name="Google Shape;3229;p113"/>
                <p:cNvGrpSpPr/>
                <p:nvPr/>
              </p:nvGrpSpPr>
              <p:grpSpPr>
                <a:xfrm>
                  <a:off x="7512843" y="761238"/>
                  <a:ext cx="213931" cy="92296"/>
                  <a:chOff x="7512843" y="761238"/>
                  <a:chExt cx="213931" cy="92296"/>
                </a:xfrm>
              </p:grpSpPr>
              <p:sp>
                <p:nvSpPr>
                  <p:cNvPr id="3230" name="Google Shape;3230;p113"/>
                  <p:cNvSpPr/>
                  <p:nvPr/>
                </p:nvSpPr>
                <p:spPr>
                  <a:xfrm>
                    <a:off x="7512843" y="780668"/>
                    <a:ext cx="213931" cy="72866"/>
                  </a:xfrm>
                  <a:custGeom>
                    <a:rect b="b" l="l" r="r" t="t"/>
                    <a:pathLst>
                      <a:path extrusionOk="0" h="72866" w="213931">
                        <a:moveTo>
                          <a:pt x="0" y="0"/>
                        </a:moveTo>
                        <a:lnTo>
                          <a:pt x="0" y="53435"/>
                        </a:lnTo>
                        <a:cubicBezTo>
                          <a:pt x="0" y="64199"/>
                          <a:pt x="47911" y="72866"/>
                          <a:pt x="106966" y="72866"/>
                        </a:cubicBezTo>
                        <a:cubicBezTo>
                          <a:pt x="166021" y="72866"/>
                          <a:pt x="213932" y="64199"/>
                          <a:pt x="213932" y="53435"/>
                        </a:cubicBezTo>
                        <a:lnTo>
                          <a:pt x="213932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231" name="Google Shape;3231;p113"/>
                  <p:cNvSpPr/>
                  <p:nvPr/>
                </p:nvSpPr>
                <p:spPr>
                  <a:xfrm>
                    <a:off x="7512843" y="761238"/>
                    <a:ext cx="213931" cy="38861"/>
                  </a:xfrm>
                  <a:custGeom>
                    <a:rect b="b" l="l" r="r" t="t"/>
                    <a:pathLst>
                      <a:path extrusionOk="0" h="38861" w="213931">
                        <a:moveTo>
                          <a:pt x="213932" y="19431"/>
                        </a:moveTo>
                        <a:cubicBezTo>
                          <a:pt x="213932" y="30162"/>
                          <a:pt x="166042" y="38862"/>
                          <a:pt x="106966" y="38862"/>
                        </a:cubicBezTo>
                        <a:cubicBezTo>
                          <a:pt x="47891" y="38862"/>
                          <a:pt x="1" y="30162"/>
                          <a:pt x="1" y="19431"/>
                        </a:cubicBezTo>
                        <a:cubicBezTo>
                          <a:pt x="1" y="8700"/>
                          <a:pt x="47891" y="0"/>
                          <a:pt x="106966" y="0"/>
                        </a:cubicBezTo>
                        <a:cubicBezTo>
                          <a:pt x="166042" y="0"/>
                          <a:pt x="213932" y="8700"/>
                          <a:pt x="213932" y="19431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3232" name="Google Shape;3232;p113"/>
                <p:cNvGrpSpPr/>
                <p:nvPr/>
              </p:nvGrpSpPr>
              <p:grpSpPr>
                <a:xfrm>
                  <a:off x="7512843" y="685800"/>
                  <a:ext cx="213931" cy="92297"/>
                  <a:chOff x="7512843" y="685800"/>
                  <a:chExt cx="213931" cy="92297"/>
                </a:xfrm>
              </p:grpSpPr>
              <p:sp>
                <p:nvSpPr>
                  <p:cNvPr id="3233" name="Google Shape;3233;p113"/>
                  <p:cNvSpPr/>
                  <p:nvPr/>
                </p:nvSpPr>
                <p:spPr>
                  <a:xfrm>
                    <a:off x="7512843" y="705231"/>
                    <a:ext cx="213931" cy="72866"/>
                  </a:xfrm>
                  <a:custGeom>
                    <a:rect b="b" l="l" r="r" t="t"/>
                    <a:pathLst>
                      <a:path extrusionOk="0" h="72866" w="213931">
                        <a:moveTo>
                          <a:pt x="0" y="0"/>
                        </a:moveTo>
                        <a:lnTo>
                          <a:pt x="0" y="53435"/>
                        </a:lnTo>
                        <a:cubicBezTo>
                          <a:pt x="0" y="64198"/>
                          <a:pt x="47911" y="72866"/>
                          <a:pt x="106966" y="72866"/>
                        </a:cubicBezTo>
                        <a:cubicBezTo>
                          <a:pt x="166021" y="72866"/>
                          <a:pt x="213932" y="64198"/>
                          <a:pt x="213932" y="53435"/>
                        </a:cubicBezTo>
                        <a:lnTo>
                          <a:pt x="213932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234" name="Google Shape;3234;p113"/>
                  <p:cNvSpPr/>
                  <p:nvPr/>
                </p:nvSpPr>
                <p:spPr>
                  <a:xfrm>
                    <a:off x="7512843" y="685800"/>
                    <a:ext cx="213931" cy="38861"/>
                  </a:xfrm>
                  <a:custGeom>
                    <a:rect b="b" l="l" r="r" t="t"/>
                    <a:pathLst>
                      <a:path extrusionOk="0" h="38861" w="213931">
                        <a:moveTo>
                          <a:pt x="213932" y="19431"/>
                        </a:moveTo>
                        <a:cubicBezTo>
                          <a:pt x="213932" y="30162"/>
                          <a:pt x="166042" y="38862"/>
                          <a:pt x="106966" y="38862"/>
                        </a:cubicBezTo>
                        <a:cubicBezTo>
                          <a:pt x="47891" y="38862"/>
                          <a:pt x="1" y="30162"/>
                          <a:pt x="1" y="19431"/>
                        </a:cubicBezTo>
                        <a:cubicBezTo>
                          <a:pt x="1" y="8700"/>
                          <a:pt x="47891" y="0"/>
                          <a:pt x="106966" y="0"/>
                        </a:cubicBezTo>
                        <a:cubicBezTo>
                          <a:pt x="166042" y="0"/>
                          <a:pt x="213932" y="8700"/>
                          <a:pt x="213932" y="19431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</p:grpSp>
      </p:grpSp>
      <p:sp>
        <p:nvSpPr>
          <p:cNvPr id="3235" name="Google Shape;3235;p113"/>
          <p:cNvSpPr/>
          <p:nvPr/>
        </p:nvSpPr>
        <p:spPr>
          <a:xfrm>
            <a:off x="62832" y="4828541"/>
            <a:ext cx="734045" cy="45268"/>
          </a:xfrm>
          <a:custGeom>
            <a:rect b="b" l="l" r="r" t="t"/>
            <a:pathLst>
              <a:path extrusionOk="0" h="50863" w="824770">
                <a:moveTo>
                  <a:pt x="799338" y="50863"/>
                </a:moveTo>
                <a:lnTo>
                  <a:pt x="25432" y="50863"/>
                </a:lnTo>
                <a:cubicBezTo>
                  <a:pt x="11430" y="50863"/>
                  <a:pt x="0" y="39433"/>
                  <a:pt x="0" y="25432"/>
                </a:cubicBezTo>
                <a:lnTo>
                  <a:pt x="0" y="25432"/>
                </a:lnTo>
                <a:cubicBezTo>
                  <a:pt x="0" y="11430"/>
                  <a:pt x="11430" y="0"/>
                  <a:pt x="25432" y="0"/>
                </a:cubicBezTo>
                <a:lnTo>
                  <a:pt x="799338" y="0"/>
                </a:lnTo>
                <a:cubicBezTo>
                  <a:pt x="813339" y="0"/>
                  <a:pt x="824770" y="11430"/>
                  <a:pt x="824770" y="25432"/>
                </a:cubicBezTo>
                <a:lnTo>
                  <a:pt x="824770" y="25432"/>
                </a:lnTo>
                <a:cubicBezTo>
                  <a:pt x="824770" y="39433"/>
                  <a:pt x="813339" y="50863"/>
                  <a:pt x="799338" y="50863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236" name="Google Shape;3236;p113"/>
          <p:cNvGrpSpPr/>
          <p:nvPr/>
        </p:nvGrpSpPr>
        <p:grpSpPr>
          <a:xfrm>
            <a:off x="103395" y="3891186"/>
            <a:ext cx="668783" cy="959747"/>
            <a:chOff x="10519314" y="4728596"/>
            <a:chExt cx="751780" cy="1078731"/>
          </a:xfrm>
        </p:grpSpPr>
        <p:grpSp>
          <p:nvGrpSpPr>
            <p:cNvPr id="3237" name="Google Shape;3237;p113"/>
            <p:cNvGrpSpPr/>
            <p:nvPr/>
          </p:nvGrpSpPr>
          <p:grpSpPr>
            <a:xfrm>
              <a:off x="10519314" y="4728596"/>
              <a:ext cx="626662" cy="1078731"/>
              <a:chOff x="10519314" y="4728596"/>
              <a:chExt cx="626662" cy="1078731"/>
            </a:xfrm>
          </p:grpSpPr>
          <p:grpSp>
            <p:nvGrpSpPr>
              <p:cNvPr id="3238" name="Google Shape;3238;p113"/>
              <p:cNvGrpSpPr/>
              <p:nvPr/>
            </p:nvGrpSpPr>
            <p:grpSpPr>
              <a:xfrm>
                <a:off x="10903220" y="4888205"/>
                <a:ext cx="242756" cy="919122"/>
                <a:chOff x="10903220" y="4888205"/>
                <a:chExt cx="242756" cy="919122"/>
              </a:xfrm>
            </p:grpSpPr>
            <p:sp>
              <p:nvSpPr>
                <p:cNvPr id="3239" name="Google Shape;3239;p113"/>
                <p:cNvSpPr/>
                <p:nvPr/>
              </p:nvSpPr>
              <p:spPr>
                <a:xfrm rot="-447735">
                  <a:off x="10961814" y="4892503"/>
                  <a:ext cx="125567" cy="910526"/>
                </a:xfrm>
                <a:custGeom>
                  <a:rect b="b" l="l" r="r" t="t"/>
                  <a:pathLst>
                    <a:path extrusionOk="0" h="909637" w="125444">
                      <a:moveTo>
                        <a:pt x="0" y="0"/>
                      </a:moveTo>
                      <a:lnTo>
                        <a:pt x="125445" y="0"/>
                      </a:lnTo>
                      <a:lnTo>
                        <a:pt x="125445" y="909637"/>
                      </a:lnTo>
                      <a:lnTo>
                        <a:pt x="0" y="909637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240" name="Google Shape;3240;p113"/>
                <p:cNvSpPr/>
                <p:nvPr/>
              </p:nvSpPr>
              <p:spPr>
                <a:xfrm>
                  <a:off x="10952422" y="4933194"/>
                  <a:ext cx="42088" cy="42088"/>
                </a:xfrm>
                <a:custGeom>
                  <a:rect b="b" l="l" r="r" t="t"/>
                  <a:pathLst>
                    <a:path extrusionOk="0" h="42088" w="42088">
                      <a:moveTo>
                        <a:pt x="41904" y="18282"/>
                      </a:moveTo>
                      <a:cubicBezTo>
                        <a:pt x="43428" y="29807"/>
                        <a:pt x="35331" y="40380"/>
                        <a:pt x="23806" y="41904"/>
                      </a:cubicBezTo>
                      <a:cubicBezTo>
                        <a:pt x="12281" y="43428"/>
                        <a:pt x="1709" y="35332"/>
                        <a:pt x="184" y="23806"/>
                      </a:cubicBezTo>
                      <a:cubicBezTo>
                        <a:pt x="-1340" y="12281"/>
                        <a:pt x="6756" y="1708"/>
                        <a:pt x="18282" y="184"/>
                      </a:cubicBezTo>
                      <a:cubicBezTo>
                        <a:pt x="29807" y="-1340"/>
                        <a:pt x="40380" y="6757"/>
                        <a:pt x="41904" y="18282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241" name="Google Shape;3241;p113"/>
                <p:cNvSpPr/>
                <p:nvPr/>
              </p:nvSpPr>
              <p:spPr>
                <a:xfrm>
                  <a:off x="10961186" y="5000250"/>
                  <a:ext cx="42087" cy="42087"/>
                </a:xfrm>
                <a:custGeom>
                  <a:rect b="b" l="l" r="r" t="t"/>
                  <a:pathLst>
                    <a:path extrusionOk="0" h="42087" w="42087">
                      <a:moveTo>
                        <a:pt x="41904" y="18282"/>
                      </a:moveTo>
                      <a:cubicBezTo>
                        <a:pt x="43427" y="29807"/>
                        <a:pt x="35331" y="40380"/>
                        <a:pt x="23806" y="41904"/>
                      </a:cubicBezTo>
                      <a:cubicBezTo>
                        <a:pt x="12280" y="43428"/>
                        <a:pt x="1708" y="35332"/>
                        <a:pt x="184" y="23806"/>
                      </a:cubicBezTo>
                      <a:cubicBezTo>
                        <a:pt x="-1340" y="12281"/>
                        <a:pt x="6756" y="1708"/>
                        <a:pt x="18281" y="184"/>
                      </a:cubicBezTo>
                      <a:cubicBezTo>
                        <a:pt x="29807" y="-1340"/>
                        <a:pt x="40380" y="6757"/>
                        <a:pt x="41904" y="18282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3242" name="Google Shape;3242;p113"/>
                <p:cNvGrpSpPr/>
                <p:nvPr/>
              </p:nvGrpSpPr>
              <p:grpSpPr>
                <a:xfrm>
                  <a:off x="11014221" y="5588618"/>
                  <a:ext cx="100021" cy="114784"/>
                  <a:chOff x="11014221" y="5588618"/>
                  <a:chExt cx="100021" cy="114784"/>
                </a:xfrm>
              </p:grpSpPr>
              <p:sp>
                <p:nvSpPr>
                  <p:cNvPr id="3243" name="Google Shape;3243;p113"/>
                  <p:cNvSpPr/>
                  <p:nvPr/>
                </p:nvSpPr>
                <p:spPr>
                  <a:xfrm rot="-447735">
                    <a:off x="11014826" y="5594269"/>
                    <a:ext cx="88001" cy="15064"/>
                  </a:xfrm>
                  <a:custGeom>
                    <a:rect b="b" l="l" r="r" t="t"/>
                    <a:pathLst>
                      <a:path extrusionOk="0" h="15049" w="87915">
                        <a:moveTo>
                          <a:pt x="0" y="0"/>
                        </a:moveTo>
                        <a:lnTo>
                          <a:pt x="87916" y="0"/>
                        </a:lnTo>
                        <a:lnTo>
                          <a:pt x="87916" y="15049"/>
                        </a:lnTo>
                        <a:lnTo>
                          <a:pt x="0" y="15049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244" name="Google Shape;3244;p113"/>
                  <p:cNvSpPr/>
                  <p:nvPr/>
                </p:nvSpPr>
                <p:spPr>
                  <a:xfrm rot="-447735">
                    <a:off x="11018646" y="5623150"/>
                    <a:ext cx="88001" cy="15064"/>
                  </a:xfrm>
                  <a:custGeom>
                    <a:rect b="b" l="l" r="r" t="t"/>
                    <a:pathLst>
                      <a:path extrusionOk="0" h="15049" w="87915">
                        <a:moveTo>
                          <a:pt x="0" y="0"/>
                        </a:moveTo>
                        <a:lnTo>
                          <a:pt x="87916" y="0"/>
                        </a:lnTo>
                        <a:lnTo>
                          <a:pt x="87916" y="15050"/>
                        </a:lnTo>
                        <a:lnTo>
                          <a:pt x="0" y="1505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245" name="Google Shape;3245;p113"/>
                  <p:cNvSpPr/>
                  <p:nvPr/>
                </p:nvSpPr>
                <p:spPr>
                  <a:xfrm rot="-447735">
                    <a:off x="11021820" y="5653805"/>
                    <a:ext cx="88001" cy="15064"/>
                  </a:xfrm>
                  <a:custGeom>
                    <a:rect b="b" l="l" r="r" t="t"/>
                    <a:pathLst>
                      <a:path extrusionOk="0" h="15049" w="87915">
                        <a:moveTo>
                          <a:pt x="0" y="0"/>
                        </a:moveTo>
                        <a:lnTo>
                          <a:pt x="87916" y="0"/>
                        </a:lnTo>
                        <a:lnTo>
                          <a:pt x="87916" y="15050"/>
                        </a:lnTo>
                        <a:lnTo>
                          <a:pt x="0" y="1505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246" name="Google Shape;3246;p113"/>
                  <p:cNvSpPr/>
                  <p:nvPr/>
                </p:nvSpPr>
                <p:spPr>
                  <a:xfrm rot="-447735">
                    <a:off x="11025635" y="5682688"/>
                    <a:ext cx="88001" cy="15064"/>
                  </a:xfrm>
                  <a:custGeom>
                    <a:rect b="b" l="l" r="r" t="t"/>
                    <a:pathLst>
                      <a:path extrusionOk="0" h="15049" w="87915">
                        <a:moveTo>
                          <a:pt x="0" y="0"/>
                        </a:moveTo>
                        <a:lnTo>
                          <a:pt x="87915" y="0"/>
                        </a:lnTo>
                        <a:lnTo>
                          <a:pt x="87915" y="15050"/>
                        </a:lnTo>
                        <a:lnTo>
                          <a:pt x="0" y="1505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grpSp>
            <p:nvGrpSpPr>
              <p:cNvPr id="3247" name="Google Shape;3247;p113"/>
              <p:cNvGrpSpPr/>
              <p:nvPr/>
            </p:nvGrpSpPr>
            <p:grpSpPr>
              <a:xfrm>
                <a:off x="10718623" y="4728596"/>
                <a:ext cx="229169" cy="1075979"/>
                <a:chOff x="10718623" y="4728596"/>
                <a:chExt cx="229169" cy="1075979"/>
              </a:xfrm>
            </p:grpSpPr>
            <p:sp>
              <p:nvSpPr>
                <p:cNvPr id="3248" name="Google Shape;3248;p113"/>
                <p:cNvSpPr/>
                <p:nvPr/>
              </p:nvSpPr>
              <p:spPr>
                <a:xfrm rot="-172174">
                  <a:off x="10745259" y="4732329"/>
                  <a:ext cx="175897" cy="1068513"/>
                </a:xfrm>
                <a:custGeom>
                  <a:rect b="b" l="l" r="r" t="t"/>
                  <a:pathLst>
                    <a:path extrusionOk="0" h="1069848" w="176117">
                      <a:moveTo>
                        <a:pt x="0" y="0"/>
                      </a:moveTo>
                      <a:lnTo>
                        <a:pt x="176117" y="0"/>
                      </a:lnTo>
                      <a:lnTo>
                        <a:pt x="176117" y="1069848"/>
                      </a:lnTo>
                      <a:lnTo>
                        <a:pt x="0" y="1069848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249" name="Google Shape;3249;p113"/>
                <p:cNvSpPr/>
                <p:nvPr/>
              </p:nvSpPr>
              <p:spPr>
                <a:xfrm>
                  <a:off x="10787634" y="5182743"/>
                  <a:ext cx="87629" cy="87630"/>
                </a:xfrm>
                <a:custGeom>
                  <a:rect b="b" l="l" r="r" t="t"/>
                  <a:pathLst>
                    <a:path extrusionOk="0" h="87630" w="87629">
                      <a:moveTo>
                        <a:pt x="87630" y="43815"/>
                      </a:moveTo>
                      <a:cubicBezTo>
                        <a:pt x="87630" y="68013"/>
                        <a:pt x="68014" y="87630"/>
                        <a:pt x="43815" y="87630"/>
                      </a:cubicBezTo>
                      <a:cubicBezTo>
                        <a:pt x="19617" y="87630"/>
                        <a:pt x="1" y="68014"/>
                        <a:pt x="1" y="43815"/>
                      </a:cubicBezTo>
                      <a:cubicBezTo>
                        <a:pt x="1" y="19617"/>
                        <a:pt x="19617" y="0"/>
                        <a:pt x="43815" y="0"/>
                      </a:cubicBezTo>
                      <a:cubicBezTo>
                        <a:pt x="68014" y="0"/>
                        <a:pt x="87630" y="19616"/>
                        <a:pt x="87630" y="43815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3250" name="Google Shape;3250;p113"/>
                <p:cNvGrpSpPr/>
                <p:nvPr/>
              </p:nvGrpSpPr>
              <p:grpSpPr>
                <a:xfrm>
                  <a:off x="10765015" y="5040134"/>
                  <a:ext cx="116314" cy="49775"/>
                  <a:chOff x="10765015" y="5040134"/>
                  <a:chExt cx="116314" cy="49775"/>
                </a:xfrm>
              </p:grpSpPr>
              <p:sp>
                <p:nvSpPr>
                  <p:cNvPr id="3251" name="Google Shape;3251;p113"/>
                  <p:cNvSpPr/>
                  <p:nvPr/>
                </p:nvSpPr>
                <p:spPr>
                  <a:xfrm rot="-172174">
                    <a:off x="10765318" y="5042987"/>
                    <a:ext cx="114347" cy="14935"/>
                  </a:xfrm>
                  <a:custGeom>
                    <a:rect b="b" l="l" r="r" t="t"/>
                    <a:pathLst>
                      <a:path extrusionOk="0" h="14954" w="114490">
                        <a:moveTo>
                          <a:pt x="0" y="0"/>
                        </a:moveTo>
                        <a:lnTo>
                          <a:pt x="114490" y="0"/>
                        </a:lnTo>
                        <a:lnTo>
                          <a:pt x="114490" y="14954"/>
                        </a:lnTo>
                        <a:lnTo>
                          <a:pt x="0" y="1495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252" name="Google Shape;3252;p113"/>
                  <p:cNvSpPr/>
                  <p:nvPr/>
                </p:nvSpPr>
                <p:spPr>
                  <a:xfrm rot="-172174">
                    <a:off x="10766681" y="5072121"/>
                    <a:ext cx="114347" cy="14935"/>
                  </a:xfrm>
                  <a:custGeom>
                    <a:rect b="b" l="l" r="r" t="t"/>
                    <a:pathLst>
                      <a:path extrusionOk="0" h="14954" w="114490">
                        <a:moveTo>
                          <a:pt x="0" y="0"/>
                        </a:moveTo>
                        <a:lnTo>
                          <a:pt x="114491" y="0"/>
                        </a:lnTo>
                        <a:lnTo>
                          <a:pt x="114491" y="14954"/>
                        </a:lnTo>
                        <a:lnTo>
                          <a:pt x="0" y="1495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3253" name="Google Shape;3253;p113"/>
                <p:cNvGrpSpPr/>
                <p:nvPr/>
              </p:nvGrpSpPr>
              <p:grpSpPr>
                <a:xfrm>
                  <a:off x="10784825" y="5436314"/>
                  <a:ext cx="116414" cy="49961"/>
                  <a:chOff x="10784825" y="5436314"/>
                  <a:chExt cx="116414" cy="49961"/>
                </a:xfrm>
              </p:grpSpPr>
              <p:sp>
                <p:nvSpPr>
                  <p:cNvPr id="3254" name="Google Shape;3254;p113"/>
                  <p:cNvSpPr/>
                  <p:nvPr/>
                </p:nvSpPr>
                <p:spPr>
                  <a:xfrm rot="-172174">
                    <a:off x="10785128" y="5439167"/>
                    <a:ext cx="114347" cy="14935"/>
                  </a:xfrm>
                  <a:custGeom>
                    <a:rect b="b" l="l" r="r" t="t"/>
                    <a:pathLst>
                      <a:path extrusionOk="0" h="14954" w="114490">
                        <a:moveTo>
                          <a:pt x="0" y="0"/>
                        </a:moveTo>
                        <a:lnTo>
                          <a:pt x="114491" y="0"/>
                        </a:lnTo>
                        <a:lnTo>
                          <a:pt x="114491" y="14955"/>
                        </a:lnTo>
                        <a:lnTo>
                          <a:pt x="0" y="14955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255" name="Google Shape;3255;p113"/>
                  <p:cNvSpPr/>
                  <p:nvPr/>
                </p:nvSpPr>
                <p:spPr>
                  <a:xfrm rot="-172174">
                    <a:off x="10786591" y="5468487"/>
                    <a:ext cx="114347" cy="14935"/>
                  </a:xfrm>
                  <a:custGeom>
                    <a:rect b="b" l="l" r="r" t="t"/>
                    <a:pathLst>
                      <a:path extrusionOk="0" h="14954" w="114490">
                        <a:moveTo>
                          <a:pt x="0" y="0"/>
                        </a:moveTo>
                        <a:lnTo>
                          <a:pt x="114490" y="0"/>
                        </a:lnTo>
                        <a:lnTo>
                          <a:pt x="114490" y="14955"/>
                        </a:lnTo>
                        <a:lnTo>
                          <a:pt x="0" y="14955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grpSp>
            <p:nvGrpSpPr>
              <p:cNvPr id="3256" name="Google Shape;3256;p113"/>
              <p:cNvGrpSpPr/>
              <p:nvPr/>
            </p:nvGrpSpPr>
            <p:grpSpPr>
              <a:xfrm>
                <a:off x="10519314" y="4813458"/>
                <a:ext cx="202120" cy="992123"/>
                <a:chOff x="10519314" y="4813458"/>
                <a:chExt cx="202120" cy="992123"/>
              </a:xfrm>
            </p:grpSpPr>
            <p:sp>
              <p:nvSpPr>
                <p:cNvPr id="3257" name="Google Shape;3257;p113"/>
                <p:cNvSpPr/>
                <p:nvPr/>
              </p:nvSpPr>
              <p:spPr>
                <a:xfrm>
                  <a:off x="10519314" y="4813458"/>
                  <a:ext cx="202120" cy="992123"/>
                </a:xfrm>
                <a:custGeom>
                  <a:rect b="b" l="l" r="r" t="t"/>
                  <a:pathLst>
                    <a:path extrusionOk="0" h="992123" w="202120">
                      <a:moveTo>
                        <a:pt x="0" y="0"/>
                      </a:moveTo>
                      <a:lnTo>
                        <a:pt x="202120" y="0"/>
                      </a:lnTo>
                      <a:lnTo>
                        <a:pt x="202120" y="992124"/>
                      </a:lnTo>
                      <a:lnTo>
                        <a:pt x="0" y="992124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258" name="Google Shape;3258;p113"/>
                <p:cNvSpPr/>
                <p:nvPr/>
              </p:nvSpPr>
              <p:spPr>
                <a:xfrm>
                  <a:off x="10558843" y="4891468"/>
                  <a:ext cx="123063" cy="123062"/>
                </a:xfrm>
                <a:custGeom>
                  <a:rect b="b" l="l" r="r" t="t"/>
                  <a:pathLst>
                    <a:path extrusionOk="0" h="123062" w="123063">
                      <a:moveTo>
                        <a:pt x="123063" y="61532"/>
                      </a:moveTo>
                      <a:cubicBezTo>
                        <a:pt x="123063" y="95514"/>
                        <a:pt x="95514" y="123063"/>
                        <a:pt x="61531" y="123063"/>
                      </a:cubicBezTo>
                      <a:cubicBezTo>
                        <a:pt x="27548" y="123063"/>
                        <a:pt x="-1" y="95514"/>
                        <a:pt x="-1" y="61532"/>
                      </a:cubicBezTo>
                      <a:cubicBezTo>
                        <a:pt x="-1" y="27549"/>
                        <a:pt x="27548" y="0"/>
                        <a:pt x="61531" y="0"/>
                      </a:cubicBezTo>
                      <a:cubicBezTo>
                        <a:pt x="95514" y="0"/>
                        <a:pt x="123063" y="27549"/>
                        <a:pt x="123063" y="61532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3259" name="Google Shape;3259;p113"/>
                <p:cNvGrpSpPr/>
                <p:nvPr/>
              </p:nvGrpSpPr>
              <p:grpSpPr>
                <a:xfrm>
                  <a:off x="10556176" y="5465730"/>
                  <a:ext cx="128397" cy="44196"/>
                  <a:chOff x="10556176" y="5465730"/>
                  <a:chExt cx="128397" cy="44196"/>
                </a:xfrm>
              </p:grpSpPr>
              <p:sp>
                <p:nvSpPr>
                  <p:cNvPr id="3260" name="Google Shape;3260;p113"/>
                  <p:cNvSpPr/>
                  <p:nvPr/>
                </p:nvSpPr>
                <p:spPr>
                  <a:xfrm>
                    <a:off x="10556176" y="5465730"/>
                    <a:ext cx="128397" cy="14954"/>
                  </a:xfrm>
                  <a:custGeom>
                    <a:rect b="b" l="l" r="r" t="t"/>
                    <a:pathLst>
                      <a:path extrusionOk="0" h="14954" w="128397">
                        <a:moveTo>
                          <a:pt x="0" y="0"/>
                        </a:moveTo>
                        <a:lnTo>
                          <a:pt x="128397" y="0"/>
                        </a:lnTo>
                        <a:lnTo>
                          <a:pt x="128397" y="14954"/>
                        </a:lnTo>
                        <a:lnTo>
                          <a:pt x="0" y="1495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261" name="Google Shape;3261;p113"/>
                  <p:cNvSpPr/>
                  <p:nvPr/>
                </p:nvSpPr>
                <p:spPr>
                  <a:xfrm>
                    <a:off x="10556176" y="5494972"/>
                    <a:ext cx="128397" cy="14954"/>
                  </a:xfrm>
                  <a:custGeom>
                    <a:rect b="b" l="l" r="r" t="t"/>
                    <a:pathLst>
                      <a:path extrusionOk="0" h="14954" w="128397">
                        <a:moveTo>
                          <a:pt x="0" y="0"/>
                        </a:moveTo>
                        <a:lnTo>
                          <a:pt x="128397" y="0"/>
                        </a:lnTo>
                        <a:lnTo>
                          <a:pt x="128397" y="14955"/>
                        </a:lnTo>
                        <a:lnTo>
                          <a:pt x="0" y="14955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3262" name="Google Shape;3262;p113"/>
                <p:cNvGrpSpPr/>
                <p:nvPr/>
              </p:nvGrpSpPr>
              <p:grpSpPr>
                <a:xfrm>
                  <a:off x="10556176" y="5689187"/>
                  <a:ext cx="128397" cy="44196"/>
                  <a:chOff x="10556176" y="5689187"/>
                  <a:chExt cx="128397" cy="44196"/>
                </a:xfrm>
              </p:grpSpPr>
              <p:sp>
                <p:nvSpPr>
                  <p:cNvPr id="3263" name="Google Shape;3263;p113"/>
                  <p:cNvSpPr/>
                  <p:nvPr/>
                </p:nvSpPr>
                <p:spPr>
                  <a:xfrm>
                    <a:off x="10556176" y="5689187"/>
                    <a:ext cx="128397" cy="14954"/>
                  </a:xfrm>
                  <a:custGeom>
                    <a:rect b="b" l="l" r="r" t="t"/>
                    <a:pathLst>
                      <a:path extrusionOk="0" h="14954" w="128397">
                        <a:moveTo>
                          <a:pt x="0" y="0"/>
                        </a:moveTo>
                        <a:lnTo>
                          <a:pt x="128397" y="0"/>
                        </a:lnTo>
                        <a:lnTo>
                          <a:pt x="128397" y="14954"/>
                        </a:lnTo>
                        <a:lnTo>
                          <a:pt x="0" y="1495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264" name="Google Shape;3264;p113"/>
                  <p:cNvSpPr/>
                  <p:nvPr/>
                </p:nvSpPr>
                <p:spPr>
                  <a:xfrm>
                    <a:off x="10556176" y="5718429"/>
                    <a:ext cx="128397" cy="14954"/>
                  </a:xfrm>
                  <a:custGeom>
                    <a:rect b="b" l="l" r="r" t="t"/>
                    <a:pathLst>
                      <a:path extrusionOk="0" h="14954" w="128397">
                        <a:moveTo>
                          <a:pt x="0" y="0"/>
                        </a:moveTo>
                        <a:lnTo>
                          <a:pt x="128397" y="0"/>
                        </a:lnTo>
                        <a:lnTo>
                          <a:pt x="128397" y="14954"/>
                        </a:lnTo>
                        <a:lnTo>
                          <a:pt x="0" y="1495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</p:grpSp>
        <p:grpSp>
          <p:nvGrpSpPr>
            <p:cNvPr id="3265" name="Google Shape;3265;p113"/>
            <p:cNvGrpSpPr/>
            <p:nvPr/>
          </p:nvGrpSpPr>
          <p:grpSpPr>
            <a:xfrm>
              <a:off x="11058042" y="5088325"/>
              <a:ext cx="213052" cy="717953"/>
              <a:chOff x="11058042" y="5088325"/>
              <a:chExt cx="213052" cy="717953"/>
            </a:xfrm>
          </p:grpSpPr>
          <p:sp>
            <p:nvSpPr>
              <p:cNvPr id="3266" name="Google Shape;3266;p113"/>
              <p:cNvSpPr/>
              <p:nvPr/>
            </p:nvSpPr>
            <p:spPr>
              <a:xfrm rot="-631368">
                <a:off x="11122592" y="5089982"/>
                <a:ext cx="83952" cy="714640"/>
              </a:xfrm>
              <a:custGeom>
                <a:rect b="b" l="l" r="r" t="t"/>
                <a:pathLst>
                  <a:path extrusionOk="0" h="715136" w="84010">
                    <a:moveTo>
                      <a:pt x="0" y="0"/>
                    </a:moveTo>
                    <a:lnTo>
                      <a:pt x="84010" y="0"/>
                    </a:lnTo>
                    <a:lnTo>
                      <a:pt x="84010" y="715137"/>
                    </a:lnTo>
                    <a:lnTo>
                      <a:pt x="0" y="715137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67" name="Google Shape;3267;p113"/>
              <p:cNvSpPr/>
              <p:nvPr/>
            </p:nvSpPr>
            <p:spPr>
              <a:xfrm rot="-631368">
                <a:off x="11154645" y="5271518"/>
                <a:ext cx="25985" cy="411004"/>
              </a:xfrm>
              <a:custGeom>
                <a:rect b="b" l="l" r="r" t="t"/>
                <a:pathLst>
                  <a:path extrusionOk="0" h="411289" w="26003">
                    <a:moveTo>
                      <a:pt x="0" y="0"/>
                    </a:moveTo>
                    <a:lnTo>
                      <a:pt x="26003" y="0"/>
                    </a:lnTo>
                    <a:lnTo>
                      <a:pt x="26003" y="411289"/>
                    </a:lnTo>
                    <a:lnTo>
                      <a:pt x="0" y="411289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3268" name="Google Shape;3268;p113"/>
          <p:cNvGrpSpPr/>
          <p:nvPr/>
        </p:nvGrpSpPr>
        <p:grpSpPr>
          <a:xfrm>
            <a:off x="150676" y="2823493"/>
            <a:ext cx="516117" cy="779220"/>
            <a:chOff x="10572463" y="3528536"/>
            <a:chExt cx="580168" cy="875823"/>
          </a:xfrm>
        </p:grpSpPr>
        <p:grpSp>
          <p:nvGrpSpPr>
            <p:cNvPr id="3269" name="Google Shape;3269;p113"/>
            <p:cNvGrpSpPr/>
            <p:nvPr/>
          </p:nvGrpSpPr>
          <p:grpSpPr>
            <a:xfrm>
              <a:off x="10713815" y="3528536"/>
              <a:ext cx="438816" cy="746664"/>
              <a:chOff x="10713815" y="3528536"/>
              <a:chExt cx="438816" cy="746664"/>
            </a:xfrm>
          </p:grpSpPr>
          <p:sp>
            <p:nvSpPr>
              <p:cNvPr id="3270" name="Google Shape;3270;p113"/>
              <p:cNvSpPr/>
              <p:nvPr/>
            </p:nvSpPr>
            <p:spPr>
              <a:xfrm>
                <a:off x="10713815" y="3528536"/>
                <a:ext cx="438816" cy="746664"/>
              </a:xfrm>
              <a:custGeom>
                <a:rect b="b" l="l" r="r" t="t"/>
                <a:pathLst>
                  <a:path extrusionOk="0" h="746664" w="438816">
                    <a:moveTo>
                      <a:pt x="438721" y="746569"/>
                    </a:moveTo>
                    <a:lnTo>
                      <a:pt x="0" y="746569"/>
                    </a:lnTo>
                    <a:lnTo>
                      <a:pt x="0" y="0"/>
                    </a:lnTo>
                    <a:lnTo>
                      <a:pt x="326231" y="0"/>
                    </a:lnTo>
                    <a:cubicBezTo>
                      <a:pt x="370141" y="43910"/>
                      <a:pt x="394811" y="68580"/>
                      <a:pt x="438816" y="112585"/>
                    </a:cubicBezTo>
                    <a:lnTo>
                      <a:pt x="438816" y="746665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3271" name="Google Shape;3271;p113"/>
              <p:cNvGrpSpPr/>
              <p:nvPr/>
            </p:nvGrpSpPr>
            <p:grpSpPr>
              <a:xfrm>
                <a:off x="10776489" y="3625310"/>
                <a:ext cx="313848" cy="288226"/>
                <a:chOff x="10776489" y="3625310"/>
                <a:chExt cx="313848" cy="288226"/>
              </a:xfrm>
            </p:grpSpPr>
            <p:sp>
              <p:nvSpPr>
                <p:cNvPr id="3272" name="Google Shape;3272;p113"/>
                <p:cNvSpPr/>
                <p:nvPr/>
              </p:nvSpPr>
              <p:spPr>
                <a:xfrm>
                  <a:off x="10776489" y="3625310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273" name="Google Shape;3273;p113"/>
                <p:cNvSpPr/>
                <p:nvPr/>
              </p:nvSpPr>
              <p:spPr>
                <a:xfrm>
                  <a:off x="10776489" y="3678650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274" name="Google Shape;3274;p113"/>
                <p:cNvSpPr/>
                <p:nvPr/>
              </p:nvSpPr>
              <p:spPr>
                <a:xfrm>
                  <a:off x="10776489" y="3731990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275" name="Google Shape;3275;p113"/>
                <p:cNvSpPr/>
                <p:nvPr/>
              </p:nvSpPr>
              <p:spPr>
                <a:xfrm>
                  <a:off x="10776489" y="3785425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276" name="Google Shape;3276;p113"/>
                <p:cNvSpPr/>
                <p:nvPr/>
              </p:nvSpPr>
              <p:spPr>
                <a:xfrm>
                  <a:off x="10776489" y="3838765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277" name="Google Shape;3277;p113"/>
                <p:cNvSpPr/>
                <p:nvPr/>
              </p:nvSpPr>
              <p:spPr>
                <a:xfrm>
                  <a:off x="10776489" y="3892105"/>
                  <a:ext cx="184689" cy="21431"/>
                </a:xfrm>
                <a:custGeom>
                  <a:rect b="b" l="l" r="r" t="t"/>
                  <a:pathLst>
                    <a:path extrusionOk="0" h="21431" w="184689">
                      <a:moveTo>
                        <a:pt x="0" y="0"/>
                      </a:moveTo>
                      <a:lnTo>
                        <a:pt x="184690" y="0"/>
                      </a:lnTo>
                      <a:lnTo>
                        <a:pt x="184690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rgbClr val="42444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3278" name="Google Shape;3278;p113"/>
              <p:cNvGrpSpPr/>
              <p:nvPr/>
            </p:nvGrpSpPr>
            <p:grpSpPr>
              <a:xfrm>
                <a:off x="10776489" y="3999547"/>
                <a:ext cx="313848" cy="181546"/>
                <a:chOff x="10776489" y="3999547"/>
                <a:chExt cx="313848" cy="181546"/>
              </a:xfrm>
            </p:grpSpPr>
            <p:sp>
              <p:nvSpPr>
                <p:cNvPr id="3279" name="Google Shape;3279;p113"/>
                <p:cNvSpPr/>
                <p:nvPr/>
              </p:nvSpPr>
              <p:spPr>
                <a:xfrm>
                  <a:off x="10776489" y="3999547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280" name="Google Shape;3280;p113"/>
                <p:cNvSpPr/>
                <p:nvPr/>
              </p:nvSpPr>
              <p:spPr>
                <a:xfrm>
                  <a:off x="10776489" y="4052887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281" name="Google Shape;3281;p113"/>
                <p:cNvSpPr/>
                <p:nvPr/>
              </p:nvSpPr>
              <p:spPr>
                <a:xfrm>
                  <a:off x="10776489" y="4106322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282" name="Google Shape;3282;p113"/>
                <p:cNvSpPr/>
                <p:nvPr/>
              </p:nvSpPr>
              <p:spPr>
                <a:xfrm>
                  <a:off x="10776489" y="4159662"/>
                  <a:ext cx="184689" cy="21431"/>
                </a:xfrm>
                <a:custGeom>
                  <a:rect b="b" l="l" r="r" t="t"/>
                  <a:pathLst>
                    <a:path extrusionOk="0" h="21431" w="184689">
                      <a:moveTo>
                        <a:pt x="0" y="0"/>
                      </a:moveTo>
                      <a:lnTo>
                        <a:pt x="184690" y="0"/>
                      </a:lnTo>
                      <a:lnTo>
                        <a:pt x="184690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rgbClr val="42444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3283" name="Google Shape;3283;p113"/>
              <p:cNvSpPr/>
              <p:nvPr/>
            </p:nvSpPr>
            <p:spPr>
              <a:xfrm>
                <a:off x="11039951" y="3528536"/>
                <a:ext cx="112584" cy="112585"/>
              </a:xfrm>
              <a:custGeom>
                <a:rect b="b" l="l" r="r" t="t"/>
                <a:pathLst>
                  <a:path extrusionOk="0" h="112585" w="112584">
                    <a:moveTo>
                      <a:pt x="112585" y="112585"/>
                    </a:moveTo>
                    <a:lnTo>
                      <a:pt x="0" y="112585"/>
                    </a:lnTo>
                    <a:lnTo>
                      <a:pt x="0" y="0"/>
                    </a:lnTo>
                    <a:lnTo>
                      <a:pt x="0" y="0"/>
                    </a:lnTo>
                    <a:cubicBezTo>
                      <a:pt x="43910" y="43910"/>
                      <a:pt x="68580" y="68580"/>
                      <a:pt x="112585" y="112585"/>
                    </a:cubicBezTo>
                    <a:lnTo>
                      <a:pt x="112585" y="112585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284" name="Google Shape;3284;p113"/>
            <p:cNvGrpSpPr/>
            <p:nvPr/>
          </p:nvGrpSpPr>
          <p:grpSpPr>
            <a:xfrm>
              <a:off x="10572463" y="3657790"/>
              <a:ext cx="438817" cy="746569"/>
              <a:chOff x="10572463" y="3657790"/>
              <a:chExt cx="438817" cy="746569"/>
            </a:xfrm>
          </p:grpSpPr>
          <p:sp>
            <p:nvSpPr>
              <p:cNvPr id="3285" name="Google Shape;3285;p113"/>
              <p:cNvSpPr/>
              <p:nvPr/>
            </p:nvSpPr>
            <p:spPr>
              <a:xfrm>
                <a:off x="10572463" y="3657790"/>
                <a:ext cx="438817" cy="746569"/>
              </a:xfrm>
              <a:custGeom>
                <a:rect b="b" l="l" r="r" t="t"/>
                <a:pathLst>
                  <a:path extrusionOk="0" h="746569" w="438817">
                    <a:moveTo>
                      <a:pt x="438722" y="746570"/>
                    </a:moveTo>
                    <a:lnTo>
                      <a:pt x="0" y="746570"/>
                    </a:lnTo>
                    <a:lnTo>
                      <a:pt x="0" y="0"/>
                    </a:lnTo>
                    <a:lnTo>
                      <a:pt x="326231" y="0"/>
                    </a:lnTo>
                    <a:cubicBezTo>
                      <a:pt x="370141" y="43910"/>
                      <a:pt x="394812" y="68580"/>
                      <a:pt x="438817" y="112586"/>
                    </a:cubicBezTo>
                    <a:lnTo>
                      <a:pt x="438817" y="74657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3286" name="Google Shape;3286;p113"/>
              <p:cNvGrpSpPr/>
              <p:nvPr/>
            </p:nvGrpSpPr>
            <p:grpSpPr>
              <a:xfrm>
                <a:off x="10635138" y="3754469"/>
                <a:ext cx="313848" cy="288321"/>
                <a:chOff x="10635138" y="3754469"/>
                <a:chExt cx="313848" cy="288321"/>
              </a:xfrm>
            </p:grpSpPr>
            <p:sp>
              <p:nvSpPr>
                <p:cNvPr id="3287" name="Google Shape;3287;p113"/>
                <p:cNvSpPr/>
                <p:nvPr/>
              </p:nvSpPr>
              <p:spPr>
                <a:xfrm>
                  <a:off x="10635138" y="3754469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288" name="Google Shape;3288;p113"/>
                <p:cNvSpPr/>
                <p:nvPr/>
              </p:nvSpPr>
              <p:spPr>
                <a:xfrm>
                  <a:off x="10635138" y="3807904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289" name="Google Shape;3289;p113"/>
                <p:cNvSpPr/>
                <p:nvPr/>
              </p:nvSpPr>
              <p:spPr>
                <a:xfrm>
                  <a:off x="10635138" y="3861244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290" name="Google Shape;3290;p113"/>
                <p:cNvSpPr/>
                <p:nvPr/>
              </p:nvSpPr>
              <p:spPr>
                <a:xfrm>
                  <a:off x="10635138" y="3914584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291" name="Google Shape;3291;p113"/>
                <p:cNvSpPr/>
                <p:nvPr/>
              </p:nvSpPr>
              <p:spPr>
                <a:xfrm>
                  <a:off x="10635138" y="3968019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292" name="Google Shape;3292;p113"/>
                <p:cNvSpPr/>
                <p:nvPr/>
              </p:nvSpPr>
              <p:spPr>
                <a:xfrm>
                  <a:off x="10635138" y="4021359"/>
                  <a:ext cx="184689" cy="21431"/>
                </a:xfrm>
                <a:custGeom>
                  <a:rect b="b" l="l" r="r" t="t"/>
                  <a:pathLst>
                    <a:path extrusionOk="0" h="21431" w="184689">
                      <a:moveTo>
                        <a:pt x="0" y="0"/>
                      </a:moveTo>
                      <a:lnTo>
                        <a:pt x="184689" y="0"/>
                      </a:lnTo>
                      <a:lnTo>
                        <a:pt x="184689" y="21431"/>
                      </a:lnTo>
                      <a:lnTo>
                        <a:pt x="-1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3293" name="Google Shape;3293;p113"/>
              <p:cNvGrpSpPr/>
              <p:nvPr/>
            </p:nvGrpSpPr>
            <p:grpSpPr>
              <a:xfrm>
                <a:off x="10635138" y="4128801"/>
                <a:ext cx="313848" cy="181547"/>
                <a:chOff x="10635138" y="4128801"/>
                <a:chExt cx="313848" cy="181547"/>
              </a:xfrm>
            </p:grpSpPr>
            <p:sp>
              <p:nvSpPr>
                <p:cNvPr id="3294" name="Google Shape;3294;p113"/>
                <p:cNvSpPr/>
                <p:nvPr/>
              </p:nvSpPr>
              <p:spPr>
                <a:xfrm>
                  <a:off x="10635138" y="4128801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295" name="Google Shape;3295;p113"/>
                <p:cNvSpPr/>
                <p:nvPr/>
              </p:nvSpPr>
              <p:spPr>
                <a:xfrm>
                  <a:off x="10635138" y="4182141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296" name="Google Shape;3296;p113"/>
                <p:cNvSpPr/>
                <p:nvPr/>
              </p:nvSpPr>
              <p:spPr>
                <a:xfrm>
                  <a:off x="10635138" y="4235481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297" name="Google Shape;3297;p113"/>
                <p:cNvSpPr/>
                <p:nvPr/>
              </p:nvSpPr>
              <p:spPr>
                <a:xfrm>
                  <a:off x="10635138" y="4288917"/>
                  <a:ext cx="184689" cy="21431"/>
                </a:xfrm>
                <a:custGeom>
                  <a:rect b="b" l="l" r="r" t="t"/>
                  <a:pathLst>
                    <a:path extrusionOk="0" h="21431" w="184689">
                      <a:moveTo>
                        <a:pt x="0" y="0"/>
                      </a:moveTo>
                      <a:lnTo>
                        <a:pt x="184689" y="0"/>
                      </a:lnTo>
                      <a:lnTo>
                        <a:pt x="184689" y="21431"/>
                      </a:lnTo>
                      <a:lnTo>
                        <a:pt x="-1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3298" name="Google Shape;3298;p113"/>
              <p:cNvSpPr/>
              <p:nvPr/>
            </p:nvSpPr>
            <p:spPr>
              <a:xfrm>
                <a:off x="10898599" y="3657790"/>
                <a:ext cx="112586" cy="112585"/>
              </a:xfrm>
              <a:custGeom>
                <a:rect b="b" l="l" r="r" t="t"/>
                <a:pathLst>
                  <a:path extrusionOk="0" h="112585" w="112586">
                    <a:moveTo>
                      <a:pt x="112586" y="112586"/>
                    </a:moveTo>
                    <a:lnTo>
                      <a:pt x="0" y="112586"/>
                    </a:lnTo>
                    <a:lnTo>
                      <a:pt x="0" y="0"/>
                    </a:lnTo>
                    <a:lnTo>
                      <a:pt x="0" y="0"/>
                    </a:lnTo>
                    <a:cubicBezTo>
                      <a:pt x="43910" y="43910"/>
                      <a:pt x="68581" y="68580"/>
                      <a:pt x="112586" y="112586"/>
                    </a:cubicBezTo>
                    <a:lnTo>
                      <a:pt x="112586" y="112586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3299" name="Google Shape;3299;p113"/>
          <p:cNvGrpSpPr/>
          <p:nvPr/>
        </p:nvGrpSpPr>
        <p:grpSpPr>
          <a:xfrm>
            <a:off x="361835" y="3601018"/>
            <a:ext cx="22030" cy="294484"/>
            <a:chOff x="10809827" y="4402455"/>
            <a:chExt cx="24764" cy="330993"/>
          </a:xfrm>
        </p:grpSpPr>
        <p:sp>
          <p:nvSpPr>
            <p:cNvPr id="3300" name="Google Shape;3300;p113"/>
            <p:cNvSpPr/>
            <p:nvPr/>
          </p:nvSpPr>
          <p:spPr>
            <a:xfrm>
              <a:off x="10822209" y="4414266"/>
              <a:ext cx="9525" cy="307467"/>
            </a:xfrm>
            <a:custGeom>
              <a:rect b="b" l="l" r="r" t="t"/>
              <a:pathLst>
                <a:path extrusionOk="0" h="307467" w="9525">
                  <a:moveTo>
                    <a:pt x="-1" y="307467"/>
                  </a:moveTo>
                  <a:lnTo>
                    <a:pt x="-1" y="0"/>
                  </a:lnTo>
                </a:path>
              </a:pathLst>
            </a:custGeom>
            <a:solidFill>
              <a:schemeClr val="accent4"/>
            </a:solidFill>
            <a:ln cap="flat" cmpd="sng" w="10950">
              <a:solidFill>
                <a:schemeClr val="accent4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01" name="Google Shape;3301;p113"/>
            <p:cNvSpPr/>
            <p:nvPr/>
          </p:nvSpPr>
          <p:spPr>
            <a:xfrm>
              <a:off x="10809827" y="4708683"/>
              <a:ext cx="24764" cy="24765"/>
            </a:xfrm>
            <a:custGeom>
              <a:rect b="b" l="l" r="r" t="t"/>
              <a:pathLst>
                <a:path extrusionOk="0" h="24765" w="24764">
                  <a:moveTo>
                    <a:pt x="24765" y="12382"/>
                  </a:moveTo>
                  <a:cubicBezTo>
                    <a:pt x="24765" y="19240"/>
                    <a:pt x="19241" y="24765"/>
                    <a:pt x="12382" y="24765"/>
                  </a:cubicBezTo>
                  <a:cubicBezTo>
                    <a:pt x="5524" y="24765"/>
                    <a:pt x="0" y="19240"/>
                    <a:pt x="0" y="12382"/>
                  </a:cubicBezTo>
                  <a:cubicBezTo>
                    <a:pt x="0" y="5524"/>
                    <a:pt x="5524" y="0"/>
                    <a:pt x="12382" y="0"/>
                  </a:cubicBezTo>
                  <a:cubicBezTo>
                    <a:pt x="19241" y="0"/>
                    <a:pt x="24765" y="5524"/>
                    <a:pt x="24765" y="12382"/>
                  </a:cubicBezTo>
                  <a:close/>
                </a:path>
              </a:pathLst>
            </a:cu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02" name="Google Shape;3302;p113"/>
            <p:cNvSpPr/>
            <p:nvPr/>
          </p:nvSpPr>
          <p:spPr>
            <a:xfrm>
              <a:off x="10809827" y="4402455"/>
              <a:ext cx="24764" cy="24764"/>
            </a:xfrm>
            <a:custGeom>
              <a:rect b="b" l="l" r="r" t="t"/>
              <a:pathLst>
                <a:path extrusionOk="0" h="24764" w="24764">
                  <a:moveTo>
                    <a:pt x="24765" y="12382"/>
                  </a:moveTo>
                  <a:cubicBezTo>
                    <a:pt x="24765" y="5524"/>
                    <a:pt x="19241" y="0"/>
                    <a:pt x="12382" y="0"/>
                  </a:cubicBezTo>
                  <a:cubicBezTo>
                    <a:pt x="5524" y="0"/>
                    <a:pt x="0" y="5524"/>
                    <a:pt x="0" y="12382"/>
                  </a:cubicBezTo>
                  <a:cubicBezTo>
                    <a:pt x="0" y="19240"/>
                    <a:pt x="5524" y="24765"/>
                    <a:pt x="12382" y="24765"/>
                  </a:cubicBezTo>
                  <a:cubicBezTo>
                    <a:pt x="19241" y="24765"/>
                    <a:pt x="24765" y="19240"/>
                    <a:pt x="24765" y="12382"/>
                  </a:cubicBezTo>
                  <a:close/>
                </a:path>
              </a:pathLst>
            </a:cu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ONE_COLUMN_TEXT_1">
    <p:spTree>
      <p:nvGrpSpPr>
        <p:cNvPr id="3303" name="Shape 3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4" name="Google Shape;3304;p114"/>
          <p:cNvSpPr txBox="1"/>
          <p:nvPr>
            <p:ph type="title"/>
          </p:nvPr>
        </p:nvSpPr>
        <p:spPr>
          <a:xfrm>
            <a:off x="811975" y="1032900"/>
            <a:ext cx="2804400" cy="1006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305" name="Google Shape;3305;p114"/>
          <p:cNvSpPr txBox="1"/>
          <p:nvPr>
            <p:ph idx="1" type="subTitle"/>
          </p:nvPr>
        </p:nvSpPr>
        <p:spPr>
          <a:xfrm>
            <a:off x="811975" y="2039700"/>
            <a:ext cx="4294800" cy="207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■"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●"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●"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○"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9pPr>
          </a:lstStyle>
          <a:p/>
        </p:txBody>
      </p:sp>
      <p:sp>
        <p:nvSpPr>
          <p:cNvPr id="3306" name="Google Shape;3306;p114"/>
          <p:cNvSpPr/>
          <p:nvPr>
            <p:ph idx="2" type="pic"/>
          </p:nvPr>
        </p:nvSpPr>
        <p:spPr>
          <a:xfrm>
            <a:off x="5668975" y="1076550"/>
            <a:ext cx="2990400" cy="29904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3307" name="Google Shape;3307;p114"/>
          <p:cNvSpPr/>
          <p:nvPr/>
        </p:nvSpPr>
        <p:spPr>
          <a:xfrm rot="-2381697">
            <a:off x="-1265120" y="-661594"/>
            <a:ext cx="3096202" cy="2008988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8" name="Google Shape;3308;p114"/>
          <p:cNvSpPr/>
          <p:nvPr/>
        </p:nvSpPr>
        <p:spPr>
          <a:xfrm rot="-7296874">
            <a:off x="-735040" y="4231574"/>
            <a:ext cx="2036053" cy="1508864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09" name="Google Shape;3309;p114"/>
          <p:cNvGrpSpPr/>
          <p:nvPr/>
        </p:nvGrpSpPr>
        <p:grpSpPr>
          <a:xfrm>
            <a:off x="65066" y="4373044"/>
            <a:ext cx="878158" cy="654532"/>
            <a:chOff x="1114425" y="4361211"/>
            <a:chExt cx="573023" cy="427101"/>
          </a:xfrm>
        </p:grpSpPr>
        <p:grpSp>
          <p:nvGrpSpPr>
            <p:cNvPr id="3310" name="Google Shape;3310;p114"/>
            <p:cNvGrpSpPr/>
            <p:nvPr/>
          </p:nvGrpSpPr>
          <p:grpSpPr>
            <a:xfrm>
              <a:off x="1114425" y="4361211"/>
              <a:ext cx="573023" cy="427101"/>
              <a:chOff x="1114425" y="4361211"/>
              <a:chExt cx="573023" cy="427101"/>
            </a:xfrm>
          </p:grpSpPr>
          <p:sp>
            <p:nvSpPr>
              <p:cNvPr id="3311" name="Google Shape;3311;p114"/>
              <p:cNvSpPr/>
              <p:nvPr/>
            </p:nvSpPr>
            <p:spPr>
              <a:xfrm>
                <a:off x="1241964" y="4361211"/>
                <a:ext cx="445484" cy="299466"/>
              </a:xfrm>
              <a:custGeom>
                <a:rect b="b" l="l" r="r" t="t"/>
                <a:pathLst>
                  <a:path extrusionOk="0" h="299466" w="445484">
                    <a:moveTo>
                      <a:pt x="139160" y="7715"/>
                    </a:moveTo>
                    <a:lnTo>
                      <a:pt x="173450" y="42005"/>
                    </a:lnTo>
                    <a:cubicBezTo>
                      <a:pt x="178403" y="46958"/>
                      <a:pt x="185166" y="49721"/>
                      <a:pt x="192215" y="49721"/>
                    </a:cubicBezTo>
                    <a:lnTo>
                      <a:pt x="419005" y="49721"/>
                    </a:lnTo>
                    <a:cubicBezTo>
                      <a:pt x="433673" y="49721"/>
                      <a:pt x="445484" y="61627"/>
                      <a:pt x="445484" y="76200"/>
                    </a:cubicBezTo>
                    <a:lnTo>
                      <a:pt x="445484" y="272987"/>
                    </a:lnTo>
                    <a:cubicBezTo>
                      <a:pt x="445484" y="287655"/>
                      <a:pt x="433578" y="299466"/>
                      <a:pt x="419005" y="299466"/>
                    </a:cubicBezTo>
                    <a:lnTo>
                      <a:pt x="26479" y="299466"/>
                    </a:lnTo>
                    <a:cubicBezTo>
                      <a:pt x="11811" y="299466"/>
                      <a:pt x="0" y="287560"/>
                      <a:pt x="0" y="272987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79" y="0"/>
                    </a:cubicBezTo>
                    <a:lnTo>
                      <a:pt x="120396" y="0"/>
                    </a:lnTo>
                    <a:cubicBezTo>
                      <a:pt x="127445" y="0"/>
                      <a:pt x="134207" y="2762"/>
                      <a:pt x="139160" y="7715"/>
                    </a:cubicBezTo>
                    <a:close/>
                  </a:path>
                </a:pathLst>
              </a:custGeom>
              <a:solidFill>
                <a:srgbClr val="35363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12" name="Google Shape;3312;p114"/>
              <p:cNvSpPr/>
              <p:nvPr/>
            </p:nvSpPr>
            <p:spPr>
              <a:xfrm>
                <a:off x="1178242" y="4425029"/>
                <a:ext cx="445484" cy="299466"/>
              </a:xfrm>
              <a:custGeom>
                <a:rect b="b" l="l" r="r" t="t"/>
                <a:pathLst>
                  <a:path extrusionOk="0" h="299466" w="445484">
                    <a:moveTo>
                      <a:pt x="139160" y="7620"/>
                    </a:moveTo>
                    <a:lnTo>
                      <a:pt x="173450" y="41910"/>
                    </a:lnTo>
                    <a:cubicBezTo>
                      <a:pt x="178403" y="46863"/>
                      <a:pt x="185166" y="49721"/>
                      <a:pt x="192215" y="49721"/>
                    </a:cubicBezTo>
                    <a:lnTo>
                      <a:pt x="419005" y="49721"/>
                    </a:lnTo>
                    <a:cubicBezTo>
                      <a:pt x="433673" y="49721"/>
                      <a:pt x="445484" y="61627"/>
                      <a:pt x="445484" y="76200"/>
                    </a:cubicBezTo>
                    <a:lnTo>
                      <a:pt x="445484" y="272987"/>
                    </a:lnTo>
                    <a:cubicBezTo>
                      <a:pt x="445484" y="287655"/>
                      <a:pt x="433578" y="299466"/>
                      <a:pt x="419005" y="299466"/>
                    </a:cubicBezTo>
                    <a:lnTo>
                      <a:pt x="26479" y="299466"/>
                    </a:lnTo>
                    <a:cubicBezTo>
                      <a:pt x="11811" y="299466"/>
                      <a:pt x="0" y="287560"/>
                      <a:pt x="0" y="272987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79" y="0"/>
                    </a:cubicBezTo>
                    <a:lnTo>
                      <a:pt x="120396" y="0"/>
                    </a:lnTo>
                    <a:cubicBezTo>
                      <a:pt x="127445" y="0"/>
                      <a:pt x="134207" y="2762"/>
                      <a:pt x="139160" y="7715"/>
                    </a:cubicBezTo>
                    <a:close/>
                  </a:path>
                </a:pathLst>
              </a:custGeom>
              <a:solidFill>
                <a:srgbClr val="42444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13" name="Google Shape;3313;p114"/>
              <p:cNvSpPr/>
              <p:nvPr/>
            </p:nvSpPr>
            <p:spPr>
              <a:xfrm>
                <a:off x="1114425" y="4488846"/>
                <a:ext cx="445484" cy="299466"/>
              </a:xfrm>
              <a:custGeom>
                <a:rect b="b" l="l" r="r" t="t"/>
                <a:pathLst>
                  <a:path extrusionOk="0" h="299466" w="445484">
                    <a:moveTo>
                      <a:pt x="139160" y="7620"/>
                    </a:moveTo>
                    <a:lnTo>
                      <a:pt x="173450" y="41910"/>
                    </a:lnTo>
                    <a:cubicBezTo>
                      <a:pt x="178403" y="46863"/>
                      <a:pt x="185166" y="49721"/>
                      <a:pt x="192215" y="49721"/>
                    </a:cubicBezTo>
                    <a:lnTo>
                      <a:pt x="419005" y="49721"/>
                    </a:lnTo>
                    <a:cubicBezTo>
                      <a:pt x="433673" y="49721"/>
                      <a:pt x="445484" y="61627"/>
                      <a:pt x="445484" y="76200"/>
                    </a:cubicBezTo>
                    <a:lnTo>
                      <a:pt x="445484" y="272987"/>
                    </a:lnTo>
                    <a:cubicBezTo>
                      <a:pt x="445484" y="287655"/>
                      <a:pt x="433578" y="299466"/>
                      <a:pt x="419005" y="299466"/>
                    </a:cubicBezTo>
                    <a:lnTo>
                      <a:pt x="26480" y="299466"/>
                    </a:lnTo>
                    <a:cubicBezTo>
                      <a:pt x="11811" y="299466"/>
                      <a:pt x="0" y="287560"/>
                      <a:pt x="0" y="272987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80" y="0"/>
                    </a:cubicBezTo>
                    <a:lnTo>
                      <a:pt x="120396" y="0"/>
                    </a:lnTo>
                    <a:cubicBezTo>
                      <a:pt x="127445" y="0"/>
                      <a:pt x="134207" y="2762"/>
                      <a:pt x="139160" y="7811"/>
                    </a:cubicBezTo>
                    <a:close/>
                  </a:path>
                </a:pathLst>
              </a:custGeom>
              <a:solidFill>
                <a:srgbClr val="6F708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314" name="Google Shape;3314;p114"/>
            <p:cNvSpPr/>
            <p:nvPr/>
          </p:nvSpPr>
          <p:spPr>
            <a:xfrm>
              <a:off x="1303210" y="4628965"/>
              <a:ext cx="68735" cy="82063"/>
            </a:xfrm>
            <a:custGeom>
              <a:rect b="b" l="l" r="r" t="t"/>
              <a:pathLst>
                <a:path extrusionOk="0" h="82063" w="68735">
                  <a:moveTo>
                    <a:pt x="0" y="6471"/>
                  </a:moveTo>
                  <a:lnTo>
                    <a:pt x="0" y="75527"/>
                  </a:lnTo>
                  <a:cubicBezTo>
                    <a:pt x="0" y="80575"/>
                    <a:pt x="5524" y="83719"/>
                    <a:pt x="9811" y="81147"/>
                  </a:cubicBezTo>
                  <a:lnTo>
                    <a:pt x="65532" y="48095"/>
                  </a:lnTo>
                  <a:cubicBezTo>
                    <a:pt x="69723" y="45619"/>
                    <a:pt x="69818" y="39618"/>
                    <a:pt x="65723" y="37046"/>
                  </a:cubicBezTo>
                  <a:lnTo>
                    <a:pt x="10001" y="1042"/>
                  </a:lnTo>
                  <a:cubicBezTo>
                    <a:pt x="5715" y="-1721"/>
                    <a:pt x="0" y="1327"/>
                    <a:pt x="0" y="647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ONE_COLUMN_TEXT_1_1">
    <p:spTree>
      <p:nvGrpSpPr>
        <p:cNvPr id="3315" name="Shape 3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6" name="Google Shape;3316;p115"/>
          <p:cNvSpPr txBox="1"/>
          <p:nvPr>
            <p:ph type="title"/>
          </p:nvPr>
        </p:nvSpPr>
        <p:spPr>
          <a:xfrm>
            <a:off x="2013850" y="841075"/>
            <a:ext cx="5116200" cy="1390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317" name="Google Shape;3317;p115"/>
          <p:cNvSpPr txBox="1"/>
          <p:nvPr>
            <p:ph idx="1" type="subTitle"/>
          </p:nvPr>
        </p:nvSpPr>
        <p:spPr>
          <a:xfrm>
            <a:off x="2013850" y="2231525"/>
            <a:ext cx="5116200" cy="207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■"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●"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●"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○"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9pPr>
          </a:lstStyle>
          <a:p/>
        </p:txBody>
      </p:sp>
      <p:sp>
        <p:nvSpPr>
          <p:cNvPr id="3318" name="Google Shape;3318;p115"/>
          <p:cNvSpPr/>
          <p:nvPr/>
        </p:nvSpPr>
        <p:spPr>
          <a:xfrm flipH="1" rot="9076707">
            <a:off x="7972821" y="-586852"/>
            <a:ext cx="1683799" cy="1672812"/>
          </a:xfrm>
          <a:custGeom>
            <a:rect b="b" l="l" r="r" t="t"/>
            <a:pathLst>
              <a:path extrusionOk="0" h="30330" w="38869">
                <a:moveTo>
                  <a:pt x="24297" y="1"/>
                </a:moveTo>
                <a:cubicBezTo>
                  <a:pt x="23576" y="1"/>
                  <a:pt x="22813" y="81"/>
                  <a:pt x="22018" y="271"/>
                </a:cubicBezTo>
                <a:cubicBezTo>
                  <a:pt x="16904" y="1494"/>
                  <a:pt x="14626" y="5778"/>
                  <a:pt x="11611" y="8671"/>
                </a:cubicBezTo>
                <a:cubicBezTo>
                  <a:pt x="10032" y="10186"/>
                  <a:pt x="7766" y="10684"/>
                  <a:pt x="5916" y="11826"/>
                </a:cubicBezTo>
                <a:cubicBezTo>
                  <a:pt x="0" y="15481"/>
                  <a:pt x="539" y="24197"/>
                  <a:pt x="4874" y="27639"/>
                </a:cubicBezTo>
                <a:cubicBezTo>
                  <a:pt x="7150" y="29445"/>
                  <a:pt x="9815" y="30330"/>
                  <a:pt x="12976" y="30330"/>
                </a:cubicBezTo>
                <a:cubicBezTo>
                  <a:pt x="15025" y="30330"/>
                  <a:pt x="17282" y="29958"/>
                  <a:pt x="19778" y="29225"/>
                </a:cubicBezTo>
                <a:cubicBezTo>
                  <a:pt x="26123" y="27360"/>
                  <a:pt x="30656" y="26268"/>
                  <a:pt x="34763" y="20412"/>
                </a:cubicBezTo>
                <a:cubicBezTo>
                  <a:pt x="38869" y="14558"/>
                  <a:pt x="35544" y="6859"/>
                  <a:pt x="30907" y="2368"/>
                </a:cubicBezTo>
                <a:cubicBezTo>
                  <a:pt x="30907" y="2368"/>
                  <a:pt x="28215" y="1"/>
                  <a:pt x="24297" y="1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19" name="Google Shape;3319;p115"/>
          <p:cNvGrpSpPr/>
          <p:nvPr/>
        </p:nvGrpSpPr>
        <p:grpSpPr>
          <a:xfrm flipH="1">
            <a:off x="683048" y="4696520"/>
            <a:ext cx="325927" cy="404808"/>
            <a:chOff x="7385113" y="1535430"/>
            <a:chExt cx="435673" cy="541115"/>
          </a:xfrm>
        </p:grpSpPr>
        <p:sp>
          <p:nvSpPr>
            <p:cNvPr id="3320" name="Google Shape;3320;p115"/>
            <p:cNvSpPr/>
            <p:nvPr/>
          </p:nvSpPr>
          <p:spPr>
            <a:xfrm>
              <a:off x="7385113" y="1535430"/>
              <a:ext cx="435673" cy="541115"/>
            </a:xfrm>
            <a:custGeom>
              <a:rect b="b" l="l" r="r" t="t"/>
              <a:pathLst>
                <a:path extrusionOk="0" h="541115" w="435673">
                  <a:moveTo>
                    <a:pt x="394621" y="0"/>
                  </a:moveTo>
                  <a:cubicBezTo>
                    <a:pt x="417294" y="0"/>
                    <a:pt x="435674" y="18380"/>
                    <a:pt x="435674" y="41053"/>
                  </a:cubicBezTo>
                  <a:lnTo>
                    <a:pt x="435674" y="500062"/>
                  </a:lnTo>
                  <a:cubicBezTo>
                    <a:pt x="435674" y="522735"/>
                    <a:pt x="417294" y="541115"/>
                    <a:pt x="394621" y="541115"/>
                  </a:cubicBezTo>
                  <a:lnTo>
                    <a:pt x="41053" y="541115"/>
                  </a:lnTo>
                  <a:cubicBezTo>
                    <a:pt x="18380" y="541115"/>
                    <a:pt x="0" y="522735"/>
                    <a:pt x="0" y="500062"/>
                  </a:cubicBezTo>
                  <a:lnTo>
                    <a:pt x="0" y="41053"/>
                  </a:lnTo>
                  <a:cubicBezTo>
                    <a:pt x="0" y="18380"/>
                    <a:pt x="18380" y="0"/>
                    <a:pt x="4105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321" name="Google Shape;3321;p115"/>
            <p:cNvGrpSpPr/>
            <p:nvPr/>
          </p:nvGrpSpPr>
          <p:grpSpPr>
            <a:xfrm>
              <a:off x="7612094" y="1566576"/>
              <a:ext cx="164781" cy="41529"/>
              <a:chOff x="7612094" y="1566576"/>
              <a:chExt cx="164781" cy="41529"/>
            </a:xfrm>
          </p:grpSpPr>
          <p:sp>
            <p:nvSpPr>
              <p:cNvPr id="3322" name="Google Shape;3322;p115"/>
              <p:cNvSpPr/>
              <p:nvPr/>
            </p:nvSpPr>
            <p:spPr>
              <a:xfrm>
                <a:off x="7735347" y="1566576"/>
                <a:ext cx="41528" cy="41529"/>
              </a:xfrm>
              <a:custGeom>
                <a:rect b="b" l="l" r="r" t="t"/>
                <a:pathLst>
                  <a:path extrusionOk="0" h="41529" w="41528">
                    <a:moveTo>
                      <a:pt x="41529" y="20765"/>
                    </a:moveTo>
                    <a:cubicBezTo>
                      <a:pt x="41529" y="32290"/>
                      <a:pt x="32195" y="41529"/>
                      <a:pt x="20764" y="41529"/>
                    </a:cubicBezTo>
                    <a:cubicBezTo>
                      <a:pt x="9335" y="41529"/>
                      <a:pt x="0" y="32194"/>
                      <a:pt x="0" y="20765"/>
                    </a:cubicBezTo>
                    <a:cubicBezTo>
                      <a:pt x="0" y="9334"/>
                      <a:pt x="9335" y="0"/>
                      <a:pt x="20764" y="0"/>
                    </a:cubicBezTo>
                    <a:cubicBezTo>
                      <a:pt x="32195" y="0"/>
                      <a:pt x="41529" y="9334"/>
                      <a:pt x="41529" y="20765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23" name="Google Shape;3323;p115"/>
              <p:cNvSpPr/>
              <p:nvPr/>
            </p:nvSpPr>
            <p:spPr>
              <a:xfrm>
                <a:off x="7673721" y="1566576"/>
                <a:ext cx="41528" cy="41529"/>
              </a:xfrm>
              <a:custGeom>
                <a:rect b="b" l="l" r="r" t="t"/>
                <a:pathLst>
                  <a:path extrusionOk="0" h="41529" w="41528">
                    <a:moveTo>
                      <a:pt x="41529" y="20765"/>
                    </a:moveTo>
                    <a:cubicBezTo>
                      <a:pt x="41529" y="32290"/>
                      <a:pt x="32195" y="41529"/>
                      <a:pt x="20764" y="41529"/>
                    </a:cubicBezTo>
                    <a:cubicBezTo>
                      <a:pt x="9334" y="41529"/>
                      <a:pt x="0" y="32194"/>
                      <a:pt x="0" y="20765"/>
                    </a:cubicBezTo>
                    <a:cubicBezTo>
                      <a:pt x="0" y="9334"/>
                      <a:pt x="9334" y="0"/>
                      <a:pt x="20764" y="0"/>
                    </a:cubicBezTo>
                    <a:cubicBezTo>
                      <a:pt x="32195" y="0"/>
                      <a:pt x="41529" y="9334"/>
                      <a:pt x="41529" y="2076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24" name="Google Shape;3324;p115"/>
              <p:cNvSpPr/>
              <p:nvPr/>
            </p:nvSpPr>
            <p:spPr>
              <a:xfrm>
                <a:off x="7612094" y="1566576"/>
                <a:ext cx="41529" cy="41529"/>
              </a:xfrm>
              <a:custGeom>
                <a:rect b="b" l="l" r="r" t="t"/>
                <a:pathLst>
                  <a:path extrusionOk="0" h="41529" w="41529">
                    <a:moveTo>
                      <a:pt x="41529" y="20765"/>
                    </a:moveTo>
                    <a:cubicBezTo>
                      <a:pt x="41529" y="32290"/>
                      <a:pt x="32195" y="41529"/>
                      <a:pt x="20764" y="41529"/>
                    </a:cubicBezTo>
                    <a:cubicBezTo>
                      <a:pt x="9335" y="41529"/>
                      <a:pt x="0" y="32194"/>
                      <a:pt x="0" y="20765"/>
                    </a:cubicBezTo>
                    <a:cubicBezTo>
                      <a:pt x="0" y="9334"/>
                      <a:pt x="9335" y="0"/>
                      <a:pt x="20764" y="0"/>
                    </a:cubicBezTo>
                    <a:cubicBezTo>
                      <a:pt x="32195" y="0"/>
                      <a:pt x="41529" y="9334"/>
                      <a:pt x="41529" y="20765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3325" name="Google Shape;3325;p115"/>
          <p:cNvGrpSpPr/>
          <p:nvPr/>
        </p:nvGrpSpPr>
        <p:grpSpPr>
          <a:xfrm flipH="1">
            <a:off x="713902" y="4774546"/>
            <a:ext cx="268636" cy="280965"/>
            <a:chOff x="7420451" y="1639728"/>
            <a:chExt cx="359091" cy="375571"/>
          </a:xfrm>
        </p:grpSpPr>
        <p:sp>
          <p:nvSpPr>
            <p:cNvPr id="3326" name="Google Shape;3326;p115"/>
            <p:cNvSpPr/>
            <p:nvPr/>
          </p:nvSpPr>
          <p:spPr>
            <a:xfrm>
              <a:off x="7420451" y="1852041"/>
              <a:ext cx="357473" cy="163258"/>
            </a:xfrm>
            <a:custGeom>
              <a:rect b="b" l="l" r="r" t="t"/>
              <a:pathLst>
                <a:path extrusionOk="0" h="163258" w="357473">
                  <a:moveTo>
                    <a:pt x="40196" y="72962"/>
                  </a:moveTo>
                  <a:lnTo>
                    <a:pt x="0" y="72962"/>
                  </a:lnTo>
                  <a:lnTo>
                    <a:pt x="0" y="90297"/>
                  </a:lnTo>
                  <a:lnTo>
                    <a:pt x="40196" y="90297"/>
                  </a:lnTo>
                  <a:lnTo>
                    <a:pt x="40196" y="72962"/>
                  </a:lnTo>
                  <a:close/>
                  <a:moveTo>
                    <a:pt x="185166" y="126778"/>
                  </a:moveTo>
                  <a:lnTo>
                    <a:pt x="294894" y="126778"/>
                  </a:lnTo>
                  <a:lnTo>
                    <a:pt x="294894" y="109347"/>
                  </a:lnTo>
                  <a:lnTo>
                    <a:pt x="185166" y="109347"/>
                  </a:lnTo>
                  <a:lnTo>
                    <a:pt x="185166" y="126778"/>
                  </a:lnTo>
                  <a:close/>
                  <a:moveTo>
                    <a:pt x="294894" y="0"/>
                  </a:moveTo>
                  <a:lnTo>
                    <a:pt x="38291" y="0"/>
                  </a:lnTo>
                  <a:lnTo>
                    <a:pt x="38291" y="17335"/>
                  </a:lnTo>
                  <a:lnTo>
                    <a:pt x="294894" y="17335"/>
                  </a:lnTo>
                  <a:lnTo>
                    <a:pt x="294894" y="0"/>
                  </a:lnTo>
                  <a:close/>
                  <a:moveTo>
                    <a:pt x="0" y="163259"/>
                  </a:moveTo>
                  <a:lnTo>
                    <a:pt x="99632" y="163259"/>
                  </a:lnTo>
                  <a:lnTo>
                    <a:pt x="99632" y="145828"/>
                  </a:lnTo>
                  <a:lnTo>
                    <a:pt x="0" y="145828"/>
                  </a:lnTo>
                  <a:lnTo>
                    <a:pt x="0" y="163259"/>
                  </a:lnTo>
                  <a:close/>
                  <a:moveTo>
                    <a:pt x="76581" y="36481"/>
                  </a:moveTo>
                  <a:lnTo>
                    <a:pt x="0" y="36481"/>
                  </a:lnTo>
                  <a:lnTo>
                    <a:pt x="0" y="53816"/>
                  </a:lnTo>
                  <a:lnTo>
                    <a:pt x="76581" y="53816"/>
                  </a:lnTo>
                  <a:lnTo>
                    <a:pt x="76581" y="36481"/>
                  </a:lnTo>
                  <a:close/>
                  <a:moveTo>
                    <a:pt x="52483" y="90297"/>
                  </a:moveTo>
                  <a:lnTo>
                    <a:pt x="207836" y="90297"/>
                  </a:lnTo>
                  <a:lnTo>
                    <a:pt x="207836" y="72962"/>
                  </a:lnTo>
                  <a:lnTo>
                    <a:pt x="52483" y="72962"/>
                  </a:lnTo>
                  <a:lnTo>
                    <a:pt x="52483" y="90297"/>
                  </a:lnTo>
                  <a:close/>
                  <a:moveTo>
                    <a:pt x="164402" y="109347"/>
                  </a:moveTo>
                  <a:lnTo>
                    <a:pt x="0" y="109347"/>
                  </a:lnTo>
                  <a:lnTo>
                    <a:pt x="0" y="126778"/>
                  </a:lnTo>
                  <a:lnTo>
                    <a:pt x="164402" y="126778"/>
                  </a:lnTo>
                  <a:lnTo>
                    <a:pt x="164402" y="109347"/>
                  </a:lnTo>
                  <a:close/>
                  <a:moveTo>
                    <a:pt x="220218" y="90297"/>
                  </a:moveTo>
                  <a:lnTo>
                    <a:pt x="357378" y="90297"/>
                  </a:lnTo>
                  <a:lnTo>
                    <a:pt x="357378" y="72962"/>
                  </a:lnTo>
                  <a:lnTo>
                    <a:pt x="220218" y="72962"/>
                  </a:lnTo>
                  <a:lnTo>
                    <a:pt x="220218" y="90297"/>
                  </a:lnTo>
                  <a:close/>
                  <a:moveTo>
                    <a:pt x="97441" y="53816"/>
                  </a:moveTo>
                  <a:lnTo>
                    <a:pt x="357474" y="53816"/>
                  </a:lnTo>
                  <a:lnTo>
                    <a:pt x="357474" y="36481"/>
                  </a:lnTo>
                  <a:lnTo>
                    <a:pt x="97441" y="36481"/>
                  </a:lnTo>
                  <a:lnTo>
                    <a:pt x="97441" y="53816"/>
                  </a:lnTo>
                  <a:close/>
                  <a:moveTo>
                    <a:pt x="305371" y="0"/>
                  </a:moveTo>
                  <a:lnTo>
                    <a:pt x="305371" y="17335"/>
                  </a:lnTo>
                  <a:lnTo>
                    <a:pt x="357378" y="17335"/>
                  </a:lnTo>
                  <a:lnTo>
                    <a:pt x="357378" y="0"/>
                  </a:lnTo>
                  <a:lnTo>
                    <a:pt x="305371" y="0"/>
                  </a:lnTo>
                  <a:close/>
                  <a:moveTo>
                    <a:pt x="315659" y="126778"/>
                  </a:moveTo>
                  <a:lnTo>
                    <a:pt x="357378" y="126778"/>
                  </a:lnTo>
                  <a:lnTo>
                    <a:pt x="357378" y="109347"/>
                  </a:lnTo>
                  <a:lnTo>
                    <a:pt x="315659" y="109347"/>
                  </a:lnTo>
                  <a:lnTo>
                    <a:pt x="315659" y="126778"/>
                  </a:lnTo>
                  <a:close/>
                  <a:moveTo>
                    <a:pt x="120396" y="163259"/>
                  </a:moveTo>
                  <a:lnTo>
                    <a:pt x="222981" y="163259"/>
                  </a:lnTo>
                  <a:lnTo>
                    <a:pt x="222981" y="145828"/>
                  </a:lnTo>
                  <a:lnTo>
                    <a:pt x="120396" y="145828"/>
                  </a:lnTo>
                  <a:lnTo>
                    <a:pt x="120396" y="163259"/>
                  </a:lnTo>
                  <a:close/>
                  <a:moveTo>
                    <a:pt x="235363" y="163259"/>
                  </a:moveTo>
                  <a:lnTo>
                    <a:pt x="313563" y="163259"/>
                  </a:lnTo>
                  <a:lnTo>
                    <a:pt x="313563" y="145828"/>
                  </a:lnTo>
                  <a:lnTo>
                    <a:pt x="235363" y="145828"/>
                  </a:lnTo>
                  <a:lnTo>
                    <a:pt x="235363" y="163259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27" name="Google Shape;3327;p115"/>
            <p:cNvSpPr/>
            <p:nvPr/>
          </p:nvSpPr>
          <p:spPr>
            <a:xfrm>
              <a:off x="7425594" y="1639728"/>
              <a:ext cx="353948" cy="180117"/>
            </a:xfrm>
            <a:custGeom>
              <a:rect b="b" l="l" r="r" t="t"/>
              <a:pathLst>
                <a:path extrusionOk="0" h="180117" w="353948">
                  <a:moveTo>
                    <a:pt x="0" y="0"/>
                  </a:moveTo>
                  <a:lnTo>
                    <a:pt x="353949" y="0"/>
                  </a:lnTo>
                  <a:lnTo>
                    <a:pt x="353949" y="180118"/>
                  </a:lnTo>
                  <a:lnTo>
                    <a:pt x="0" y="180118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328" name="Google Shape;3328;p115"/>
          <p:cNvGrpSpPr/>
          <p:nvPr/>
        </p:nvGrpSpPr>
        <p:grpSpPr>
          <a:xfrm flipH="1">
            <a:off x="96200" y="4469347"/>
            <a:ext cx="355444" cy="644072"/>
            <a:chOff x="1945386" y="5582316"/>
            <a:chExt cx="470725" cy="852963"/>
          </a:xfrm>
        </p:grpSpPr>
        <p:grpSp>
          <p:nvGrpSpPr>
            <p:cNvPr id="3329" name="Google Shape;3329;p115"/>
            <p:cNvGrpSpPr/>
            <p:nvPr/>
          </p:nvGrpSpPr>
          <p:grpSpPr>
            <a:xfrm>
              <a:off x="1945386" y="5582316"/>
              <a:ext cx="470725" cy="852963"/>
              <a:chOff x="1945386" y="5582316"/>
              <a:chExt cx="470725" cy="852963"/>
            </a:xfrm>
          </p:grpSpPr>
          <p:sp>
            <p:nvSpPr>
              <p:cNvPr id="3330" name="Google Shape;3330;p115"/>
              <p:cNvSpPr/>
              <p:nvPr/>
            </p:nvSpPr>
            <p:spPr>
              <a:xfrm>
                <a:off x="1945386" y="5582316"/>
                <a:ext cx="470725" cy="852963"/>
              </a:xfrm>
              <a:custGeom>
                <a:rect b="b" l="l" r="r" t="t"/>
                <a:pathLst>
                  <a:path extrusionOk="0" h="852963" w="470725">
                    <a:moveTo>
                      <a:pt x="435388" y="0"/>
                    </a:moveTo>
                    <a:cubicBezTo>
                      <a:pt x="454904" y="0"/>
                      <a:pt x="470726" y="15821"/>
                      <a:pt x="470726" y="35338"/>
                    </a:cubicBezTo>
                    <a:lnTo>
                      <a:pt x="470726" y="817626"/>
                    </a:lnTo>
                    <a:cubicBezTo>
                      <a:pt x="470726" y="837143"/>
                      <a:pt x="454904" y="852964"/>
                      <a:pt x="435388" y="852964"/>
                    </a:cubicBezTo>
                    <a:lnTo>
                      <a:pt x="35338" y="852964"/>
                    </a:lnTo>
                    <a:cubicBezTo>
                      <a:pt x="15821" y="852964"/>
                      <a:pt x="0" y="837143"/>
                      <a:pt x="0" y="817626"/>
                    </a:cubicBezTo>
                    <a:lnTo>
                      <a:pt x="0" y="35338"/>
                    </a:lnTo>
                    <a:cubicBezTo>
                      <a:pt x="0" y="15822"/>
                      <a:pt x="15821" y="0"/>
                      <a:pt x="35338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31" name="Google Shape;3331;p115"/>
              <p:cNvSpPr/>
              <p:nvPr/>
            </p:nvSpPr>
            <p:spPr>
              <a:xfrm>
                <a:off x="1965864" y="5625846"/>
                <a:ext cx="429577" cy="699420"/>
              </a:xfrm>
              <a:custGeom>
                <a:rect b="b" l="l" r="r" t="t"/>
                <a:pathLst>
                  <a:path extrusionOk="0" h="699420" w="429577">
                    <a:moveTo>
                      <a:pt x="0" y="0"/>
                    </a:moveTo>
                    <a:lnTo>
                      <a:pt x="429578" y="0"/>
                    </a:lnTo>
                    <a:lnTo>
                      <a:pt x="429578" y="699421"/>
                    </a:lnTo>
                    <a:lnTo>
                      <a:pt x="0" y="69942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332" name="Google Shape;3332;p115"/>
            <p:cNvSpPr/>
            <p:nvPr/>
          </p:nvSpPr>
          <p:spPr>
            <a:xfrm>
              <a:off x="1986438" y="6371462"/>
              <a:ext cx="388334" cy="32194"/>
            </a:xfrm>
            <a:custGeom>
              <a:rect b="b" l="l" r="r" t="t"/>
              <a:pathLst>
                <a:path extrusionOk="0" h="32194" w="388334">
                  <a:moveTo>
                    <a:pt x="88011" y="0"/>
                  </a:moveTo>
                  <a:lnTo>
                    <a:pt x="16097" y="0"/>
                  </a:lnTo>
                  <a:cubicBezTo>
                    <a:pt x="7239" y="0"/>
                    <a:pt x="0" y="7239"/>
                    <a:pt x="0" y="16097"/>
                  </a:cubicBezTo>
                  <a:cubicBezTo>
                    <a:pt x="0" y="24955"/>
                    <a:pt x="7239" y="32195"/>
                    <a:pt x="16097" y="32195"/>
                  </a:cubicBezTo>
                  <a:lnTo>
                    <a:pt x="88011" y="32195"/>
                  </a:lnTo>
                  <a:cubicBezTo>
                    <a:pt x="96869" y="32195"/>
                    <a:pt x="104108" y="24955"/>
                    <a:pt x="104108" y="16097"/>
                  </a:cubicBezTo>
                  <a:cubicBezTo>
                    <a:pt x="104108" y="7239"/>
                    <a:pt x="96869" y="0"/>
                    <a:pt x="88011" y="0"/>
                  </a:cubicBezTo>
                  <a:close/>
                  <a:moveTo>
                    <a:pt x="230124" y="0"/>
                  </a:moveTo>
                  <a:lnTo>
                    <a:pt x="158210" y="0"/>
                  </a:lnTo>
                  <a:cubicBezTo>
                    <a:pt x="149352" y="0"/>
                    <a:pt x="142113" y="7239"/>
                    <a:pt x="142113" y="16097"/>
                  </a:cubicBezTo>
                  <a:cubicBezTo>
                    <a:pt x="142113" y="24955"/>
                    <a:pt x="149352" y="32195"/>
                    <a:pt x="158210" y="32195"/>
                  </a:cubicBezTo>
                  <a:lnTo>
                    <a:pt x="230124" y="32195"/>
                  </a:lnTo>
                  <a:cubicBezTo>
                    <a:pt x="238982" y="32195"/>
                    <a:pt x="246221" y="24955"/>
                    <a:pt x="246221" y="16097"/>
                  </a:cubicBezTo>
                  <a:cubicBezTo>
                    <a:pt x="246221" y="7239"/>
                    <a:pt x="238982" y="0"/>
                    <a:pt x="230124" y="0"/>
                  </a:cubicBezTo>
                  <a:close/>
                  <a:moveTo>
                    <a:pt x="372237" y="0"/>
                  </a:moveTo>
                  <a:lnTo>
                    <a:pt x="300323" y="0"/>
                  </a:lnTo>
                  <a:cubicBezTo>
                    <a:pt x="291465" y="0"/>
                    <a:pt x="284226" y="7239"/>
                    <a:pt x="284226" y="16097"/>
                  </a:cubicBezTo>
                  <a:cubicBezTo>
                    <a:pt x="284226" y="24955"/>
                    <a:pt x="291465" y="32195"/>
                    <a:pt x="300323" y="32195"/>
                  </a:cubicBezTo>
                  <a:lnTo>
                    <a:pt x="372237" y="32195"/>
                  </a:lnTo>
                  <a:cubicBezTo>
                    <a:pt x="381095" y="32195"/>
                    <a:pt x="388334" y="24955"/>
                    <a:pt x="388334" y="16097"/>
                  </a:cubicBezTo>
                  <a:cubicBezTo>
                    <a:pt x="388334" y="7239"/>
                    <a:pt x="381095" y="0"/>
                    <a:pt x="37223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333" name="Google Shape;3333;p115"/>
          <p:cNvGrpSpPr/>
          <p:nvPr/>
        </p:nvGrpSpPr>
        <p:grpSpPr>
          <a:xfrm>
            <a:off x="7975988" y="116167"/>
            <a:ext cx="1061979" cy="558999"/>
            <a:chOff x="3859815" y="2867310"/>
            <a:chExt cx="1262157" cy="664368"/>
          </a:xfrm>
        </p:grpSpPr>
        <p:sp>
          <p:nvSpPr>
            <p:cNvPr id="3334" name="Google Shape;3334;p115"/>
            <p:cNvSpPr/>
            <p:nvPr/>
          </p:nvSpPr>
          <p:spPr>
            <a:xfrm>
              <a:off x="3859815" y="2867310"/>
              <a:ext cx="1262157" cy="664368"/>
            </a:xfrm>
            <a:custGeom>
              <a:rect b="b" l="l" r="r" t="t"/>
              <a:pathLst>
                <a:path extrusionOk="0" h="664368" w="1262157">
                  <a:moveTo>
                    <a:pt x="1102233" y="344424"/>
                  </a:moveTo>
                  <a:cubicBezTo>
                    <a:pt x="1090231" y="344424"/>
                    <a:pt x="1078611" y="345757"/>
                    <a:pt x="1067372" y="348234"/>
                  </a:cubicBezTo>
                  <a:cubicBezTo>
                    <a:pt x="1048131" y="223838"/>
                    <a:pt x="945166" y="127159"/>
                    <a:pt x="817816" y="117348"/>
                  </a:cubicBezTo>
                  <a:cubicBezTo>
                    <a:pt x="756856" y="45625"/>
                    <a:pt x="666083" y="0"/>
                    <a:pt x="564547" y="0"/>
                  </a:cubicBezTo>
                  <a:cubicBezTo>
                    <a:pt x="398526" y="0"/>
                    <a:pt x="260890" y="121825"/>
                    <a:pt x="236220" y="280988"/>
                  </a:cubicBezTo>
                  <a:cubicBezTo>
                    <a:pt x="222599" y="277939"/>
                    <a:pt x="208502" y="276320"/>
                    <a:pt x="194024" y="276320"/>
                  </a:cubicBezTo>
                  <a:cubicBezTo>
                    <a:pt x="86868" y="276320"/>
                    <a:pt x="0" y="363188"/>
                    <a:pt x="0" y="470345"/>
                  </a:cubicBezTo>
                  <a:cubicBezTo>
                    <a:pt x="0" y="577501"/>
                    <a:pt x="86868" y="664369"/>
                    <a:pt x="194024" y="664369"/>
                  </a:cubicBezTo>
                  <a:lnTo>
                    <a:pt x="1102138" y="664369"/>
                  </a:lnTo>
                  <a:cubicBezTo>
                    <a:pt x="1190530" y="664369"/>
                    <a:pt x="1262158" y="592741"/>
                    <a:pt x="1262158" y="504349"/>
                  </a:cubicBezTo>
                  <a:cubicBezTo>
                    <a:pt x="1262158" y="415957"/>
                    <a:pt x="1190530" y="344329"/>
                    <a:pt x="1102138" y="344329"/>
                  </a:cubicBezTo>
                  <a:close/>
                </a:path>
              </a:pathLst>
            </a:custGeom>
            <a:solidFill>
              <a:srgbClr val="42444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335" name="Google Shape;3335;p115"/>
            <p:cNvGrpSpPr/>
            <p:nvPr/>
          </p:nvGrpSpPr>
          <p:grpSpPr>
            <a:xfrm>
              <a:off x="4275677" y="3065525"/>
              <a:ext cx="334517" cy="380047"/>
              <a:chOff x="4275677" y="3065525"/>
              <a:chExt cx="334517" cy="380047"/>
            </a:xfrm>
          </p:grpSpPr>
          <p:grpSp>
            <p:nvGrpSpPr>
              <p:cNvPr id="3336" name="Google Shape;3336;p115"/>
              <p:cNvGrpSpPr/>
              <p:nvPr/>
            </p:nvGrpSpPr>
            <p:grpSpPr>
              <a:xfrm>
                <a:off x="4275677" y="3065525"/>
                <a:ext cx="334517" cy="380047"/>
                <a:chOff x="4275677" y="3065525"/>
                <a:chExt cx="334517" cy="380047"/>
              </a:xfrm>
            </p:grpSpPr>
            <p:grpSp>
              <p:nvGrpSpPr>
                <p:cNvPr id="3337" name="Google Shape;3337;p115"/>
                <p:cNvGrpSpPr/>
                <p:nvPr/>
              </p:nvGrpSpPr>
              <p:grpSpPr>
                <a:xfrm>
                  <a:off x="4275677" y="3301269"/>
                  <a:ext cx="334422" cy="144303"/>
                  <a:chOff x="4275677" y="3301269"/>
                  <a:chExt cx="334422" cy="144303"/>
                </a:xfrm>
              </p:grpSpPr>
              <p:sp>
                <p:nvSpPr>
                  <p:cNvPr id="3338" name="Google Shape;3338;p115"/>
                  <p:cNvSpPr/>
                  <p:nvPr/>
                </p:nvSpPr>
                <p:spPr>
                  <a:xfrm>
                    <a:off x="4275677" y="3331654"/>
                    <a:ext cx="334422" cy="113918"/>
                  </a:xfrm>
                  <a:custGeom>
                    <a:rect b="b" l="l" r="r" t="t"/>
                    <a:pathLst>
                      <a:path extrusionOk="0" h="113918" w="334422">
                        <a:moveTo>
                          <a:pt x="95" y="0"/>
                        </a:moveTo>
                        <a:lnTo>
                          <a:pt x="95" y="83534"/>
                        </a:lnTo>
                        <a:cubicBezTo>
                          <a:pt x="95" y="100298"/>
                          <a:pt x="74962" y="113919"/>
                          <a:pt x="167259" y="113919"/>
                        </a:cubicBezTo>
                        <a:cubicBezTo>
                          <a:pt x="259556" y="113919"/>
                          <a:pt x="334423" y="100298"/>
                          <a:pt x="334423" y="83534"/>
                        </a:cubicBezTo>
                        <a:lnTo>
                          <a:pt x="334423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CFD3D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339" name="Google Shape;3339;p115"/>
                  <p:cNvSpPr/>
                  <p:nvPr/>
                </p:nvSpPr>
                <p:spPr>
                  <a:xfrm>
                    <a:off x="4275772" y="3301269"/>
                    <a:ext cx="334327" cy="60769"/>
                  </a:xfrm>
                  <a:custGeom>
                    <a:rect b="b" l="l" r="r" t="t"/>
                    <a:pathLst>
                      <a:path extrusionOk="0" h="60769" w="334327">
                        <a:moveTo>
                          <a:pt x="334328" y="30385"/>
                        </a:moveTo>
                        <a:cubicBezTo>
                          <a:pt x="334328" y="47166"/>
                          <a:pt x="259486" y="60770"/>
                          <a:pt x="167164" y="60770"/>
                        </a:cubicBezTo>
                        <a:cubicBezTo>
                          <a:pt x="74842" y="60770"/>
                          <a:pt x="0" y="47166"/>
                          <a:pt x="0" y="30385"/>
                        </a:cubicBezTo>
                        <a:cubicBezTo>
                          <a:pt x="0" y="13604"/>
                          <a:pt x="74842" y="0"/>
                          <a:pt x="167164" y="0"/>
                        </a:cubicBezTo>
                        <a:cubicBezTo>
                          <a:pt x="259486" y="0"/>
                          <a:pt x="334328" y="13604"/>
                          <a:pt x="334328" y="30385"/>
                        </a:cubicBezTo>
                        <a:close/>
                      </a:path>
                    </a:pathLst>
                  </a:custGeom>
                  <a:solidFill>
                    <a:srgbClr val="E6EAF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3340" name="Google Shape;3340;p115"/>
                <p:cNvGrpSpPr/>
                <p:nvPr/>
              </p:nvGrpSpPr>
              <p:grpSpPr>
                <a:xfrm>
                  <a:off x="4275677" y="3183350"/>
                  <a:ext cx="334422" cy="144302"/>
                  <a:chOff x="4275677" y="3183350"/>
                  <a:chExt cx="334422" cy="144302"/>
                </a:xfrm>
              </p:grpSpPr>
              <p:sp>
                <p:nvSpPr>
                  <p:cNvPr id="3341" name="Google Shape;3341;p115"/>
                  <p:cNvSpPr/>
                  <p:nvPr/>
                </p:nvSpPr>
                <p:spPr>
                  <a:xfrm>
                    <a:off x="4275677" y="3213734"/>
                    <a:ext cx="334422" cy="113918"/>
                  </a:xfrm>
                  <a:custGeom>
                    <a:rect b="b" l="l" r="r" t="t"/>
                    <a:pathLst>
                      <a:path extrusionOk="0" h="113918" w="334422">
                        <a:moveTo>
                          <a:pt x="95" y="0"/>
                        </a:moveTo>
                        <a:lnTo>
                          <a:pt x="95" y="83534"/>
                        </a:lnTo>
                        <a:cubicBezTo>
                          <a:pt x="95" y="100298"/>
                          <a:pt x="74962" y="113919"/>
                          <a:pt x="167259" y="113919"/>
                        </a:cubicBezTo>
                        <a:cubicBezTo>
                          <a:pt x="259556" y="113919"/>
                          <a:pt x="334423" y="100298"/>
                          <a:pt x="334423" y="83534"/>
                        </a:cubicBezTo>
                        <a:lnTo>
                          <a:pt x="334423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CFD3D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342" name="Google Shape;3342;p115"/>
                  <p:cNvSpPr/>
                  <p:nvPr/>
                </p:nvSpPr>
                <p:spPr>
                  <a:xfrm>
                    <a:off x="4275772" y="3183350"/>
                    <a:ext cx="334327" cy="60769"/>
                  </a:xfrm>
                  <a:custGeom>
                    <a:rect b="b" l="l" r="r" t="t"/>
                    <a:pathLst>
                      <a:path extrusionOk="0" h="60769" w="334327">
                        <a:moveTo>
                          <a:pt x="334328" y="30385"/>
                        </a:moveTo>
                        <a:cubicBezTo>
                          <a:pt x="334328" y="47166"/>
                          <a:pt x="259486" y="60769"/>
                          <a:pt x="167164" y="60769"/>
                        </a:cubicBezTo>
                        <a:cubicBezTo>
                          <a:pt x="74842" y="60769"/>
                          <a:pt x="0" y="47166"/>
                          <a:pt x="0" y="30385"/>
                        </a:cubicBezTo>
                        <a:cubicBezTo>
                          <a:pt x="0" y="13604"/>
                          <a:pt x="74842" y="0"/>
                          <a:pt x="167164" y="0"/>
                        </a:cubicBezTo>
                        <a:cubicBezTo>
                          <a:pt x="259486" y="0"/>
                          <a:pt x="334328" y="13604"/>
                          <a:pt x="334328" y="30385"/>
                        </a:cubicBezTo>
                        <a:close/>
                      </a:path>
                    </a:pathLst>
                  </a:custGeom>
                  <a:solidFill>
                    <a:srgbClr val="E6EAF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3343" name="Google Shape;3343;p115"/>
                <p:cNvGrpSpPr/>
                <p:nvPr/>
              </p:nvGrpSpPr>
              <p:grpSpPr>
                <a:xfrm>
                  <a:off x="4275677" y="3065525"/>
                  <a:ext cx="334517" cy="144303"/>
                  <a:chOff x="4275677" y="3065525"/>
                  <a:chExt cx="334517" cy="144303"/>
                </a:xfrm>
              </p:grpSpPr>
              <p:sp>
                <p:nvSpPr>
                  <p:cNvPr id="3344" name="Google Shape;3344;p115"/>
                  <p:cNvSpPr/>
                  <p:nvPr/>
                </p:nvSpPr>
                <p:spPr>
                  <a:xfrm>
                    <a:off x="4275677" y="3095910"/>
                    <a:ext cx="334422" cy="113918"/>
                  </a:xfrm>
                  <a:custGeom>
                    <a:rect b="b" l="l" r="r" t="t"/>
                    <a:pathLst>
                      <a:path extrusionOk="0" h="113918" w="334422">
                        <a:moveTo>
                          <a:pt x="95" y="0"/>
                        </a:moveTo>
                        <a:lnTo>
                          <a:pt x="95" y="83534"/>
                        </a:lnTo>
                        <a:cubicBezTo>
                          <a:pt x="95" y="100298"/>
                          <a:pt x="74962" y="113919"/>
                          <a:pt x="167259" y="113919"/>
                        </a:cubicBezTo>
                        <a:cubicBezTo>
                          <a:pt x="259556" y="113919"/>
                          <a:pt x="334423" y="100298"/>
                          <a:pt x="334423" y="83534"/>
                        </a:cubicBezTo>
                        <a:lnTo>
                          <a:pt x="334423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CFD3D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345" name="Google Shape;3345;p115"/>
                  <p:cNvSpPr/>
                  <p:nvPr/>
                </p:nvSpPr>
                <p:spPr>
                  <a:xfrm>
                    <a:off x="4275867" y="3065525"/>
                    <a:ext cx="334327" cy="60769"/>
                  </a:xfrm>
                  <a:custGeom>
                    <a:rect b="b" l="l" r="r" t="t"/>
                    <a:pathLst>
                      <a:path extrusionOk="0" h="60769" w="334327">
                        <a:moveTo>
                          <a:pt x="334328" y="30385"/>
                        </a:moveTo>
                        <a:cubicBezTo>
                          <a:pt x="334328" y="47149"/>
                          <a:pt x="259461" y="60770"/>
                          <a:pt x="167164" y="60770"/>
                        </a:cubicBezTo>
                        <a:cubicBezTo>
                          <a:pt x="74866" y="60770"/>
                          <a:pt x="0" y="47149"/>
                          <a:pt x="0" y="30385"/>
                        </a:cubicBezTo>
                        <a:cubicBezTo>
                          <a:pt x="0" y="13621"/>
                          <a:pt x="74866" y="0"/>
                          <a:pt x="167164" y="0"/>
                        </a:cubicBezTo>
                        <a:cubicBezTo>
                          <a:pt x="259461" y="0"/>
                          <a:pt x="334328" y="13621"/>
                          <a:pt x="334328" y="30385"/>
                        </a:cubicBezTo>
                        <a:close/>
                      </a:path>
                    </a:pathLst>
                  </a:custGeom>
                  <a:solidFill>
                    <a:srgbClr val="E6EAF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3346" name="Google Shape;3346;p115"/>
              <p:cNvSpPr/>
              <p:nvPr/>
            </p:nvSpPr>
            <p:spPr>
              <a:xfrm>
                <a:off x="4529994" y="3140487"/>
                <a:ext cx="38100" cy="38100"/>
              </a:xfrm>
              <a:custGeom>
                <a:rect b="b" l="l" r="r" t="t"/>
                <a:pathLst>
                  <a:path extrusionOk="0" h="38100" w="38100">
                    <a:moveTo>
                      <a:pt x="38100" y="19050"/>
                    </a:moveTo>
                    <a:cubicBezTo>
                      <a:pt x="38100" y="29623"/>
                      <a:pt x="29528" y="38100"/>
                      <a:pt x="19050" y="38100"/>
                    </a:cubicBezTo>
                    <a:cubicBezTo>
                      <a:pt x="8572" y="38100"/>
                      <a:pt x="0" y="29528"/>
                      <a:pt x="0" y="19050"/>
                    </a:cubicBezTo>
                    <a:cubicBezTo>
                      <a:pt x="0" y="8572"/>
                      <a:pt x="8572" y="0"/>
                      <a:pt x="19050" y="0"/>
                    </a:cubicBezTo>
                    <a:cubicBezTo>
                      <a:pt x="29528" y="0"/>
                      <a:pt x="38100" y="8572"/>
                      <a:pt x="38100" y="19050"/>
                    </a:cubicBezTo>
                    <a:close/>
                  </a:path>
                </a:pathLst>
              </a:custGeom>
              <a:solidFill>
                <a:srgbClr val="55C0E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47" name="Google Shape;3347;p115"/>
              <p:cNvSpPr/>
              <p:nvPr/>
            </p:nvSpPr>
            <p:spPr>
              <a:xfrm>
                <a:off x="4529994" y="3256216"/>
                <a:ext cx="38100" cy="38100"/>
              </a:xfrm>
              <a:custGeom>
                <a:rect b="b" l="l" r="r" t="t"/>
                <a:pathLst>
                  <a:path extrusionOk="0" h="38100" w="38100">
                    <a:moveTo>
                      <a:pt x="38100" y="19050"/>
                    </a:moveTo>
                    <a:cubicBezTo>
                      <a:pt x="38100" y="29623"/>
                      <a:pt x="29528" y="38100"/>
                      <a:pt x="19050" y="38100"/>
                    </a:cubicBezTo>
                    <a:cubicBezTo>
                      <a:pt x="8572" y="38100"/>
                      <a:pt x="0" y="29528"/>
                      <a:pt x="0" y="19050"/>
                    </a:cubicBezTo>
                    <a:cubicBezTo>
                      <a:pt x="0" y="8573"/>
                      <a:pt x="8572" y="0"/>
                      <a:pt x="19050" y="0"/>
                    </a:cubicBezTo>
                    <a:cubicBezTo>
                      <a:pt x="29528" y="0"/>
                      <a:pt x="38100" y="8573"/>
                      <a:pt x="38100" y="19050"/>
                    </a:cubicBezTo>
                    <a:close/>
                  </a:path>
                </a:pathLst>
              </a:custGeom>
              <a:solidFill>
                <a:srgbClr val="E6EAF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48" name="Google Shape;3348;p115"/>
              <p:cNvSpPr/>
              <p:nvPr/>
            </p:nvSpPr>
            <p:spPr>
              <a:xfrm>
                <a:off x="4529994" y="3377088"/>
                <a:ext cx="38100" cy="38100"/>
              </a:xfrm>
              <a:custGeom>
                <a:rect b="b" l="l" r="r" t="t"/>
                <a:pathLst>
                  <a:path extrusionOk="0" h="38100" w="38100">
                    <a:moveTo>
                      <a:pt x="38100" y="19050"/>
                    </a:moveTo>
                    <a:cubicBezTo>
                      <a:pt x="38100" y="29623"/>
                      <a:pt x="29528" y="38100"/>
                      <a:pt x="19050" y="38100"/>
                    </a:cubicBezTo>
                    <a:cubicBezTo>
                      <a:pt x="8572" y="38100"/>
                      <a:pt x="0" y="29528"/>
                      <a:pt x="0" y="19050"/>
                    </a:cubicBezTo>
                    <a:cubicBezTo>
                      <a:pt x="0" y="8573"/>
                      <a:pt x="8572" y="0"/>
                      <a:pt x="19050" y="0"/>
                    </a:cubicBezTo>
                    <a:cubicBezTo>
                      <a:pt x="29528" y="0"/>
                      <a:pt x="38100" y="8573"/>
                      <a:pt x="38100" y="19050"/>
                    </a:cubicBezTo>
                    <a:close/>
                  </a:path>
                </a:pathLst>
              </a:custGeom>
              <a:solidFill>
                <a:srgbClr val="E6EAF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3349" name="Google Shape;3349;p115"/>
          <p:cNvGrpSpPr/>
          <p:nvPr/>
        </p:nvGrpSpPr>
        <p:grpSpPr>
          <a:xfrm flipH="1" rot="5400000">
            <a:off x="557972" y="4696603"/>
            <a:ext cx="16329" cy="218290"/>
            <a:chOff x="10809827" y="4402455"/>
            <a:chExt cx="24764" cy="330993"/>
          </a:xfrm>
        </p:grpSpPr>
        <p:sp>
          <p:nvSpPr>
            <p:cNvPr id="3350" name="Google Shape;3350;p115"/>
            <p:cNvSpPr/>
            <p:nvPr/>
          </p:nvSpPr>
          <p:spPr>
            <a:xfrm>
              <a:off x="10822209" y="4414266"/>
              <a:ext cx="9525" cy="307467"/>
            </a:xfrm>
            <a:custGeom>
              <a:rect b="b" l="l" r="r" t="t"/>
              <a:pathLst>
                <a:path extrusionOk="0" h="307467" w="9525">
                  <a:moveTo>
                    <a:pt x="-1" y="307467"/>
                  </a:moveTo>
                  <a:lnTo>
                    <a:pt x="-1" y="0"/>
                  </a:lnTo>
                </a:path>
              </a:pathLst>
            </a:custGeom>
            <a:solidFill>
              <a:schemeClr val="accent4"/>
            </a:solidFill>
            <a:ln cap="flat" cmpd="sng" w="10950">
              <a:solidFill>
                <a:schemeClr val="accent4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51" name="Google Shape;3351;p115"/>
            <p:cNvSpPr/>
            <p:nvPr/>
          </p:nvSpPr>
          <p:spPr>
            <a:xfrm>
              <a:off x="10809827" y="4708683"/>
              <a:ext cx="24764" cy="24765"/>
            </a:xfrm>
            <a:custGeom>
              <a:rect b="b" l="l" r="r" t="t"/>
              <a:pathLst>
                <a:path extrusionOk="0" h="24765" w="24764">
                  <a:moveTo>
                    <a:pt x="24765" y="12382"/>
                  </a:moveTo>
                  <a:cubicBezTo>
                    <a:pt x="24765" y="19240"/>
                    <a:pt x="19241" y="24765"/>
                    <a:pt x="12382" y="24765"/>
                  </a:cubicBezTo>
                  <a:cubicBezTo>
                    <a:pt x="5524" y="24765"/>
                    <a:pt x="0" y="19240"/>
                    <a:pt x="0" y="12382"/>
                  </a:cubicBezTo>
                  <a:cubicBezTo>
                    <a:pt x="0" y="5524"/>
                    <a:pt x="5524" y="0"/>
                    <a:pt x="12382" y="0"/>
                  </a:cubicBezTo>
                  <a:cubicBezTo>
                    <a:pt x="19241" y="0"/>
                    <a:pt x="24765" y="5524"/>
                    <a:pt x="24765" y="12382"/>
                  </a:cubicBezTo>
                  <a:close/>
                </a:path>
              </a:pathLst>
            </a:cu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52" name="Google Shape;3352;p115"/>
            <p:cNvSpPr/>
            <p:nvPr/>
          </p:nvSpPr>
          <p:spPr>
            <a:xfrm>
              <a:off x="10809827" y="4402455"/>
              <a:ext cx="24764" cy="24764"/>
            </a:xfrm>
            <a:custGeom>
              <a:rect b="b" l="l" r="r" t="t"/>
              <a:pathLst>
                <a:path extrusionOk="0" h="24764" w="24764">
                  <a:moveTo>
                    <a:pt x="24765" y="12382"/>
                  </a:moveTo>
                  <a:cubicBezTo>
                    <a:pt x="24765" y="5524"/>
                    <a:pt x="19241" y="0"/>
                    <a:pt x="12382" y="0"/>
                  </a:cubicBezTo>
                  <a:cubicBezTo>
                    <a:pt x="5524" y="0"/>
                    <a:pt x="0" y="5524"/>
                    <a:pt x="0" y="12382"/>
                  </a:cubicBezTo>
                  <a:cubicBezTo>
                    <a:pt x="0" y="19240"/>
                    <a:pt x="5524" y="24765"/>
                    <a:pt x="12382" y="24765"/>
                  </a:cubicBezTo>
                  <a:cubicBezTo>
                    <a:pt x="19241" y="24765"/>
                    <a:pt x="24765" y="19240"/>
                    <a:pt x="24765" y="12382"/>
                  </a:cubicBezTo>
                  <a:close/>
                </a:path>
              </a:pathLst>
            </a:cu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353" name="Google Shape;3353;p115"/>
          <p:cNvSpPr/>
          <p:nvPr/>
        </p:nvSpPr>
        <p:spPr>
          <a:xfrm rot="-532595">
            <a:off x="7984139" y="4422751"/>
            <a:ext cx="1661199" cy="1343241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4" name="Google Shape;3354;p115"/>
          <p:cNvSpPr/>
          <p:nvPr/>
        </p:nvSpPr>
        <p:spPr>
          <a:xfrm flipH="1" rot="-5145822">
            <a:off x="-1235221" y="72085"/>
            <a:ext cx="2404292" cy="1318592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6">
    <p:spTree>
      <p:nvGrpSpPr>
        <p:cNvPr id="3355" name="Shape 3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6" name="Google Shape;3356;p11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357" name="Google Shape;3357;p116"/>
          <p:cNvSpPr txBox="1"/>
          <p:nvPr>
            <p:ph idx="1" type="subTitle"/>
          </p:nvPr>
        </p:nvSpPr>
        <p:spPr>
          <a:xfrm>
            <a:off x="937625" y="2579823"/>
            <a:ext cx="2175300" cy="150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358" name="Google Shape;3358;p116"/>
          <p:cNvSpPr txBox="1"/>
          <p:nvPr>
            <p:ph idx="2" type="subTitle"/>
          </p:nvPr>
        </p:nvSpPr>
        <p:spPr>
          <a:xfrm>
            <a:off x="3484347" y="2579823"/>
            <a:ext cx="2175300" cy="150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359" name="Google Shape;3359;p116"/>
          <p:cNvSpPr txBox="1"/>
          <p:nvPr>
            <p:ph idx="3" type="subTitle"/>
          </p:nvPr>
        </p:nvSpPr>
        <p:spPr>
          <a:xfrm>
            <a:off x="6031075" y="2579823"/>
            <a:ext cx="2175300" cy="150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360" name="Google Shape;3360;p116"/>
          <p:cNvSpPr txBox="1"/>
          <p:nvPr>
            <p:ph idx="4" type="subTitle"/>
          </p:nvPr>
        </p:nvSpPr>
        <p:spPr>
          <a:xfrm>
            <a:off x="937625" y="1775401"/>
            <a:ext cx="2175300" cy="55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8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3361" name="Google Shape;3361;p116"/>
          <p:cNvSpPr txBox="1"/>
          <p:nvPr>
            <p:ph idx="5" type="subTitle"/>
          </p:nvPr>
        </p:nvSpPr>
        <p:spPr>
          <a:xfrm>
            <a:off x="3484350" y="1775401"/>
            <a:ext cx="2175300" cy="55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8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3362" name="Google Shape;3362;p116"/>
          <p:cNvSpPr txBox="1"/>
          <p:nvPr>
            <p:ph idx="6" type="subTitle"/>
          </p:nvPr>
        </p:nvSpPr>
        <p:spPr>
          <a:xfrm>
            <a:off x="6031075" y="1775401"/>
            <a:ext cx="2175300" cy="55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8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3363" name="Google Shape;3363;p116"/>
          <p:cNvSpPr/>
          <p:nvPr/>
        </p:nvSpPr>
        <p:spPr>
          <a:xfrm flipH="1" rot="8800738">
            <a:off x="7902412" y="4181666"/>
            <a:ext cx="1680262" cy="1358589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4" name="Google Shape;3364;p116"/>
          <p:cNvSpPr/>
          <p:nvPr/>
        </p:nvSpPr>
        <p:spPr>
          <a:xfrm flipH="1" rot="-8942362">
            <a:off x="-983149" y="4040244"/>
            <a:ext cx="2474148" cy="2000589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5" name="Google Shape;3365;p116"/>
          <p:cNvSpPr/>
          <p:nvPr/>
        </p:nvSpPr>
        <p:spPr>
          <a:xfrm flipH="1" rot="1554271">
            <a:off x="7563507" y="-664049"/>
            <a:ext cx="2112334" cy="2002574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6" name="Google Shape;3366;p116"/>
          <p:cNvSpPr/>
          <p:nvPr/>
        </p:nvSpPr>
        <p:spPr>
          <a:xfrm>
            <a:off x="62825" y="1725386"/>
            <a:ext cx="606206" cy="37384"/>
          </a:xfrm>
          <a:custGeom>
            <a:rect b="b" l="l" r="r" t="t"/>
            <a:pathLst>
              <a:path extrusionOk="0" h="50863" w="824770">
                <a:moveTo>
                  <a:pt x="799338" y="50863"/>
                </a:moveTo>
                <a:lnTo>
                  <a:pt x="25432" y="50863"/>
                </a:lnTo>
                <a:cubicBezTo>
                  <a:pt x="11430" y="50863"/>
                  <a:pt x="0" y="39433"/>
                  <a:pt x="0" y="25432"/>
                </a:cubicBezTo>
                <a:lnTo>
                  <a:pt x="0" y="25432"/>
                </a:lnTo>
                <a:cubicBezTo>
                  <a:pt x="0" y="11430"/>
                  <a:pt x="11430" y="0"/>
                  <a:pt x="25432" y="0"/>
                </a:cubicBezTo>
                <a:lnTo>
                  <a:pt x="799338" y="0"/>
                </a:lnTo>
                <a:cubicBezTo>
                  <a:pt x="813339" y="0"/>
                  <a:pt x="824770" y="11430"/>
                  <a:pt x="824770" y="25432"/>
                </a:cubicBezTo>
                <a:lnTo>
                  <a:pt x="824770" y="25432"/>
                </a:lnTo>
                <a:cubicBezTo>
                  <a:pt x="824770" y="39433"/>
                  <a:pt x="813339" y="50863"/>
                  <a:pt x="799338" y="50863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367" name="Google Shape;3367;p116"/>
          <p:cNvGrpSpPr/>
          <p:nvPr/>
        </p:nvGrpSpPr>
        <p:grpSpPr>
          <a:xfrm>
            <a:off x="96399" y="951293"/>
            <a:ext cx="552408" cy="792759"/>
            <a:chOff x="10519314" y="4728596"/>
            <a:chExt cx="751780" cy="1078731"/>
          </a:xfrm>
        </p:grpSpPr>
        <p:grpSp>
          <p:nvGrpSpPr>
            <p:cNvPr id="3368" name="Google Shape;3368;p116"/>
            <p:cNvGrpSpPr/>
            <p:nvPr/>
          </p:nvGrpSpPr>
          <p:grpSpPr>
            <a:xfrm>
              <a:off x="10519314" y="4728596"/>
              <a:ext cx="626662" cy="1078731"/>
              <a:chOff x="10519314" y="4728596"/>
              <a:chExt cx="626662" cy="1078731"/>
            </a:xfrm>
          </p:grpSpPr>
          <p:grpSp>
            <p:nvGrpSpPr>
              <p:cNvPr id="3369" name="Google Shape;3369;p116"/>
              <p:cNvGrpSpPr/>
              <p:nvPr/>
            </p:nvGrpSpPr>
            <p:grpSpPr>
              <a:xfrm>
                <a:off x="10903220" y="4888205"/>
                <a:ext cx="242756" cy="919122"/>
                <a:chOff x="10903220" y="4888205"/>
                <a:chExt cx="242756" cy="919122"/>
              </a:xfrm>
            </p:grpSpPr>
            <p:sp>
              <p:nvSpPr>
                <p:cNvPr id="3370" name="Google Shape;3370;p116"/>
                <p:cNvSpPr/>
                <p:nvPr/>
              </p:nvSpPr>
              <p:spPr>
                <a:xfrm rot="-447735">
                  <a:off x="10961814" y="4892503"/>
                  <a:ext cx="125567" cy="910526"/>
                </a:xfrm>
                <a:custGeom>
                  <a:rect b="b" l="l" r="r" t="t"/>
                  <a:pathLst>
                    <a:path extrusionOk="0" h="909637" w="125444">
                      <a:moveTo>
                        <a:pt x="0" y="0"/>
                      </a:moveTo>
                      <a:lnTo>
                        <a:pt x="125445" y="0"/>
                      </a:lnTo>
                      <a:lnTo>
                        <a:pt x="125445" y="909637"/>
                      </a:lnTo>
                      <a:lnTo>
                        <a:pt x="0" y="909637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371" name="Google Shape;3371;p116"/>
                <p:cNvSpPr/>
                <p:nvPr/>
              </p:nvSpPr>
              <p:spPr>
                <a:xfrm>
                  <a:off x="10952422" y="4933194"/>
                  <a:ext cx="42088" cy="42088"/>
                </a:xfrm>
                <a:custGeom>
                  <a:rect b="b" l="l" r="r" t="t"/>
                  <a:pathLst>
                    <a:path extrusionOk="0" h="42088" w="42088">
                      <a:moveTo>
                        <a:pt x="41904" y="18282"/>
                      </a:moveTo>
                      <a:cubicBezTo>
                        <a:pt x="43428" y="29807"/>
                        <a:pt x="35331" y="40380"/>
                        <a:pt x="23806" y="41904"/>
                      </a:cubicBezTo>
                      <a:cubicBezTo>
                        <a:pt x="12281" y="43428"/>
                        <a:pt x="1709" y="35332"/>
                        <a:pt x="184" y="23806"/>
                      </a:cubicBezTo>
                      <a:cubicBezTo>
                        <a:pt x="-1340" y="12281"/>
                        <a:pt x="6756" y="1708"/>
                        <a:pt x="18282" y="184"/>
                      </a:cubicBezTo>
                      <a:cubicBezTo>
                        <a:pt x="29807" y="-1340"/>
                        <a:pt x="40380" y="6757"/>
                        <a:pt x="41904" y="18282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372" name="Google Shape;3372;p116"/>
                <p:cNvSpPr/>
                <p:nvPr/>
              </p:nvSpPr>
              <p:spPr>
                <a:xfrm>
                  <a:off x="10961186" y="5000250"/>
                  <a:ext cx="42087" cy="42087"/>
                </a:xfrm>
                <a:custGeom>
                  <a:rect b="b" l="l" r="r" t="t"/>
                  <a:pathLst>
                    <a:path extrusionOk="0" h="42087" w="42087">
                      <a:moveTo>
                        <a:pt x="41904" y="18282"/>
                      </a:moveTo>
                      <a:cubicBezTo>
                        <a:pt x="43427" y="29807"/>
                        <a:pt x="35331" y="40380"/>
                        <a:pt x="23806" y="41904"/>
                      </a:cubicBezTo>
                      <a:cubicBezTo>
                        <a:pt x="12280" y="43428"/>
                        <a:pt x="1708" y="35332"/>
                        <a:pt x="184" y="23806"/>
                      </a:cubicBezTo>
                      <a:cubicBezTo>
                        <a:pt x="-1340" y="12281"/>
                        <a:pt x="6756" y="1708"/>
                        <a:pt x="18281" y="184"/>
                      </a:cubicBezTo>
                      <a:cubicBezTo>
                        <a:pt x="29807" y="-1340"/>
                        <a:pt x="40380" y="6757"/>
                        <a:pt x="41904" y="18282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3373" name="Google Shape;3373;p116"/>
                <p:cNvGrpSpPr/>
                <p:nvPr/>
              </p:nvGrpSpPr>
              <p:grpSpPr>
                <a:xfrm>
                  <a:off x="11014221" y="5588618"/>
                  <a:ext cx="100021" cy="114784"/>
                  <a:chOff x="11014221" y="5588618"/>
                  <a:chExt cx="100021" cy="114784"/>
                </a:xfrm>
              </p:grpSpPr>
              <p:sp>
                <p:nvSpPr>
                  <p:cNvPr id="3374" name="Google Shape;3374;p116"/>
                  <p:cNvSpPr/>
                  <p:nvPr/>
                </p:nvSpPr>
                <p:spPr>
                  <a:xfrm rot="-447735">
                    <a:off x="11014826" y="5594269"/>
                    <a:ext cx="88001" cy="15064"/>
                  </a:xfrm>
                  <a:custGeom>
                    <a:rect b="b" l="l" r="r" t="t"/>
                    <a:pathLst>
                      <a:path extrusionOk="0" h="15049" w="87915">
                        <a:moveTo>
                          <a:pt x="0" y="0"/>
                        </a:moveTo>
                        <a:lnTo>
                          <a:pt x="87916" y="0"/>
                        </a:lnTo>
                        <a:lnTo>
                          <a:pt x="87916" y="15049"/>
                        </a:lnTo>
                        <a:lnTo>
                          <a:pt x="0" y="15049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375" name="Google Shape;3375;p116"/>
                  <p:cNvSpPr/>
                  <p:nvPr/>
                </p:nvSpPr>
                <p:spPr>
                  <a:xfrm rot="-447735">
                    <a:off x="11018646" y="5623150"/>
                    <a:ext cx="88001" cy="15064"/>
                  </a:xfrm>
                  <a:custGeom>
                    <a:rect b="b" l="l" r="r" t="t"/>
                    <a:pathLst>
                      <a:path extrusionOk="0" h="15049" w="87915">
                        <a:moveTo>
                          <a:pt x="0" y="0"/>
                        </a:moveTo>
                        <a:lnTo>
                          <a:pt x="87916" y="0"/>
                        </a:lnTo>
                        <a:lnTo>
                          <a:pt x="87916" y="15050"/>
                        </a:lnTo>
                        <a:lnTo>
                          <a:pt x="0" y="1505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376" name="Google Shape;3376;p116"/>
                  <p:cNvSpPr/>
                  <p:nvPr/>
                </p:nvSpPr>
                <p:spPr>
                  <a:xfrm rot="-447735">
                    <a:off x="11021820" y="5653805"/>
                    <a:ext cx="88001" cy="15064"/>
                  </a:xfrm>
                  <a:custGeom>
                    <a:rect b="b" l="l" r="r" t="t"/>
                    <a:pathLst>
                      <a:path extrusionOk="0" h="15049" w="87915">
                        <a:moveTo>
                          <a:pt x="0" y="0"/>
                        </a:moveTo>
                        <a:lnTo>
                          <a:pt x="87916" y="0"/>
                        </a:lnTo>
                        <a:lnTo>
                          <a:pt x="87916" y="15050"/>
                        </a:lnTo>
                        <a:lnTo>
                          <a:pt x="0" y="1505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377" name="Google Shape;3377;p116"/>
                  <p:cNvSpPr/>
                  <p:nvPr/>
                </p:nvSpPr>
                <p:spPr>
                  <a:xfrm rot="-447735">
                    <a:off x="11025635" y="5682688"/>
                    <a:ext cx="88001" cy="15064"/>
                  </a:xfrm>
                  <a:custGeom>
                    <a:rect b="b" l="l" r="r" t="t"/>
                    <a:pathLst>
                      <a:path extrusionOk="0" h="15049" w="87915">
                        <a:moveTo>
                          <a:pt x="0" y="0"/>
                        </a:moveTo>
                        <a:lnTo>
                          <a:pt x="87915" y="0"/>
                        </a:lnTo>
                        <a:lnTo>
                          <a:pt x="87915" y="15050"/>
                        </a:lnTo>
                        <a:lnTo>
                          <a:pt x="0" y="1505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grpSp>
            <p:nvGrpSpPr>
              <p:cNvPr id="3378" name="Google Shape;3378;p116"/>
              <p:cNvGrpSpPr/>
              <p:nvPr/>
            </p:nvGrpSpPr>
            <p:grpSpPr>
              <a:xfrm>
                <a:off x="10718623" y="4728596"/>
                <a:ext cx="229169" cy="1075979"/>
                <a:chOff x="10718623" y="4728596"/>
                <a:chExt cx="229169" cy="1075979"/>
              </a:xfrm>
            </p:grpSpPr>
            <p:sp>
              <p:nvSpPr>
                <p:cNvPr id="3379" name="Google Shape;3379;p116"/>
                <p:cNvSpPr/>
                <p:nvPr/>
              </p:nvSpPr>
              <p:spPr>
                <a:xfrm rot="-172174">
                  <a:off x="10745259" y="4732329"/>
                  <a:ext cx="175897" cy="1068513"/>
                </a:xfrm>
                <a:custGeom>
                  <a:rect b="b" l="l" r="r" t="t"/>
                  <a:pathLst>
                    <a:path extrusionOk="0" h="1069848" w="176117">
                      <a:moveTo>
                        <a:pt x="0" y="0"/>
                      </a:moveTo>
                      <a:lnTo>
                        <a:pt x="176117" y="0"/>
                      </a:lnTo>
                      <a:lnTo>
                        <a:pt x="176117" y="1069848"/>
                      </a:lnTo>
                      <a:lnTo>
                        <a:pt x="0" y="1069848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380" name="Google Shape;3380;p116"/>
                <p:cNvSpPr/>
                <p:nvPr/>
              </p:nvSpPr>
              <p:spPr>
                <a:xfrm>
                  <a:off x="10787634" y="5182743"/>
                  <a:ext cx="87629" cy="87630"/>
                </a:xfrm>
                <a:custGeom>
                  <a:rect b="b" l="l" r="r" t="t"/>
                  <a:pathLst>
                    <a:path extrusionOk="0" h="87630" w="87629">
                      <a:moveTo>
                        <a:pt x="87630" y="43815"/>
                      </a:moveTo>
                      <a:cubicBezTo>
                        <a:pt x="87630" y="68013"/>
                        <a:pt x="68014" y="87630"/>
                        <a:pt x="43815" y="87630"/>
                      </a:cubicBezTo>
                      <a:cubicBezTo>
                        <a:pt x="19617" y="87630"/>
                        <a:pt x="1" y="68014"/>
                        <a:pt x="1" y="43815"/>
                      </a:cubicBezTo>
                      <a:cubicBezTo>
                        <a:pt x="1" y="19617"/>
                        <a:pt x="19617" y="0"/>
                        <a:pt x="43815" y="0"/>
                      </a:cubicBezTo>
                      <a:cubicBezTo>
                        <a:pt x="68014" y="0"/>
                        <a:pt x="87630" y="19616"/>
                        <a:pt x="87630" y="43815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3381" name="Google Shape;3381;p116"/>
                <p:cNvGrpSpPr/>
                <p:nvPr/>
              </p:nvGrpSpPr>
              <p:grpSpPr>
                <a:xfrm>
                  <a:off x="10765015" y="5040134"/>
                  <a:ext cx="116314" cy="49775"/>
                  <a:chOff x="10765015" y="5040134"/>
                  <a:chExt cx="116314" cy="49775"/>
                </a:xfrm>
              </p:grpSpPr>
              <p:sp>
                <p:nvSpPr>
                  <p:cNvPr id="3382" name="Google Shape;3382;p116"/>
                  <p:cNvSpPr/>
                  <p:nvPr/>
                </p:nvSpPr>
                <p:spPr>
                  <a:xfrm rot="-172174">
                    <a:off x="10765318" y="5042987"/>
                    <a:ext cx="114347" cy="14935"/>
                  </a:xfrm>
                  <a:custGeom>
                    <a:rect b="b" l="l" r="r" t="t"/>
                    <a:pathLst>
                      <a:path extrusionOk="0" h="14954" w="114490">
                        <a:moveTo>
                          <a:pt x="0" y="0"/>
                        </a:moveTo>
                        <a:lnTo>
                          <a:pt x="114490" y="0"/>
                        </a:lnTo>
                        <a:lnTo>
                          <a:pt x="114490" y="14954"/>
                        </a:lnTo>
                        <a:lnTo>
                          <a:pt x="0" y="1495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383" name="Google Shape;3383;p116"/>
                  <p:cNvSpPr/>
                  <p:nvPr/>
                </p:nvSpPr>
                <p:spPr>
                  <a:xfrm rot="-172174">
                    <a:off x="10766681" y="5072121"/>
                    <a:ext cx="114347" cy="14935"/>
                  </a:xfrm>
                  <a:custGeom>
                    <a:rect b="b" l="l" r="r" t="t"/>
                    <a:pathLst>
                      <a:path extrusionOk="0" h="14954" w="114490">
                        <a:moveTo>
                          <a:pt x="0" y="0"/>
                        </a:moveTo>
                        <a:lnTo>
                          <a:pt x="114491" y="0"/>
                        </a:lnTo>
                        <a:lnTo>
                          <a:pt x="114491" y="14954"/>
                        </a:lnTo>
                        <a:lnTo>
                          <a:pt x="0" y="1495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3384" name="Google Shape;3384;p116"/>
                <p:cNvGrpSpPr/>
                <p:nvPr/>
              </p:nvGrpSpPr>
              <p:grpSpPr>
                <a:xfrm>
                  <a:off x="10784825" y="5436314"/>
                  <a:ext cx="116414" cy="49961"/>
                  <a:chOff x="10784825" y="5436314"/>
                  <a:chExt cx="116414" cy="49961"/>
                </a:xfrm>
              </p:grpSpPr>
              <p:sp>
                <p:nvSpPr>
                  <p:cNvPr id="3385" name="Google Shape;3385;p116"/>
                  <p:cNvSpPr/>
                  <p:nvPr/>
                </p:nvSpPr>
                <p:spPr>
                  <a:xfrm rot="-172174">
                    <a:off x="10785128" y="5439167"/>
                    <a:ext cx="114347" cy="14935"/>
                  </a:xfrm>
                  <a:custGeom>
                    <a:rect b="b" l="l" r="r" t="t"/>
                    <a:pathLst>
                      <a:path extrusionOk="0" h="14954" w="114490">
                        <a:moveTo>
                          <a:pt x="0" y="0"/>
                        </a:moveTo>
                        <a:lnTo>
                          <a:pt x="114491" y="0"/>
                        </a:lnTo>
                        <a:lnTo>
                          <a:pt x="114491" y="14955"/>
                        </a:lnTo>
                        <a:lnTo>
                          <a:pt x="0" y="14955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386" name="Google Shape;3386;p116"/>
                  <p:cNvSpPr/>
                  <p:nvPr/>
                </p:nvSpPr>
                <p:spPr>
                  <a:xfrm rot="-172174">
                    <a:off x="10786591" y="5468487"/>
                    <a:ext cx="114347" cy="14935"/>
                  </a:xfrm>
                  <a:custGeom>
                    <a:rect b="b" l="l" r="r" t="t"/>
                    <a:pathLst>
                      <a:path extrusionOk="0" h="14954" w="114490">
                        <a:moveTo>
                          <a:pt x="0" y="0"/>
                        </a:moveTo>
                        <a:lnTo>
                          <a:pt x="114490" y="0"/>
                        </a:lnTo>
                        <a:lnTo>
                          <a:pt x="114490" y="14955"/>
                        </a:lnTo>
                        <a:lnTo>
                          <a:pt x="0" y="14955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grpSp>
            <p:nvGrpSpPr>
              <p:cNvPr id="3387" name="Google Shape;3387;p116"/>
              <p:cNvGrpSpPr/>
              <p:nvPr/>
            </p:nvGrpSpPr>
            <p:grpSpPr>
              <a:xfrm>
                <a:off x="10519314" y="4813458"/>
                <a:ext cx="202120" cy="992123"/>
                <a:chOff x="10519314" y="4813458"/>
                <a:chExt cx="202120" cy="992123"/>
              </a:xfrm>
            </p:grpSpPr>
            <p:sp>
              <p:nvSpPr>
                <p:cNvPr id="3388" name="Google Shape;3388;p116"/>
                <p:cNvSpPr/>
                <p:nvPr/>
              </p:nvSpPr>
              <p:spPr>
                <a:xfrm>
                  <a:off x="10519314" y="4813458"/>
                  <a:ext cx="202120" cy="992123"/>
                </a:xfrm>
                <a:custGeom>
                  <a:rect b="b" l="l" r="r" t="t"/>
                  <a:pathLst>
                    <a:path extrusionOk="0" h="992123" w="202120">
                      <a:moveTo>
                        <a:pt x="0" y="0"/>
                      </a:moveTo>
                      <a:lnTo>
                        <a:pt x="202120" y="0"/>
                      </a:lnTo>
                      <a:lnTo>
                        <a:pt x="202120" y="992124"/>
                      </a:lnTo>
                      <a:lnTo>
                        <a:pt x="0" y="992124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389" name="Google Shape;3389;p116"/>
                <p:cNvSpPr/>
                <p:nvPr/>
              </p:nvSpPr>
              <p:spPr>
                <a:xfrm>
                  <a:off x="10558843" y="4891468"/>
                  <a:ext cx="123063" cy="123062"/>
                </a:xfrm>
                <a:custGeom>
                  <a:rect b="b" l="l" r="r" t="t"/>
                  <a:pathLst>
                    <a:path extrusionOk="0" h="123062" w="123063">
                      <a:moveTo>
                        <a:pt x="123063" y="61532"/>
                      </a:moveTo>
                      <a:cubicBezTo>
                        <a:pt x="123063" y="95514"/>
                        <a:pt x="95514" y="123063"/>
                        <a:pt x="61531" y="123063"/>
                      </a:cubicBezTo>
                      <a:cubicBezTo>
                        <a:pt x="27548" y="123063"/>
                        <a:pt x="-1" y="95514"/>
                        <a:pt x="-1" y="61532"/>
                      </a:cubicBezTo>
                      <a:cubicBezTo>
                        <a:pt x="-1" y="27549"/>
                        <a:pt x="27548" y="0"/>
                        <a:pt x="61531" y="0"/>
                      </a:cubicBezTo>
                      <a:cubicBezTo>
                        <a:pt x="95514" y="0"/>
                        <a:pt x="123063" y="27549"/>
                        <a:pt x="123063" y="61532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3390" name="Google Shape;3390;p116"/>
                <p:cNvGrpSpPr/>
                <p:nvPr/>
              </p:nvGrpSpPr>
              <p:grpSpPr>
                <a:xfrm>
                  <a:off x="10556176" y="5465730"/>
                  <a:ext cx="128397" cy="44196"/>
                  <a:chOff x="10556176" y="5465730"/>
                  <a:chExt cx="128397" cy="44196"/>
                </a:xfrm>
              </p:grpSpPr>
              <p:sp>
                <p:nvSpPr>
                  <p:cNvPr id="3391" name="Google Shape;3391;p116"/>
                  <p:cNvSpPr/>
                  <p:nvPr/>
                </p:nvSpPr>
                <p:spPr>
                  <a:xfrm>
                    <a:off x="10556176" y="5465730"/>
                    <a:ext cx="128397" cy="14954"/>
                  </a:xfrm>
                  <a:custGeom>
                    <a:rect b="b" l="l" r="r" t="t"/>
                    <a:pathLst>
                      <a:path extrusionOk="0" h="14954" w="128397">
                        <a:moveTo>
                          <a:pt x="0" y="0"/>
                        </a:moveTo>
                        <a:lnTo>
                          <a:pt x="128397" y="0"/>
                        </a:lnTo>
                        <a:lnTo>
                          <a:pt x="128397" y="14954"/>
                        </a:lnTo>
                        <a:lnTo>
                          <a:pt x="0" y="1495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392" name="Google Shape;3392;p116"/>
                  <p:cNvSpPr/>
                  <p:nvPr/>
                </p:nvSpPr>
                <p:spPr>
                  <a:xfrm>
                    <a:off x="10556176" y="5494972"/>
                    <a:ext cx="128397" cy="14954"/>
                  </a:xfrm>
                  <a:custGeom>
                    <a:rect b="b" l="l" r="r" t="t"/>
                    <a:pathLst>
                      <a:path extrusionOk="0" h="14954" w="128397">
                        <a:moveTo>
                          <a:pt x="0" y="0"/>
                        </a:moveTo>
                        <a:lnTo>
                          <a:pt x="128397" y="0"/>
                        </a:lnTo>
                        <a:lnTo>
                          <a:pt x="128397" y="14955"/>
                        </a:lnTo>
                        <a:lnTo>
                          <a:pt x="0" y="14955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3393" name="Google Shape;3393;p116"/>
                <p:cNvGrpSpPr/>
                <p:nvPr/>
              </p:nvGrpSpPr>
              <p:grpSpPr>
                <a:xfrm>
                  <a:off x="10556176" y="5689187"/>
                  <a:ext cx="128397" cy="44196"/>
                  <a:chOff x="10556176" y="5689187"/>
                  <a:chExt cx="128397" cy="44196"/>
                </a:xfrm>
              </p:grpSpPr>
              <p:sp>
                <p:nvSpPr>
                  <p:cNvPr id="3394" name="Google Shape;3394;p116"/>
                  <p:cNvSpPr/>
                  <p:nvPr/>
                </p:nvSpPr>
                <p:spPr>
                  <a:xfrm>
                    <a:off x="10556176" y="5689187"/>
                    <a:ext cx="128397" cy="14954"/>
                  </a:xfrm>
                  <a:custGeom>
                    <a:rect b="b" l="l" r="r" t="t"/>
                    <a:pathLst>
                      <a:path extrusionOk="0" h="14954" w="128397">
                        <a:moveTo>
                          <a:pt x="0" y="0"/>
                        </a:moveTo>
                        <a:lnTo>
                          <a:pt x="128397" y="0"/>
                        </a:lnTo>
                        <a:lnTo>
                          <a:pt x="128397" y="14954"/>
                        </a:lnTo>
                        <a:lnTo>
                          <a:pt x="0" y="1495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395" name="Google Shape;3395;p116"/>
                  <p:cNvSpPr/>
                  <p:nvPr/>
                </p:nvSpPr>
                <p:spPr>
                  <a:xfrm>
                    <a:off x="10556176" y="5718429"/>
                    <a:ext cx="128397" cy="14954"/>
                  </a:xfrm>
                  <a:custGeom>
                    <a:rect b="b" l="l" r="r" t="t"/>
                    <a:pathLst>
                      <a:path extrusionOk="0" h="14954" w="128397">
                        <a:moveTo>
                          <a:pt x="0" y="0"/>
                        </a:moveTo>
                        <a:lnTo>
                          <a:pt x="128397" y="0"/>
                        </a:lnTo>
                        <a:lnTo>
                          <a:pt x="128397" y="14954"/>
                        </a:lnTo>
                        <a:lnTo>
                          <a:pt x="0" y="1495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</p:grpSp>
        <p:grpSp>
          <p:nvGrpSpPr>
            <p:cNvPr id="3396" name="Google Shape;3396;p116"/>
            <p:cNvGrpSpPr/>
            <p:nvPr/>
          </p:nvGrpSpPr>
          <p:grpSpPr>
            <a:xfrm>
              <a:off x="11058042" y="5088325"/>
              <a:ext cx="213052" cy="717953"/>
              <a:chOff x="11058042" y="5088325"/>
              <a:chExt cx="213052" cy="717953"/>
            </a:xfrm>
          </p:grpSpPr>
          <p:sp>
            <p:nvSpPr>
              <p:cNvPr id="3397" name="Google Shape;3397;p116"/>
              <p:cNvSpPr/>
              <p:nvPr/>
            </p:nvSpPr>
            <p:spPr>
              <a:xfrm rot="-631368">
                <a:off x="11122592" y="5089982"/>
                <a:ext cx="83952" cy="714640"/>
              </a:xfrm>
              <a:custGeom>
                <a:rect b="b" l="l" r="r" t="t"/>
                <a:pathLst>
                  <a:path extrusionOk="0" h="715136" w="84010">
                    <a:moveTo>
                      <a:pt x="0" y="0"/>
                    </a:moveTo>
                    <a:lnTo>
                      <a:pt x="84010" y="0"/>
                    </a:lnTo>
                    <a:lnTo>
                      <a:pt x="84010" y="715137"/>
                    </a:lnTo>
                    <a:lnTo>
                      <a:pt x="0" y="715137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98" name="Google Shape;3398;p116"/>
              <p:cNvSpPr/>
              <p:nvPr/>
            </p:nvSpPr>
            <p:spPr>
              <a:xfrm rot="-631368">
                <a:off x="11154645" y="5271518"/>
                <a:ext cx="25985" cy="411004"/>
              </a:xfrm>
              <a:custGeom>
                <a:rect b="b" l="l" r="r" t="t"/>
                <a:pathLst>
                  <a:path extrusionOk="0" h="411289" w="26003">
                    <a:moveTo>
                      <a:pt x="0" y="0"/>
                    </a:moveTo>
                    <a:lnTo>
                      <a:pt x="26003" y="0"/>
                    </a:lnTo>
                    <a:lnTo>
                      <a:pt x="26003" y="411289"/>
                    </a:lnTo>
                    <a:lnTo>
                      <a:pt x="0" y="411289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3399" name="Google Shape;3399;p116"/>
          <p:cNvGrpSpPr/>
          <p:nvPr/>
        </p:nvGrpSpPr>
        <p:grpSpPr>
          <a:xfrm>
            <a:off x="135453" y="69369"/>
            <a:ext cx="426307" cy="643642"/>
            <a:chOff x="10572463" y="3528536"/>
            <a:chExt cx="580168" cy="875823"/>
          </a:xfrm>
        </p:grpSpPr>
        <p:grpSp>
          <p:nvGrpSpPr>
            <p:cNvPr id="3400" name="Google Shape;3400;p116"/>
            <p:cNvGrpSpPr/>
            <p:nvPr/>
          </p:nvGrpSpPr>
          <p:grpSpPr>
            <a:xfrm>
              <a:off x="10713815" y="3528536"/>
              <a:ext cx="438816" cy="746664"/>
              <a:chOff x="10713815" y="3528536"/>
              <a:chExt cx="438816" cy="746664"/>
            </a:xfrm>
          </p:grpSpPr>
          <p:sp>
            <p:nvSpPr>
              <p:cNvPr id="3401" name="Google Shape;3401;p116"/>
              <p:cNvSpPr/>
              <p:nvPr/>
            </p:nvSpPr>
            <p:spPr>
              <a:xfrm>
                <a:off x="10713815" y="3528536"/>
                <a:ext cx="438816" cy="746664"/>
              </a:xfrm>
              <a:custGeom>
                <a:rect b="b" l="l" r="r" t="t"/>
                <a:pathLst>
                  <a:path extrusionOk="0" h="746664" w="438816">
                    <a:moveTo>
                      <a:pt x="438721" y="746569"/>
                    </a:moveTo>
                    <a:lnTo>
                      <a:pt x="0" y="746569"/>
                    </a:lnTo>
                    <a:lnTo>
                      <a:pt x="0" y="0"/>
                    </a:lnTo>
                    <a:lnTo>
                      <a:pt x="326231" y="0"/>
                    </a:lnTo>
                    <a:cubicBezTo>
                      <a:pt x="370141" y="43910"/>
                      <a:pt x="394811" y="68580"/>
                      <a:pt x="438816" y="112585"/>
                    </a:cubicBezTo>
                    <a:lnTo>
                      <a:pt x="438816" y="746665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3402" name="Google Shape;3402;p116"/>
              <p:cNvGrpSpPr/>
              <p:nvPr/>
            </p:nvGrpSpPr>
            <p:grpSpPr>
              <a:xfrm>
                <a:off x="10776489" y="3625310"/>
                <a:ext cx="313848" cy="288226"/>
                <a:chOff x="10776489" y="3625310"/>
                <a:chExt cx="313848" cy="288226"/>
              </a:xfrm>
            </p:grpSpPr>
            <p:sp>
              <p:nvSpPr>
                <p:cNvPr id="3403" name="Google Shape;3403;p116"/>
                <p:cNvSpPr/>
                <p:nvPr/>
              </p:nvSpPr>
              <p:spPr>
                <a:xfrm>
                  <a:off x="10776489" y="3625310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404" name="Google Shape;3404;p116"/>
                <p:cNvSpPr/>
                <p:nvPr/>
              </p:nvSpPr>
              <p:spPr>
                <a:xfrm>
                  <a:off x="10776489" y="3678650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405" name="Google Shape;3405;p116"/>
                <p:cNvSpPr/>
                <p:nvPr/>
              </p:nvSpPr>
              <p:spPr>
                <a:xfrm>
                  <a:off x="10776489" y="3731990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406" name="Google Shape;3406;p116"/>
                <p:cNvSpPr/>
                <p:nvPr/>
              </p:nvSpPr>
              <p:spPr>
                <a:xfrm>
                  <a:off x="10776489" y="3785425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407" name="Google Shape;3407;p116"/>
                <p:cNvSpPr/>
                <p:nvPr/>
              </p:nvSpPr>
              <p:spPr>
                <a:xfrm>
                  <a:off x="10776489" y="3838765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408" name="Google Shape;3408;p116"/>
                <p:cNvSpPr/>
                <p:nvPr/>
              </p:nvSpPr>
              <p:spPr>
                <a:xfrm>
                  <a:off x="10776489" y="3892105"/>
                  <a:ext cx="184689" cy="21431"/>
                </a:xfrm>
                <a:custGeom>
                  <a:rect b="b" l="l" r="r" t="t"/>
                  <a:pathLst>
                    <a:path extrusionOk="0" h="21431" w="184689">
                      <a:moveTo>
                        <a:pt x="0" y="0"/>
                      </a:moveTo>
                      <a:lnTo>
                        <a:pt x="184690" y="0"/>
                      </a:lnTo>
                      <a:lnTo>
                        <a:pt x="184690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rgbClr val="42444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3409" name="Google Shape;3409;p116"/>
              <p:cNvGrpSpPr/>
              <p:nvPr/>
            </p:nvGrpSpPr>
            <p:grpSpPr>
              <a:xfrm>
                <a:off x="10776489" y="3999547"/>
                <a:ext cx="313848" cy="181546"/>
                <a:chOff x="10776489" y="3999547"/>
                <a:chExt cx="313848" cy="181546"/>
              </a:xfrm>
            </p:grpSpPr>
            <p:sp>
              <p:nvSpPr>
                <p:cNvPr id="3410" name="Google Shape;3410;p116"/>
                <p:cNvSpPr/>
                <p:nvPr/>
              </p:nvSpPr>
              <p:spPr>
                <a:xfrm>
                  <a:off x="10776489" y="3999547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411" name="Google Shape;3411;p116"/>
                <p:cNvSpPr/>
                <p:nvPr/>
              </p:nvSpPr>
              <p:spPr>
                <a:xfrm>
                  <a:off x="10776489" y="4052887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412" name="Google Shape;3412;p116"/>
                <p:cNvSpPr/>
                <p:nvPr/>
              </p:nvSpPr>
              <p:spPr>
                <a:xfrm>
                  <a:off x="10776489" y="4106322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413" name="Google Shape;3413;p116"/>
                <p:cNvSpPr/>
                <p:nvPr/>
              </p:nvSpPr>
              <p:spPr>
                <a:xfrm>
                  <a:off x="10776489" y="4159662"/>
                  <a:ext cx="184689" cy="21431"/>
                </a:xfrm>
                <a:custGeom>
                  <a:rect b="b" l="l" r="r" t="t"/>
                  <a:pathLst>
                    <a:path extrusionOk="0" h="21431" w="184689">
                      <a:moveTo>
                        <a:pt x="0" y="0"/>
                      </a:moveTo>
                      <a:lnTo>
                        <a:pt x="184690" y="0"/>
                      </a:lnTo>
                      <a:lnTo>
                        <a:pt x="184690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rgbClr val="42444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3414" name="Google Shape;3414;p116"/>
              <p:cNvSpPr/>
              <p:nvPr/>
            </p:nvSpPr>
            <p:spPr>
              <a:xfrm>
                <a:off x="11039951" y="3528536"/>
                <a:ext cx="112584" cy="112585"/>
              </a:xfrm>
              <a:custGeom>
                <a:rect b="b" l="l" r="r" t="t"/>
                <a:pathLst>
                  <a:path extrusionOk="0" h="112585" w="112584">
                    <a:moveTo>
                      <a:pt x="112585" y="112585"/>
                    </a:moveTo>
                    <a:lnTo>
                      <a:pt x="0" y="112585"/>
                    </a:lnTo>
                    <a:lnTo>
                      <a:pt x="0" y="0"/>
                    </a:lnTo>
                    <a:lnTo>
                      <a:pt x="0" y="0"/>
                    </a:lnTo>
                    <a:cubicBezTo>
                      <a:pt x="43910" y="43910"/>
                      <a:pt x="68580" y="68580"/>
                      <a:pt x="112585" y="112585"/>
                    </a:cubicBezTo>
                    <a:lnTo>
                      <a:pt x="112585" y="112585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415" name="Google Shape;3415;p116"/>
            <p:cNvGrpSpPr/>
            <p:nvPr/>
          </p:nvGrpSpPr>
          <p:grpSpPr>
            <a:xfrm>
              <a:off x="10572463" y="3657790"/>
              <a:ext cx="438817" cy="746569"/>
              <a:chOff x="10572463" y="3657790"/>
              <a:chExt cx="438817" cy="746569"/>
            </a:xfrm>
          </p:grpSpPr>
          <p:sp>
            <p:nvSpPr>
              <p:cNvPr id="3416" name="Google Shape;3416;p116"/>
              <p:cNvSpPr/>
              <p:nvPr/>
            </p:nvSpPr>
            <p:spPr>
              <a:xfrm>
                <a:off x="10572463" y="3657790"/>
                <a:ext cx="438817" cy="746569"/>
              </a:xfrm>
              <a:custGeom>
                <a:rect b="b" l="l" r="r" t="t"/>
                <a:pathLst>
                  <a:path extrusionOk="0" h="746569" w="438817">
                    <a:moveTo>
                      <a:pt x="438722" y="746570"/>
                    </a:moveTo>
                    <a:lnTo>
                      <a:pt x="0" y="746570"/>
                    </a:lnTo>
                    <a:lnTo>
                      <a:pt x="0" y="0"/>
                    </a:lnTo>
                    <a:lnTo>
                      <a:pt x="326231" y="0"/>
                    </a:lnTo>
                    <a:cubicBezTo>
                      <a:pt x="370141" y="43910"/>
                      <a:pt x="394812" y="68580"/>
                      <a:pt x="438817" y="112586"/>
                    </a:cubicBezTo>
                    <a:lnTo>
                      <a:pt x="438817" y="74657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3417" name="Google Shape;3417;p116"/>
              <p:cNvGrpSpPr/>
              <p:nvPr/>
            </p:nvGrpSpPr>
            <p:grpSpPr>
              <a:xfrm>
                <a:off x="10635138" y="3754469"/>
                <a:ext cx="313848" cy="288321"/>
                <a:chOff x="10635138" y="3754469"/>
                <a:chExt cx="313848" cy="288321"/>
              </a:xfrm>
            </p:grpSpPr>
            <p:sp>
              <p:nvSpPr>
                <p:cNvPr id="3418" name="Google Shape;3418;p116"/>
                <p:cNvSpPr/>
                <p:nvPr/>
              </p:nvSpPr>
              <p:spPr>
                <a:xfrm>
                  <a:off x="10635138" y="3754469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419" name="Google Shape;3419;p116"/>
                <p:cNvSpPr/>
                <p:nvPr/>
              </p:nvSpPr>
              <p:spPr>
                <a:xfrm>
                  <a:off x="10635138" y="3807904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420" name="Google Shape;3420;p116"/>
                <p:cNvSpPr/>
                <p:nvPr/>
              </p:nvSpPr>
              <p:spPr>
                <a:xfrm>
                  <a:off x="10635138" y="3861244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421" name="Google Shape;3421;p116"/>
                <p:cNvSpPr/>
                <p:nvPr/>
              </p:nvSpPr>
              <p:spPr>
                <a:xfrm>
                  <a:off x="10635138" y="3914584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422" name="Google Shape;3422;p116"/>
                <p:cNvSpPr/>
                <p:nvPr/>
              </p:nvSpPr>
              <p:spPr>
                <a:xfrm>
                  <a:off x="10635138" y="3968019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423" name="Google Shape;3423;p116"/>
                <p:cNvSpPr/>
                <p:nvPr/>
              </p:nvSpPr>
              <p:spPr>
                <a:xfrm>
                  <a:off x="10635138" y="4021359"/>
                  <a:ext cx="184689" cy="21431"/>
                </a:xfrm>
                <a:custGeom>
                  <a:rect b="b" l="l" r="r" t="t"/>
                  <a:pathLst>
                    <a:path extrusionOk="0" h="21431" w="184689">
                      <a:moveTo>
                        <a:pt x="0" y="0"/>
                      </a:moveTo>
                      <a:lnTo>
                        <a:pt x="184689" y="0"/>
                      </a:lnTo>
                      <a:lnTo>
                        <a:pt x="184689" y="21431"/>
                      </a:lnTo>
                      <a:lnTo>
                        <a:pt x="-1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3424" name="Google Shape;3424;p116"/>
              <p:cNvGrpSpPr/>
              <p:nvPr/>
            </p:nvGrpSpPr>
            <p:grpSpPr>
              <a:xfrm>
                <a:off x="10635138" y="4128801"/>
                <a:ext cx="313848" cy="181547"/>
                <a:chOff x="10635138" y="4128801"/>
                <a:chExt cx="313848" cy="181547"/>
              </a:xfrm>
            </p:grpSpPr>
            <p:sp>
              <p:nvSpPr>
                <p:cNvPr id="3425" name="Google Shape;3425;p116"/>
                <p:cNvSpPr/>
                <p:nvPr/>
              </p:nvSpPr>
              <p:spPr>
                <a:xfrm>
                  <a:off x="10635138" y="4128801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426" name="Google Shape;3426;p116"/>
                <p:cNvSpPr/>
                <p:nvPr/>
              </p:nvSpPr>
              <p:spPr>
                <a:xfrm>
                  <a:off x="10635138" y="4182141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427" name="Google Shape;3427;p116"/>
                <p:cNvSpPr/>
                <p:nvPr/>
              </p:nvSpPr>
              <p:spPr>
                <a:xfrm>
                  <a:off x="10635138" y="4235481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428" name="Google Shape;3428;p116"/>
                <p:cNvSpPr/>
                <p:nvPr/>
              </p:nvSpPr>
              <p:spPr>
                <a:xfrm>
                  <a:off x="10635138" y="4288917"/>
                  <a:ext cx="184689" cy="21431"/>
                </a:xfrm>
                <a:custGeom>
                  <a:rect b="b" l="l" r="r" t="t"/>
                  <a:pathLst>
                    <a:path extrusionOk="0" h="21431" w="184689">
                      <a:moveTo>
                        <a:pt x="0" y="0"/>
                      </a:moveTo>
                      <a:lnTo>
                        <a:pt x="184689" y="0"/>
                      </a:lnTo>
                      <a:lnTo>
                        <a:pt x="184689" y="21431"/>
                      </a:lnTo>
                      <a:lnTo>
                        <a:pt x="-1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3429" name="Google Shape;3429;p116"/>
              <p:cNvSpPr/>
              <p:nvPr/>
            </p:nvSpPr>
            <p:spPr>
              <a:xfrm>
                <a:off x="10898599" y="3657790"/>
                <a:ext cx="112586" cy="112585"/>
              </a:xfrm>
              <a:custGeom>
                <a:rect b="b" l="l" r="r" t="t"/>
                <a:pathLst>
                  <a:path extrusionOk="0" h="112585" w="112586">
                    <a:moveTo>
                      <a:pt x="112586" y="112586"/>
                    </a:moveTo>
                    <a:lnTo>
                      <a:pt x="0" y="112586"/>
                    </a:lnTo>
                    <a:lnTo>
                      <a:pt x="0" y="0"/>
                    </a:lnTo>
                    <a:lnTo>
                      <a:pt x="0" y="0"/>
                    </a:lnTo>
                    <a:cubicBezTo>
                      <a:pt x="43910" y="43910"/>
                      <a:pt x="68581" y="68580"/>
                      <a:pt x="112586" y="112586"/>
                    </a:cubicBezTo>
                    <a:lnTo>
                      <a:pt x="112586" y="112586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3430" name="Google Shape;3430;p116"/>
          <p:cNvGrpSpPr/>
          <p:nvPr/>
        </p:nvGrpSpPr>
        <p:grpSpPr>
          <a:xfrm>
            <a:off x="309868" y="711612"/>
            <a:ext cx="18197" cy="243247"/>
            <a:chOff x="10809827" y="4402455"/>
            <a:chExt cx="24764" cy="330993"/>
          </a:xfrm>
        </p:grpSpPr>
        <p:sp>
          <p:nvSpPr>
            <p:cNvPr id="3431" name="Google Shape;3431;p116"/>
            <p:cNvSpPr/>
            <p:nvPr/>
          </p:nvSpPr>
          <p:spPr>
            <a:xfrm>
              <a:off x="10822209" y="4414266"/>
              <a:ext cx="9525" cy="307467"/>
            </a:xfrm>
            <a:custGeom>
              <a:rect b="b" l="l" r="r" t="t"/>
              <a:pathLst>
                <a:path extrusionOk="0" h="307467" w="9525">
                  <a:moveTo>
                    <a:pt x="-1" y="307467"/>
                  </a:moveTo>
                  <a:lnTo>
                    <a:pt x="-1" y="0"/>
                  </a:lnTo>
                </a:path>
              </a:pathLst>
            </a:custGeom>
            <a:solidFill>
              <a:schemeClr val="accent4"/>
            </a:solidFill>
            <a:ln cap="flat" cmpd="sng" w="10950">
              <a:solidFill>
                <a:schemeClr val="accent4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32" name="Google Shape;3432;p116"/>
            <p:cNvSpPr/>
            <p:nvPr/>
          </p:nvSpPr>
          <p:spPr>
            <a:xfrm>
              <a:off x="10809827" y="4708683"/>
              <a:ext cx="24764" cy="24765"/>
            </a:xfrm>
            <a:custGeom>
              <a:rect b="b" l="l" r="r" t="t"/>
              <a:pathLst>
                <a:path extrusionOk="0" h="24765" w="24764">
                  <a:moveTo>
                    <a:pt x="24765" y="12382"/>
                  </a:moveTo>
                  <a:cubicBezTo>
                    <a:pt x="24765" y="19240"/>
                    <a:pt x="19241" y="24765"/>
                    <a:pt x="12382" y="24765"/>
                  </a:cubicBezTo>
                  <a:cubicBezTo>
                    <a:pt x="5524" y="24765"/>
                    <a:pt x="0" y="19240"/>
                    <a:pt x="0" y="12382"/>
                  </a:cubicBezTo>
                  <a:cubicBezTo>
                    <a:pt x="0" y="5524"/>
                    <a:pt x="5524" y="0"/>
                    <a:pt x="12382" y="0"/>
                  </a:cubicBezTo>
                  <a:cubicBezTo>
                    <a:pt x="19241" y="0"/>
                    <a:pt x="24765" y="5524"/>
                    <a:pt x="24765" y="12382"/>
                  </a:cubicBezTo>
                  <a:close/>
                </a:path>
              </a:pathLst>
            </a:cu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33" name="Google Shape;3433;p116"/>
            <p:cNvSpPr/>
            <p:nvPr/>
          </p:nvSpPr>
          <p:spPr>
            <a:xfrm>
              <a:off x="10809827" y="4402455"/>
              <a:ext cx="24764" cy="24764"/>
            </a:xfrm>
            <a:custGeom>
              <a:rect b="b" l="l" r="r" t="t"/>
              <a:pathLst>
                <a:path extrusionOk="0" h="24764" w="24764">
                  <a:moveTo>
                    <a:pt x="24765" y="12382"/>
                  </a:moveTo>
                  <a:cubicBezTo>
                    <a:pt x="24765" y="5524"/>
                    <a:pt x="19241" y="0"/>
                    <a:pt x="12382" y="0"/>
                  </a:cubicBezTo>
                  <a:cubicBezTo>
                    <a:pt x="5524" y="0"/>
                    <a:pt x="0" y="5524"/>
                    <a:pt x="0" y="12382"/>
                  </a:cubicBezTo>
                  <a:cubicBezTo>
                    <a:pt x="0" y="19240"/>
                    <a:pt x="5524" y="24765"/>
                    <a:pt x="12382" y="24765"/>
                  </a:cubicBezTo>
                  <a:cubicBezTo>
                    <a:pt x="19241" y="24765"/>
                    <a:pt x="24765" y="19240"/>
                    <a:pt x="24765" y="12382"/>
                  </a:cubicBezTo>
                  <a:close/>
                </a:path>
              </a:pathLst>
            </a:cu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434" name="Google Shape;3434;p116"/>
          <p:cNvGrpSpPr/>
          <p:nvPr/>
        </p:nvGrpSpPr>
        <p:grpSpPr>
          <a:xfrm>
            <a:off x="8421644" y="1045085"/>
            <a:ext cx="396068" cy="717683"/>
            <a:chOff x="1945386" y="5582316"/>
            <a:chExt cx="470725" cy="852963"/>
          </a:xfrm>
        </p:grpSpPr>
        <p:grpSp>
          <p:nvGrpSpPr>
            <p:cNvPr id="3435" name="Google Shape;3435;p116"/>
            <p:cNvGrpSpPr/>
            <p:nvPr/>
          </p:nvGrpSpPr>
          <p:grpSpPr>
            <a:xfrm>
              <a:off x="1945386" y="5582316"/>
              <a:ext cx="470725" cy="852963"/>
              <a:chOff x="1945386" y="5582316"/>
              <a:chExt cx="470725" cy="852963"/>
            </a:xfrm>
          </p:grpSpPr>
          <p:sp>
            <p:nvSpPr>
              <p:cNvPr id="3436" name="Google Shape;3436;p116"/>
              <p:cNvSpPr/>
              <p:nvPr/>
            </p:nvSpPr>
            <p:spPr>
              <a:xfrm>
                <a:off x="1945386" y="5582316"/>
                <a:ext cx="470725" cy="852963"/>
              </a:xfrm>
              <a:custGeom>
                <a:rect b="b" l="l" r="r" t="t"/>
                <a:pathLst>
                  <a:path extrusionOk="0" h="852963" w="470725">
                    <a:moveTo>
                      <a:pt x="435388" y="0"/>
                    </a:moveTo>
                    <a:cubicBezTo>
                      <a:pt x="454904" y="0"/>
                      <a:pt x="470726" y="15821"/>
                      <a:pt x="470726" y="35338"/>
                    </a:cubicBezTo>
                    <a:lnTo>
                      <a:pt x="470726" y="817626"/>
                    </a:lnTo>
                    <a:cubicBezTo>
                      <a:pt x="470726" y="837143"/>
                      <a:pt x="454904" y="852964"/>
                      <a:pt x="435388" y="852964"/>
                    </a:cubicBezTo>
                    <a:lnTo>
                      <a:pt x="35338" y="852964"/>
                    </a:lnTo>
                    <a:cubicBezTo>
                      <a:pt x="15821" y="852964"/>
                      <a:pt x="0" y="837143"/>
                      <a:pt x="0" y="817626"/>
                    </a:cubicBezTo>
                    <a:lnTo>
                      <a:pt x="0" y="35338"/>
                    </a:lnTo>
                    <a:cubicBezTo>
                      <a:pt x="0" y="15822"/>
                      <a:pt x="15821" y="0"/>
                      <a:pt x="35338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37" name="Google Shape;3437;p116"/>
              <p:cNvSpPr/>
              <p:nvPr/>
            </p:nvSpPr>
            <p:spPr>
              <a:xfrm>
                <a:off x="1965864" y="5625846"/>
                <a:ext cx="429577" cy="699420"/>
              </a:xfrm>
              <a:custGeom>
                <a:rect b="b" l="l" r="r" t="t"/>
                <a:pathLst>
                  <a:path extrusionOk="0" h="699420" w="429577">
                    <a:moveTo>
                      <a:pt x="0" y="0"/>
                    </a:moveTo>
                    <a:lnTo>
                      <a:pt x="429578" y="0"/>
                    </a:lnTo>
                    <a:lnTo>
                      <a:pt x="429578" y="699421"/>
                    </a:lnTo>
                    <a:lnTo>
                      <a:pt x="0" y="69942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438" name="Google Shape;3438;p116"/>
            <p:cNvSpPr/>
            <p:nvPr/>
          </p:nvSpPr>
          <p:spPr>
            <a:xfrm>
              <a:off x="1986438" y="6371462"/>
              <a:ext cx="388334" cy="32194"/>
            </a:xfrm>
            <a:custGeom>
              <a:rect b="b" l="l" r="r" t="t"/>
              <a:pathLst>
                <a:path extrusionOk="0" h="32194" w="388334">
                  <a:moveTo>
                    <a:pt x="88011" y="0"/>
                  </a:moveTo>
                  <a:lnTo>
                    <a:pt x="16097" y="0"/>
                  </a:lnTo>
                  <a:cubicBezTo>
                    <a:pt x="7239" y="0"/>
                    <a:pt x="0" y="7239"/>
                    <a:pt x="0" y="16097"/>
                  </a:cubicBezTo>
                  <a:cubicBezTo>
                    <a:pt x="0" y="24955"/>
                    <a:pt x="7239" y="32195"/>
                    <a:pt x="16097" y="32195"/>
                  </a:cubicBezTo>
                  <a:lnTo>
                    <a:pt x="88011" y="32195"/>
                  </a:lnTo>
                  <a:cubicBezTo>
                    <a:pt x="96869" y="32195"/>
                    <a:pt x="104108" y="24955"/>
                    <a:pt x="104108" y="16097"/>
                  </a:cubicBezTo>
                  <a:cubicBezTo>
                    <a:pt x="104108" y="7239"/>
                    <a:pt x="96869" y="0"/>
                    <a:pt x="88011" y="0"/>
                  </a:cubicBezTo>
                  <a:close/>
                  <a:moveTo>
                    <a:pt x="230124" y="0"/>
                  </a:moveTo>
                  <a:lnTo>
                    <a:pt x="158210" y="0"/>
                  </a:lnTo>
                  <a:cubicBezTo>
                    <a:pt x="149352" y="0"/>
                    <a:pt x="142113" y="7239"/>
                    <a:pt x="142113" y="16097"/>
                  </a:cubicBezTo>
                  <a:cubicBezTo>
                    <a:pt x="142113" y="24955"/>
                    <a:pt x="149352" y="32195"/>
                    <a:pt x="158210" y="32195"/>
                  </a:cubicBezTo>
                  <a:lnTo>
                    <a:pt x="230124" y="32195"/>
                  </a:lnTo>
                  <a:cubicBezTo>
                    <a:pt x="238982" y="32195"/>
                    <a:pt x="246221" y="24955"/>
                    <a:pt x="246221" y="16097"/>
                  </a:cubicBezTo>
                  <a:cubicBezTo>
                    <a:pt x="246221" y="7239"/>
                    <a:pt x="238982" y="0"/>
                    <a:pt x="230124" y="0"/>
                  </a:cubicBezTo>
                  <a:close/>
                  <a:moveTo>
                    <a:pt x="372237" y="0"/>
                  </a:moveTo>
                  <a:lnTo>
                    <a:pt x="300323" y="0"/>
                  </a:lnTo>
                  <a:cubicBezTo>
                    <a:pt x="291465" y="0"/>
                    <a:pt x="284226" y="7239"/>
                    <a:pt x="284226" y="16097"/>
                  </a:cubicBezTo>
                  <a:cubicBezTo>
                    <a:pt x="284226" y="24955"/>
                    <a:pt x="291465" y="32195"/>
                    <a:pt x="300323" y="32195"/>
                  </a:cubicBezTo>
                  <a:lnTo>
                    <a:pt x="372237" y="32195"/>
                  </a:lnTo>
                  <a:cubicBezTo>
                    <a:pt x="381095" y="32195"/>
                    <a:pt x="388334" y="24955"/>
                    <a:pt x="388334" y="16097"/>
                  </a:cubicBezTo>
                  <a:cubicBezTo>
                    <a:pt x="388334" y="7239"/>
                    <a:pt x="381095" y="0"/>
                    <a:pt x="37223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439" name="Google Shape;3439;p116"/>
          <p:cNvGrpSpPr/>
          <p:nvPr/>
        </p:nvGrpSpPr>
        <p:grpSpPr>
          <a:xfrm>
            <a:off x="8088695" y="57742"/>
            <a:ext cx="1061979" cy="558999"/>
            <a:chOff x="3859815" y="2867310"/>
            <a:chExt cx="1262157" cy="664368"/>
          </a:xfrm>
        </p:grpSpPr>
        <p:sp>
          <p:nvSpPr>
            <p:cNvPr id="3440" name="Google Shape;3440;p116"/>
            <p:cNvSpPr/>
            <p:nvPr/>
          </p:nvSpPr>
          <p:spPr>
            <a:xfrm>
              <a:off x="3859815" y="2867310"/>
              <a:ext cx="1262157" cy="664368"/>
            </a:xfrm>
            <a:custGeom>
              <a:rect b="b" l="l" r="r" t="t"/>
              <a:pathLst>
                <a:path extrusionOk="0" h="664368" w="1262157">
                  <a:moveTo>
                    <a:pt x="1102233" y="344424"/>
                  </a:moveTo>
                  <a:cubicBezTo>
                    <a:pt x="1090231" y="344424"/>
                    <a:pt x="1078611" y="345757"/>
                    <a:pt x="1067372" y="348234"/>
                  </a:cubicBezTo>
                  <a:cubicBezTo>
                    <a:pt x="1048131" y="223838"/>
                    <a:pt x="945166" y="127159"/>
                    <a:pt x="817816" y="117348"/>
                  </a:cubicBezTo>
                  <a:cubicBezTo>
                    <a:pt x="756856" y="45625"/>
                    <a:pt x="666083" y="0"/>
                    <a:pt x="564547" y="0"/>
                  </a:cubicBezTo>
                  <a:cubicBezTo>
                    <a:pt x="398526" y="0"/>
                    <a:pt x="260890" y="121825"/>
                    <a:pt x="236220" y="280988"/>
                  </a:cubicBezTo>
                  <a:cubicBezTo>
                    <a:pt x="222599" y="277939"/>
                    <a:pt x="208502" y="276320"/>
                    <a:pt x="194024" y="276320"/>
                  </a:cubicBezTo>
                  <a:cubicBezTo>
                    <a:pt x="86868" y="276320"/>
                    <a:pt x="0" y="363188"/>
                    <a:pt x="0" y="470345"/>
                  </a:cubicBezTo>
                  <a:cubicBezTo>
                    <a:pt x="0" y="577501"/>
                    <a:pt x="86868" y="664369"/>
                    <a:pt x="194024" y="664369"/>
                  </a:cubicBezTo>
                  <a:lnTo>
                    <a:pt x="1102138" y="664369"/>
                  </a:lnTo>
                  <a:cubicBezTo>
                    <a:pt x="1190530" y="664369"/>
                    <a:pt x="1262158" y="592741"/>
                    <a:pt x="1262158" y="504349"/>
                  </a:cubicBezTo>
                  <a:cubicBezTo>
                    <a:pt x="1262158" y="415957"/>
                    <a:pt x="1190530" y="344329"/>
                    <a:pt x="1102138" y="344329"/>
                  </a:cubicBezTo>
                  <a:close/>
                </a:path>
              </a:pathLst>
            </a:custGeom>
            <a:solidFill>
              <a:srgbClr val="42444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441" name="Google Shape;3441;p116"/>
            <p:cNvGrpSpPr/>
            <p:nvPr/>
          </p:nvGrpSpPr>
          <p:grpSpPr>
            <a:xfrm>
              <a:off x="4275677" y="3065525"/>
              <a:ext cx="334517" cy="380047"/>
              <a:chOff x="4275677" y="3065525"/>
              <a:chExt cx="334517" cy="380047"/>
            </a:xfrm>
          </p:grpSpPr>
          <p:grpSp>
            <p:nvGrpSpPr>
              <p:cNvPr id="3442" name="Google Shape;3442;p116"/>
              <p:cNvGrpSpPr/>
              <p:nvPr/>
            </p:nvGrpSpPr>
            <p:grpSpPr>
              <a:xfrm>
                <a:off x="4275677" y="3065525"/>
                <a:ext cx="334517" cy="380047"/>
                <a:chOff x="4275677" y="3065525"/>
                <a:chExt cx="334517" cy="380047"/>
              </a:xfrm>
            </p:grpSpPr>
            <p:grpSp>
              <p:nvGrpSpPr>
                <p:cNvPr id="3443" name="Google Shape;3443;p116"/>
                <p:cNvGrpSpPr/>
                <p:nvPr/>
              </p:nvGrpSpPr>
              <p:grpSpPr>
                <a:xfrm>
                  <a:off x="4275677" y="3301269"/>
                  <a:ext cx="334422" cy="144303"/>
                  <a:chOff x="4275677" y="3301269"/>
                  <a:chExt cx="334422" cy="144303"/>
                </a:xfrm>
              </p:grpSpPr>
              <p:sp>
                <p:nvSpPr>
                  <p:cNvPr id="3444" name="Google Shape;3444;p116"/>
                  <p:cNvSpPr/>
                  <p:nvPr/>
                </p:nvSpPr>
                <p:spPr>
                  <a:xfrm>
                    <a:off x="4275677" y="3331654"/>
                    <a:ext cx="334422" cy="113918"/>
                  </a:xfrm>
                  <a:custGeom>
                    <a:rect b="b" l="l" r="r" t="t"/>
                    <a:pathLst>
                      <a:path extrusionOk="0" h="113918" w="334422">
                        <a:moveTo>
                          <a:pt x="95" y="0"/>
                        </a:moveTo>
                        <a:lnTo>
                          <a:pt x="95" y="83534"/>
                        </a:lnTo>
                        <a:cubicBezTo>
                          <a:pt x="95" y="100298"/>
                          <a:pt x="74962" y="113919"/>
                          <a:pt x="167259" y="113919"/>
                        </a:cubicBezTo>
                        <a:cubicBezTo>
                          <a:pt x="259556" y="113919"/>
                          <a:pt x="334423" y="100298"/>
                          <a:pt x="334423" y="83534"/>
                        </a:cubicBezTo>
                        <a:lnTo>
                          <a:pt x="334423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CFD3D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445" name="Google Shape;3445;p116"/>
                  <p:cNvSpPr/>
                  <p:nvPr/>
                </p:nvSpPr>
                <p:spPr>
                  <a:xfrm>
                    <a:off x="4275772" y="3301269"/>
                    <a:ext cx="334327" cy="60769"/>
                  </a:xfrm>
                  <a:custGeom>
                    <a:rect b="b" l="l" r="r" t="t"/>
                    <a:pathLst>
                      <a:path extrusionOk="0" h="60769" w="334327">
                        <a:moveTo>
                          <a:pt x="334328" y="30385"/>
                        </a:moveTo>
                        <a:cubicBezTo>
                          <a:pt x="334328" y="47166"/>
                          <a:pt x="259486" y="60770"/>
                          <a:pt x="167164" y="60770"/>
                        </a:cubicBezTo>
                        <a:cubicBezTo>
                          <a:pt x="74842" y="60770"/>
                          <a:pt x="0" y="47166"/>
                          <a:pt x="0" y="30385"/>
                        </a:cubicBezTo>
                        <a:cubicBezTo>
                          <a:pt x="0" y="13604"/>
                          <a:pt x="74842" y="0"/>
                          <a:pt x="167164" y="0"/>
                        </a:cubicBezTo>
                        <a:cubicBezTo>
                          <a:pt x="259486" y="0"/>
                          <a:pt x="334328" y="13604"/>
                          <a:pt x="334328" y="30385"/>
                        </a:cubicBezTo>
                        <a:close/>
                      </a:path>
                    </a:pathLst>
                  </a:custGeom>
                  <a:solidFill>
                    <a:srgbClr val="E6EAF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3446" name="Google Shape;3446;p116"/>
                <p:cNvGrpSpPr/>
                <p:nvPr/>
              </p:nvGrpSpPr>
              <p:grpSpPr>
                <a:xfrm>
                  <a:off x="4275677" y="3183350"/>
                  <a:ext cx="334422" cy="144302"/>
                  <a:chOff x="4275677" y="3183350"/>
                  <a:chExt cx="334422" cy="144302"/>
                </a:xfrm>
              </p:grpSpPr>
              <p:sp>
                <p:nvSpPr>
                  <p:cNvPr id="3447" name="Google Shape;3447;p116"/>
                  <p:cNvSpPr/>
                  <p:nvPr/>
                </p:nvSpPr>
                <p:spPr>
                  <a:xfrm>
                    <a:off x="4275677" y="3213734"/>
                    <a:ext cx="334422" cy="113918"/>
                  </a:xfrm>
                  <a:custGeom>
                    <a:rect b="b" l="l" r="r" t="t"/>
                    <a:pathLst>
                      <a:path extrusionOk="0" h="113918" w="334422">
                        <a:moveTo>
                          <a:pt x="95" y="0"/>
                        </a:moveTo>
                        <a:lnTo>
                          <a:pt x="95" y="83534"/>
                        </a:lnTo>
                        <a:cubicBezTo>
                          <a:pt x="95" y="100298"/>
                          <a:pt x="74962" y="113919"/>
                          <a:pt x="167259" y="113919"/>
                        </a:cubicBezTo>
                        <a:cubicBezTo>
                          <a:pt x="259556" y="113919"/>
                          <a:pt x="334423" y="100298"/>
                          <a:pt x="334423" y="83534"/>
                        </a:cubicBezTo>
                        <a:lnTo>
                          <a:pt x="334423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CFD3D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448" name="Google Shape;3448;p116"/>
                  <p:cNvSpPr/>
                  <p:nvPr/>
                </p:nvSpPr>
                <p:spPr>
                  <a:xfrm>
                    <a:off x="4275772" y="3183350"/>
                    <a:ext cx="334327" cy="60769"/>
                  </a:xfrm>
                  <a:custGeom>
                    <a:rect b="b" l="l" r="r" t="t"/>
                    <a:pathLst>
                      <a:path extrusionOk="0" h="60769" w="334327">
                        <a:moveTo>
                          <a:pt x="334328" y="30385"/>
                        </a:moveTo>
                        <a:cubicBezTo>
                          <a:pt x="334328" y="47166"/>
                          <a:pt x="259486" y="60769"/>
                          <a:pt x="167164" y="60769"/>
                        </a:cubicBezTo>
                        <a:cubicBezTo>
                          <a:pt x="74842" y="60769"/>
                          <a:pt x="0" y="47166"/>
                          <a:pt x="0" y="30385"/>
                        </a:cubicBezTo>
                        <a:cubicBezTo>
                          <a:pt x="0" y="13604"/>
                          <a:pt x="74842" y="0"/>
                          <a:pt x="167164" y="0"/>
                        </a:cubicBezTo>
                        <a:cubicBezTo>
                          <a:pt x="259486" y="0"/>
                          <a:pt x="334328" y="13604"/>
                          <a:pt x="334328" y="30385"/>
                        </a:cubicBezTo>
                        <a:close/>
                      </a:path>
                    </a:pathLst>
                  </a:custGeom>
                  <a:solidFill>
                    <a:srgbClr val="E6EAF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3449" name="Google Shape;3449;p116"/>
                <p:cNvGrpSpPr/>
                <p:nvPr/>
              </p:nvGrpSpPr>
              <p:grpSpPr>
                <a:xfrm>
                  <a:off x="4275677" y="3065525"/>
                  <a:ext cx="334517" cy="144303"/>
                  <a:chOff x="4275677" y="3065525"/>
                  <a:chExt cx="334517" cy="144303"/>
                </a:xfrm>
              </p:grpSpPr>
              <p:sp>
                <p:nvSpPr>
                  <p:cNvPr id="3450" name="Google Shape;3450;p116"/>
                  <p:cNvSpPr/>
                  <p:nvPr/>
                </p:nvSpPr>
                <p:spPr>
                  <a:xfrm>
                    <a:off x="4275677" y="3095910"/>
                    <a:ext cx="334422" cy="113918"/>
                  </a:xfrm>
                  <a:custGeom>
                    <a:rect b="b" l="l" r="r" t="t"/>
                    <a:pathLst>
                      <a:path extrusionOk="0" h="113918" w="334422">
                        <a:moveTo>
                          <a:pt x="95" y="0"/>
                        </a:moveTo>
                        <a:lnTo>
                          <a:pt x="95" y="83534"/>
                        </a:lnTo>
                        <a:cubicBezTo>
                          <a:pt x="95" y="100298"/>
                          <a:pt x="74962" y="113919"/>
                          <a:pt x="167259" y="113919"/>
                        </a:cubicBezTo>
                        <a:cubicBezTo>
                          <a:pt x="259556" y="113919"/>
                          <a:pt x="334423" y="100298"/>
                          <a:pt x="334423" y="83534"/>
                        </a:cubicBezTo>
                        <a:lnTo>
                          <a:pt x="334423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CFD3D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451" name="Google Shape;3451;p116"/>
                  <p:cNvSpPr/>
                  <p:nvPr/>
                </p:nvSpPr>
                <p:spPr>
                  <a:xfrm>
                    <a:off x="4275867" y="3065525"/>
                    <a:ext cx="334327" cy="60769"/>
                  </a:xfrm>
                  <a:custGeom>
                    <a:rect b="b" l="l" r="r" t="t"/>
                    <a:pathLst>
                      <a:path extrusionOk="0" h="60769" w="334327">
                        <a:moveTo>
                          <a:pt x="334328" y="30385"/>
                        </a:moveTo>
                        <a:cubicBezTo>
                          <a:pt x="334328" y="47149"/>
                          <a:pt x="259461" y="60770"/>
                          <a:pt x="167164" y="60770"/>
                        </a:cubicBezTo>
                        <a:cubicBezTo>
                          <a:pt x="74866" y="60770"/>
                          <a:pt x="0" y="47149"/>
                          <a:pt x="0" y="30385"/>
                        </a:cubicBezTo>
                        <a:cubicBezTo>
                          <a:pt x="0" y="13621"/>
                          <a:pt x="74866" y="0"/>
                          <a:pt x="167164" y="0"/>
                        </a:cubicBezTo>
                        <a:cubicBezTo>
                          <a:pt x="259461" y="0"/>
                          <a:pt x="334328" y="13621"/>
                          <a:pt x="334328" y="30385"/>
                        </a:cubicBezTo>
                        <a:close/>
                      </a:path>
                    </a:pathLst>
                  </a:custGeom>
                  <a:solidFill>
                    <a:srgbClr val="E6EAF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3452" name="Google Shape;3452;p116"/>
              <p:cNvSpPr/>
              <p:nvPr/>
            </p:nvSpPr>
            <p:spPr>
              <a:xfrm>
                <a:off x="4529994" y="3140487"/>
                <a:ext cx="38100" cy="38100"/>
              </a:xfrm>
              <a:custGeom>
                <a:rect b="b" l="l" r="r" t="t"/>
                <a:pathLst>
                  <a:path extrusionOk="0" h="38100" w="38100">
                    <a:moveTo>
                      <a:pt x="38100" y="19050"/>
                    </a:moveTo>
                    <a:cubicBezTo>
                      <a:pt x="38100" y="29623"/>
                      <a:pt x="29528" y="38100"/>
                      <a:pt x="19050" y="38100"/>
                    </a:cubicBezTo>
                    <a:cubicBezTo>
                      <a:pt x="8572" y="38100"/>
                      <a:pt x="0" y="29528"/>
                      <a:pt x="0" y="19050"/>
                    </a:cubicBezTo>
                    <a:cubicBezTo>
                      <a:pt x="0" y="8572"/>
                      <a:pt x="8572" y="0"/>
                      <a:pt x="19050" y="0"/>
                    </a:cubicBezTo>
                    <a:cubicBezTo>
                      <a:pt x="29528" y="0"/>
                      <a:pt x="38100" y="8572"/>
                      <a:pt x="38100" y="19050"/>
                    </a:cubicBezTo>
                    <a:close/>
                  </a:path>
                </a:pathLst>
              </a:custGeom>
              <a:solidFill>
                <a:srgbClr val="55C0E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53" name="Google Shape;3453;p116"/>
              <p:cNvSpPr/>
              <p:nvPr/>
            </p:nvSpPr>
            <p:spPr>
              <a:xfrm>
                <a:off x="4529994" y="3256216"/>
                <a:ext cx="38100" cy="38100"/>
              </a:xfrm>
              <a:custGeom>
                <a:rect b="b" l="l" r="r" t="t"/>
                <a:pathLst>
                  <a:path extrusionOk="0" h="38100" w="38100">
                    <a:moveTo>
                      <a:pt x="38100" y="19050"/>
                    </a:moveTo>
                    <a:cubicBezTo>
                      <a:pt x="38100" y="29623"/>
                      <a:pt x="29528" y="38100"/>
                      <a:pt x="19050" y="38100"/>
                    </a:cubicBezTo>
                    <a:cubicBezTo>
                      <a:pt x="8572" y="38100"/>
                      <a:pt x="0" y="29528"/>
                      <a:pt x="0" y="19050"/>
                    </a:cubicBezTo>
                    <a:cubicBezTo>
                      <a:pt x="0" y="8573"/>
                      <a:pt x="8572" y="0"/>
                      <a:pt x="19050" y="0"/>
                    </a:cubicBezTo>
                    <a:cubicBezTo>
                      <a:pt x="29528" y="0"/>
                      <a:pt x="38100" y="8573"/>
                      <a:pt x="38100" y="19050"/>
                    </a:cubicBezTo>
                    <a:close/>
                  </a:path>
                </a:pathLst>
              </a:custGeom>
              <a:solidFill>
                <a:srgbClr val="E6EAF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54" name="Google Shape;3454;p116"/>
              <p:cNvSpPr/>
              <p:nvPr/>
            </p:nvSpPr>
            <p:spPr>
              <a:xfrm>
                <a:off x="4529994" y="3377088"/>
                <a:ext cx="38100" cy="38100"/>
              </a:xfrm>
              <a:custGeom>
                <a:rect b="b" l="l" r="r" t="t"/>
                <a:pathLst>
                  <a:path extrusionOk="0" h="38100" w="38100">
                    <a:moveTo>
                      <a:pt x="38100" y="19050"/>
                    </a:moveTo>
                    <a:cubicBezTo>
                      <a:pt x="38100" y="29623"/>
                      <a:pt x="29528" y="38100"/>
                      <a:pt x="19050" y="38100"/>
                    </a:cubicBezTo>
                    <a:cubicBezTo>
                      <a:pt x="8572" y="38100"/>
                      <a:pt x="0" y="29528"/>
                      <a:pt x="0" y="19050"/>
                    </a:cubicBezTo>
                    <a:cubicBezTo>
                      <a:pt x="0" y="8573"/>
                      <a:pt x="8572" y="0"/>
                      <a:pt x="19050" y="0"/>
                    </a:cubicBezTo>
                    <a:cubicBezTo>
                      <a:pt x="29528" y="0"/>
                      <a:pt x="38100" y="8573"/>
                      <a:pt x="38100" y="19050"/>
                    </a:cubicBezTo>
                    <a:close/>
                  </a:path>
                </a:pathLst>
              </a:custGeom>
              <a:solidFill>
                <a:srgbClr val="E6EAF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3455" name="Google Shape;3455;p116"/>
          <p:cNvGrpSpPr/>
          <p:nvPr/>
        </p:nvGrpSpPr>
        <p:grpSpPr>
          <a:xfrm>
            <a:off x="8582238" y="611818"/>
            <a:ext cx="33124" cy="442802"/>
            <a:chOff x="10809827" y="4402455"/>
            <a:chExt cx="24764" cy="330993"/>
          </a:xfrm>
        </p:grpSpPr>
        <p:sp>
          <p:nvSpPr>
            <p:cNvPr id="3456" name="Google Shape;3456;p116"/>
            <p:cNvSpPr/>
            <p:nvPr/>
          </p:nvSpPr>
          <p:spPr>
            <a:xfrm>
              <a:off x="10822209" y="4414266"/>
              <a:ext cx="9525" cy="307467"/>
            </a:xfrm>
            <a:custGeom>
              <a:rect b="b" l="l" r="r" t="t"/>
              <a:pathLst>
                <a:path extrusionOk="0" h="307467" w="9525">
                  <a:moveTo>
                    <a:pt x="-1" y="307467"/>
                  </a:moveTo>
                  <a:lnTo>
                    <a:pt x="-1" y="0"/>
                  </a:lnTo>
                </a:path>
              </a:pathLst>
            </a:custGeom>
            <a:solidFill>
              <a:schemeClr val="accent4"/>
            </a:solidFill>
            <a:ln cap="flat" cmpd="sng" w="10950">
              <a:solidFill>
                <a:schemeClr val="accent4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57" name="Google Shape;3457;p116"/>
            <p:cNvSpPr/>
            <p:nvPr/>
          </p:nvSpPr>
          <p:spPr>
            <a:xfrm>
              <a:off x="10809827" y="4708683"/>
              <a:ext cx="24764" cy="24765"/>
            </a:xfrm>
            <a:custGeom>
              <a:rect b="b" l="l" r="r" t="t"/>
              <a:pathLst>
                <a:path extrusionOk="0" h="24765" w="24764">
                  <a:moveTo>
                    <a:pt x="24765" y="12382"/>
                  </a:moveTo>
                  <a:cubicBezTo>
                    <a:pt x="24765" y="19240"/>
                    <a:pt x="19241" y="24765"/>
                    <a:pt x="12382" y="24765"/>
                  </a:cubicBezTo>
                  <a:cubicBezTo>
                    <a:pt x="5524" y="24765"/>
                    <a:pt x="0" y="19240"/>
                    <a:pt x="0" y="12382"/>
                  </a:cubicBezTo>
                  <a:cubicBezTo>
                    <a:pt x="0" y="5524"/>
                    <a:pt x="5524" y="0"/>
                    <a:pt x="12382" y="0"/>
                  </a:cubicBezTo>
                  <a:cubicBezTo>
                    <a:pt x="19241" y="0"/>
                    <a:pt x="24765" y="5524"/>
                    <a:pt x="24765" y="12382"/>
                  </a:cubicBezTo>
                  <a:close/>
                </a:path>
              </a:pathLst>
            </a:cu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58" name="Google Shape;3458;p116"/>
            <p:cNvSpPr/>
            <p:nvPr/>
          </p:nvSpPr>
          <p:spPr>
            <a:xfrm>
              <a:off x="10809827" y="4402455"/>
              <a:ext cx="24764" cy="24764"/>
            </a:xfrm>
            <a:custGeom>
              <a:rect b="b" l="l" r="r" t="t"/>
              <a:pathLst>
                <a:path extrusionOk="0" h="24764" w="24764">
                  <a:moveTo>
                    <a:pt x="24765" y="12382"/>
                  </a:moveTo>
                  <a:cubicBezTo>
                    <a:pt x="24765" y="5524"/>
                    <a:pt x="19241" y="0"/>
                    <a:pt x="12382" y="0"/>
                  </a:cubicBezTo>
                  <a:cubicBezTo>
                    <a:pt x="5524" y="0"/>
                    <a:pt x="0" y="5524"/>
                    <a:pt x="0" y="12382"/>
                  </a:cubicBezTo>
                  <a:cubicBezTo>
                    <a:pt x="0" y="19240"/>
                    <a:pt x="5524" y="24765"/>
                    <a:pt x="12382" y="24765"/>
                  </a:cubicBezTo>
                  <a:cubicBezTo>
                    <a:pt x="19241" y="24765"/>
                    <a:pt x="24765" y="19240"/>
                    <a:pt x="24765" y="12382"/>
                  </a:cubicBezTo>
                  <a:close/>
                </a:path>
              </a:pathLst>
            </a:cu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5">
    <p:spTree>
      <p:nvGrpSpPr>
        <p:cNvPr id="3459" name="Shape 3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0" name="Google Shape;3460;p11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461" name="Google Shape;3461;p117"/>
          <p:cNvSpPr txBox="1"/>
          <p:nvPr>
            <p:ph idx="1" type="subTitle"/>
          </p:nvPr>
        </p:nvSpPr>
        <p:spPr>
          <a:xfrm>
            <a:off x="1253225" y="2053700"/>
            <a:ext cx="2811000" cy="103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462" name="Google Shape;3462;p117"/>
          <p:cNvSpPr txBox="1"/>
          <p:nvPr>
            <p:ph idx="2" type="subTitle"/>
          </p:nvPr>
        </p:nvSpPr>
        <p:spPr>
          <a:xfrm>
            <a:off x="5079776" y="2053700"/>
            <a:ext cx="2811000" cy="103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463" name="Google Shape;3463;p117"/>
          <p:cNvSpPr txBox="1"/>
          <p:nvPr>
            <p:ph idx="3" type="subTitle"/>
          </p:nvPr>
        </p:nvSpPr>
        <p:spPr>
          <a:xfrm>
            <a:off x="1253225" y="3565300"/>
            <a:ext cx="2811000" cy="103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464" name="Google Shape;3464;p117"/>
          <p:cNvSpPr txBox="1"/>
          <p:nvPr>
            <p:ph idx="4" type="subTitle"/>
          </p:nvPr>
        </p:nvSpPr>
        <p:spPr>
          <a:xfrm>
            <a:off x="5079776" y="3565300"/>
            <a:ext cx="2811000" cy="103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465" name="Google Shape;3465;p117"/>
          <p:cNvSpPr txBox="1"/>
          <p:nvPr>
            <p:ph idx="5" type="subTitle"/>
          </p:nvPr>
        </p:nvSpPr>
        <p:spPr>
          <a:xfrm>
            <a:off x="1253225" y="1363500"/>
            <a:ext cx="2811000" cy="69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8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3466" name="Google Shape;3466;p117"/>
          <p:cNvSpPr txBox="1"/>
          <p:nvPr>
            <p:ph idx="6" type="subTitle"/>
          </p:nvPr>
        </p:nvSpPr>
        <p:spPr>
          <a:xfrm>
            <a:off x="1253225" y="2875125"/>
            <a:ext cx="2811000" cy="69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8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3467" name="Google Shape;3467;p117"/>
          <p:cNvSpPr txBox="1"/>
          <p:nvPr>
            <p:ph idx="7" type="subTitle"/>
          </p:nvPr>
        </p:nvSpPr>
        <p:spPr>
          <a:xfrm>
            <a:off x="5079750" y="1363500"/>
            <a:ext cx="2811000" cy="69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8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3468" name="Google Shape;3468;p117"/>
          <p:cNvSpPr txBox="1"/>
          <p:nvPr>
            <p:ph idx="8" type="subTitle"/>
          </p:nvPr>
        </p:nvSpPr>
        <p:spPr>
          <a:xfrm>
            <a:off x="5079750" y="2875125"/>
            <a:ext cx="2811000" cy="69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8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3469" name="Google Shape;3469;p117"/>
          <p:cNvSpPr/>
          <p:nvPr/>
        </p:nvSpPr>
        <p:spPr>
          <a:xfrm flipH="1" rot="8819869">
            <a:off x="7035528" y="3933627"/>
            <a:ext cx="3158468" cy="2509642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0" name="Google Shape;3470;p117"/>
          <p:cNvSpPr/>
          <p:nvPr/>
        </p:nvSpPr>
        <p:spPr>
          <a:xfrm flipH="1" rot="-3657034">
            <a:off x="-1336268" y="-858934"/>
            <a:ext cx="2746020" cy="1921695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471" name="Google Shape;3471;p117"/>
          <p:cNvGrpSpPr/>
          <p:nvPr/>
        </p:nvGrpSpPr>
        <p:grpSpPr>
          <a:xfrm>
            <a:off x="65066" y="4373044"/>
            <a:ext cx="878158" cy="654532"/>
            <a:chOff x="1114425" y="4361211"/>
            <a:chExt cx="573023" cy="427101"/>
          </a:xfrm>
        </p:grpSpPr>
        <p:grpSp>
          <p:nvGrpSpPr>
            <p:cNvPr id="3472" name="Google Shape;3472;p117"/>
            <p:cNvGrpSpPr/>
            <p:nvPr/>
          </p:nvGrpSpPr>
          <p:grpSpPr>
            <a:xfrm>
              <a:off x="1114425" y="4361211"/>
              <a:ext cx="573023" cy="427101"/>
              <a:chOff x="1114425" y="4361211"/>
              <a:chExt cx="573023" cy="427101"/>
            </a:xfrm>
          </p:grpSpPr>
          <p:sp>
            <p:nvSpPr>
              <p:cNvPr id="3473" name="Google Shape;3473;p117"/>
              <p:cNvSpPr/>
              <p:nvPr/>
            </p:nvSpPr>
            <p:spPr>
              <a:xfrm>
                <a:off x="1241964" y="4361211"/>
                <a:ext cx="445484" cy="299466"/>
              </a:xfrm>
              <a:custGeom>
                <a:rect b="b" l="l" r="r" t="t"/>
                <a:pathLst>
                  <a:path extrusionOk="0" h="299466" w="445484">
                    <a:moveTo>
                      <a:pt x="139160" y="7715"/>
                    </a:moveTo>
                    <a:lnTo>
                      <a:pt x="173450" y="42005"/>
                    </a:lnTo>
                    <a:cubicBezTo>
                      <a:pt x="178403" y="46958"/>
                      <a:pt x="185166" y="49721"/>
                      <a:pt x="192215" y="49721"/>
                    </a:cubicBezTo>
                    <a:lnTo>
                      <a:pt x="419005" y="49721"/>
                    </a:lnTo>
                    <a:cubicBezTo>
                      <a:pt x="433673" y="49721"/>
                      <a:pt x="445484" y="61627"/>
                      <a:pt x="445484" y="76200"/>
                    </a:cubicBezTo>
                    <a:lnTo>
                      <a:pt x="445484" y="272987"/>
                    </a:lnTo>
                    <a:cubicBezTo>
                      <a:pt x="445484" y="287655"/>
                      <a:pt x="433578" y="299466"/>
                      <a:pt x="419005" y="299466"/>
                    </a:cubicBezTo>
                    <a:lnTo>
                      <a:pt x="26479" y="299466"/>
                    </a:lnTo>
                    <a:cubicBezTo>
                      <a:pt x="11811" y="299466"/>
                      <a:pt x="0" y="287560"/>
                      <a:pt x="0" y="272987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79" y="0"/>
                    </a:cubicBezTo>
                    <a:lnTo>
                      <a:pt x="120396" y="0"/>
                    </a:lnTo>
                    <a:cubicBezTo>
                      <a:pt x="127445" y="0"/>
                      <a:pt x="134207" y="2762"/>
                      <a:pt x="139160" y="7715"/>
                    </a:cubicBezTo>
                    <a:close/>
                  </a:path>
                </a:pathLst>
              </a:custGeom>
              <a:solidFill>
                <a:srgbClr val="35363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74" name="Google Shape;3474;p117"/>
              <p:cNvSpPr/>
              <p:nvPr/>
            </p:nvSpPr>
            <p:spPr>
              <a:xfrm>
                <a:off x="1178242" y="4425029"/>
                <a:ext cx="445484" cy="299466"/>
              </a:xfrm>
              <a:custGeom>
                <a:rect b="b" l="l" r="r" t="t"/>
                <a:pathLst>
                  <a:path extrusionOk="0" h="299466" w="445484">
                    <a:moveTo>
                      <a:pt x="139160" y="7620"/>
                    </a:moveTo>
                    <a:lnTo>
                      <a:pt x="173450" y="41910"/>
                    </a:lnTo>
                    <a:cubicBezTo>
                      <a:pt x="178403" y="46863"/>
                      <a:pt x="185166" y="49721"/>
                      <a:pt x="192215" y="49721"/>
                    </a:cubicBezTo>
                    <a:lnTo>
                      <a:pt x="419005" y="49721"/>
                    </a:lnTo>
                    <a:cubicBezTo>
                      <a:pt x="433673" y="49721"/>
                      <a:pt x="445484" y="61627"/>
                      <a:pt x="445484" y="76200"/>
                    </a:cubicBezTo>
                    <a:lnTo>
                      <a:pt x="445484" y="272987"/>
                    </a:lnTo>
                    <a:cubicBezTo>
                      <a:pt x="445484" y="287655"/>
                      <a:pt x="433578" y="299466"/>
                      <a:pt x="419005" y="299466"/>
                    </a:cubicBezTo>
                    <a:lnTo>
                      <a:pt x="26479" y="299466"/>
                    </a:lnTo>
                    <a:cubicBezTo>
                      <a:pt x="11811" y="299466"/>
                      <a:pt x="0" y="287560"/>
                      <a:pt x="0" y="272987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79" y="0"/>
                    </a:cubicBezTo>
                    <a:lnTo>
                      <a:pt x="120396" y="0"/>
                    </a:lnTo>
                    <a:cubicBezTo>
                      <a:pt x="127445" y="0"/>
                      <a:pt x="134207" y="2762"/>
                      <a:pt x="139160" y="7715"/>
                    </a:cubicBezTo>
                    <a:close/>
                  </a:path>
                </a:pathLst>
              </a:custGeom>
              <a:solidFill>
                <a:srgbClr val="42444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75" name="Google Shape;3475;p117"/>
              <p:cNvSpPr/>
              <p:nvPr/>
            </p:nvSpPr>
            <p:spPr>
              <a:xfrm>
                <a:off x="1114425" y="4488846"/>
                <a:ext cx="445484" cy="299466"/>
              </a:xfrm>
              <a:custGeom>
                <a:rect b="b" l="l" r="r" t="t"/>
                <a:pathLst>
                  <a:path extrusionOk="0" h="299466" w="445484">
                    <a:moveTo>
                      <a:pt x="139160" y="7620"/>
                    </a:moveTo>
                    <a:lnTo>
                      <a:pt x="173450" y="41910"/>
                    </a:lnTo>
                    <a:cubicBezTo>
                      <a:pt x="178403" y="46863"/>
                      <a:pt x="185166" y="49721"/>
                      <a:pt x="192215" y="49721"/>
                    </a:cubicBezTo>
                    <a:lnTo>
                      <a:pt x="419005" y="49721"/>
                    </a:lnTo>
                    <a:cubicBezTo>
                      <a:pt x="433673" y="49721"/>
                      <a:pt x="445484" y="61627"/>
                      <a:pt x="445484" y="76200"/>
                    </a:cubicBezTo>
                    <a:lnTo>
                      <a:pt x="445484" y="272987"/>
                    </a:lnTo>
                    <a:cubicBezTo>
                      <a:pt x="445484" y="287655"/>
                      <a:pt x="433578" y="299466"/>
                      <a:pt x="419005" y="299466"/>
                    </a:cubicBezTo>
                    <a:lnTo>
                      <a:pt x="26480" y="299466"/>
                    </a:lnTo>
                    <a:cubicBezTo>
                      <a:pt x="11811" y="299466"/>
                      <a:pt x="0" y="287560"/>
                      <a:pt x="0" y="272987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80" y="0"/>
                    </a:cubicBezTo>
                    <a:lnTo>
                      <a:pt x="120396" y="0"/>
                    </a:lnTo>
                    <a:cubicBezTo>
                      <a:pt x="127445" y="0"/>
                      <a:pt x="134207" y="2762"/>
                      <a:pt x="139160" y="7811"/>
                    </a:cubicBezTo>
                    <a:close/>
                  </a:path>
                </a:pathLst>
              </a:custGeom>
              <a:solidFill>
                <a:srgbClr val="6F708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476" name="Google Shape;3476;p117"/>
            <p:cNvSpPr/>
            <p:nvPr/>
          </p:nvSpPr>
          <p:spPr>
            <a:xfrm>
              <a:off x="1303210" y="4628965"/>
              <a:ext cx="68735" cy="82063"/>
            </a:xfrm>
            <a:custGeom>
              <a:rect b="b" l="l" r="r" t="t"/>
              <a:pathLst>
                <a:path extrusionOk="0" h="82063" w="68735">
                  <a:moveTo>
                    <a:pt x="0" y="6471"/>
                  </a:moveTo>
                  <a:lnTo>
                    <a:pt x="0" y="75527"/>
                  </a:lnTo>
                  <a:cubicBezTo>
                    <a:pt x="0" y="80575"/>
                    <a:pt x="5524" y="83719"/>
                    <a:pt x="9811" y="81147"/>
                  </a:cubicBezTo>
                  <a:lnTo>
                    <a:pt x="65532" y="48095"/>
                  </a:lnTo>
                  <a:cubicBezTo>
                    <a:pt x="69723" y="45619"/>
                    <a:pt x="69818" y="39618"/>
                    <a:pt x="65723" y="37046"/>
                  </a:cubicBezTo>
                  <a:lnTo>
                    <a:pt x="10001" y="1042"/>
                  </a:lnTo>
                  <a:cubicBezTo>
                    <a:pt x="5715" y="-1721"/>
                    <a:pt x="0" y="1327"/>
                    <a:pt x="0" y="647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477" name="Google Shape;3477;p117"/>
          <p:cNvGrpSpPr/>
          <p:nvPr/>
        </p:nvGrpSpPr>
        <p:grpSpPr>
          <a:xfrm>
            <a:off x="8114970" y="266839"/>
            <a:ext cx="829992" cy="750888"/>
            <a:chOff x="8114596" y="445039"/>
            <a:chExt cx="633002" cy="572716"/>
          </a:xfrm>
        </p:grpSpPr>
        <p:grpSp>
          <p:nvGrpSpPr>
            <p:cNvPr id="3478" name="Google Shape;3478;p117"/>
            <p:cNvGrpSpPr/>
            <p:nvPr/>
          </p:nvGrpSpPr>
          <p:grpSpPr>
            <a:xfrm>
              <a:off x="8114596" y="445039"/>
              <a:ext cx="633002" cy="572716"/>
              <a:chOff x="7189660" y="520827"/>
              <a:chExt cx="598074" cy="541115"/>
            </a:xfrm>
          </p:grpSpPr>
          <p:sp>
            <p:nvSpPr>
              <p:cNvPr id="3479" name="Google Shape;3479;p117"/>
              <p:cNvSpPr/>
              <p:nvPr/>
            </p:nvSpPr>
            <p:spPr>
              <a:xfrm>
                <a:off x="7189660" y="520827"/>
                <a:ext cx="598074" cy="541115"/>
              </a:xfrm>
              <a:custGeom>
                <a:rect b="b" l="l" r="r" t="t"/>
                <a:pathLst>
                  <a:path extrusionOk="0" h="541115" w="598074">
                    <a:moveTo>
                      <a:pt x="557022" y="0"/>
                    </a:moveTo>
                    <a:cubicBezTo>
                      <a:pt x="579695" y="0"/>
                      <a:pt x="598075" y="18380"/>
                      <a:pt x="598075" y="41053"/>
                    </a:cubicBezTo>
                    <a:lnTo>
                      <a:pt x="598075" y="500063"/>
                    </a:lnTo>
                    <a:cubicBezTo>
                      <a:pt x="598075" y="522735"/>
                      <a:pt x="579695" y="541115"/>
                      <a:pt x="557022" y="541115"/>
                    </a:cubicBezTo>
                    <a:lnTo>
                      <a:pt x="41053" y="541115"/>
                    </a:lnTo>
                    <a:cubicBezTo>
                      <a:pt x="18380" y="541115"/>
                      <a:pt x="0" y="522735"/>
                      <a:pt x="0" y="500063"/>
                    </a:cubicBezTo>
                    <a:lnTo>
                      <a:pt x="0" y="41053"/>
                    </a:lnTo>
                    <a:cubicBezTo>
                      <a:pt x="0" y="18380"/>
                      <a:pt x="18380" y="0"/>
                      <a:pt x="410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3480" name="Google Shape;3480;p117"/>
              <p:cNvGrpSpPr/>
              <p:nvPr/>
            </p:nvGrpSpPr>
            <p:grpSpPr>
              <a:xfrm>
                <a:off x="7579137" y="551973"/>
                <a:ext cx="164782" cy="41529"/>
                <a:chOff x="7579137" y="551973"/>
                <a:chExt cx="164782" cy="41529"/>
              </a:xfrm>
            </p:grpSpPr>
            <p:sp>
              <p:nvSpPr>
                <p:cNvPr id="3481" name="Google Shape;3481;p117"/>
                <p:cNvSpPr/>
                <p:nvPr/>
              </p:nvSpPr>
              <p:spPr>
                <a:xfrm>
                  <a:off x="7702391" y="551973"/>
                  <a:ext cx="41528" cy="41529"/>
                </a:xfrm>
                <a:custGeom>
                  <a:rect b="b" l="l" r="r" t="t"/>
                  <a:pathLst>
                    <a:path extrusionOk="0" h="41529" w="41528">
                      <a:moveTo>
                        <a:pt x="41529" y="20765"/>
                      </a:moveTo>
                      <a:cubicBezTo>
                        <a:pt x="41529" y="32290"/>
                        <a:pt x="32195" y="41529"/>
                        <a:pt x="20764" y="41529"/>
                      </a:cubicBezTo>
                      <a:cubicBezTo>
                        <a:pt x="9334" y="41529"/>
                        <a:pt x="0" y="32195"/>
                        <a:pt x="0" y="20765"/>
                      </a:cubicBezTo>
                      <a:cubicBezTo>
                        <a:pt x="0" y="9335"/>
                        <a:pt x="9334" y="0"/>
                        <a:pt x="20764" y="0"/>
                      </a:cubicBezTo>
                      <a:cubicBezTo>
                        <a:pt x="32195" y="0"/>
                        <a:pt x="41529" y="9335"/>
                        <a:pt x="41529" y="20765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482" name="Google Shape;3482;p117"/>
                <p:cNvSpPr/>
                <p:nvPr/>
              </p:nvSpPr>
              <p:spPr>
                <a:xfrm>
                  <a:off x="7640764" y="551973"/>
                  <a:ext cx="41528" cy="41529"/>
                </a:xfrm>
                <a:custGeom>
                  <a:rect b="b" l="l" r="r" t="t"/>
                  <a:pathLst>
                    <a:path extrusionOk="0" h="41529" w="41528">
                      <a:moveTo>
                        <a:pt x="41529" y="20765"/>
                      </a:moveTo>
                      <a:cubicBezTo>
                        <a:pt x="41529" y="32290"/>
                        <a:pt x="32195" y="41529"/>
                        <a:pt x="20764" y="41529"/>
                      </a:cubicBezTo>
                      <a:cubicBezTo>
                        <a:pt x="9334" y="41529"/>
                        <a:pt x="0" y="32195"/>
                        <a:pt x="0" y="20765"/>
                      </a:cubicBezTo>
                      <a:cubicBezTo>
                        <a:pt x="0" y="9335"/>
                        <a:pt x="9334" y="0"/>
                        <a:pt x="20764" y="0"/>
                      </a:cubicBezTo>
                      <a:cubicBezTo>
                        <a:pt x="32195" y="0"/>
                        <a:pt x="41529" y="9335"/>
                        <a:pt x="41529" y="20765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483" name="Google Shape;3483;p117"/>
                <p:cNvSpPr/>
                <p:nvPr/>
              </p:nvSpPr>
              <p:spPr>
                <a:xfrm>
                  <a:off x="7579137" y="551973"/>
                  <a:ext cx="41528" cy="41529"/>
                </a:xfrm>
                <a:custGeom>
                  <a:rect b="b" l="l" r="r" t="t"/>
                  <a:pathLst>
                    <a:path extrusionOk="0" h="41529" w="41528">
                      <a:moveTo>
                        <a:pt x="41529" y="20765"/>
                      </a:moveTo>
                      <a:cubicBezTo>
                        <a:pt x="41529" y="32290"/>
                        <a:pt x="32195" y="41529"/>
                        <a:pt x="20764" y="41529"/>
                      </a:cubicBezTo>
                      <a:cubicBezTo>
                        <a:pt x="9334" y="41529"/>
                        <a:pt x="0" y="32195"/>
                        <a:pt x="0" y="20765"/>
                      </a:cubicBezTo>
                      <a:cubicBezTo>
                        <a:pt x="0" y="9335"/>
                        <a:pt x="9334" y="0"/>
                        <a:pt x="20764" y="0"/>
                      </a:cubicBezTo>
                      <a:cubicBezTo>
                        <a:pt x="32195" y="0"/>
                        <a:pt x="41529" y="9335"/>
                        <a:pt x="41529" y="20765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3484" name="Google Shape;3484;p117"/>
            <p:cNvGrpSpPr/>
            <p:nvPr/>
          </p:nvGrpSpPr>
          <p:grpSpPr>
            <a:xfrm>
              <a:off x="8184962" y="619646"/>
              <a:ext cx="498115" cy="257273"/>
              <a:chOff x="7256144" y="685800"/>
              <a:chExt cx="470630" cy="243077"/>
            </a:xfrm>
          </p:grpSpPr>
          <p:sp>
            <p:nvSpPr>
              <p:cNvPr id="3485" name="Google Shape;3485;p117"/>
              <p:cNvSpPr/>
              <p:nvPr/>
            </p:nvSpPr>
            <p:spPr>
              <a:xfrm>
                <a:off x="7256144" y="694753"/>
                <a:ext cx="218503" cy="218217"/>
              </a:xfrm>
              <a:custGeom>
                <a:rect b="b" l="l" r="r" t="t"/>
                <a:pathLst>
                  <a:path extrusionOk="0" h="218217" w="218503">
                    <a:moveTo>
                      <a:pt x="216598" y="129540"/>
                    </a:moveTo>
                    <a:cubicBezTo>
                      <a:pt x="217837" y="122968"/>
                      <a:pt x="218504" y="116110"/>
                      <a:pt x="218504" y="109156"/>
                    </a:cubicBezTo>
                    <a:cubicBezTo>
                      <a:pt x="218504" y="102203"/>
                      <a:pt x="217837" y="95440"/>
                      <a:pt x="216598" y="88773"/>
                    </a:cubicBezTo>
                    <a:lnTo>
                      <a:pt x="181261" y="88773"/>
                    </a:lnTo>
                    <a:cubicBezTo>
                      <a:pt x="179641" y="83058"/>
                      <a:pt x="177451" y="77724"/>
                      <a:pt x="174593" y="72676"/>
                    </a:cubicBezTo>
                    <a:lnTo>
                      <a:pt x="199549" y="47720"/>
                    </a:lnTo>
                    <a:cubicBezTo>
                      <a:pt x="191834" y="36385"/>
                      <a:pt x="182118" y="26670"/>
                      <a:pt x="170783" y="18955"/>
                    </a:cubicBezTo>
                    <a:lnTo>
                      <a:pt x="145732" y="44005"/>
                    </a:lnTo>
                    <a:cubicBezTo>
                      <a:pt x="140684" y="41148"/>
                      <a:pt x="135255" y="38957"/>
                      <a:pt x="129635" y="37338"/>
                    </a:cubicBezTo>
                    <a:lnTo>
                      <a:pt x="129635" y="1905"/>
                    </a:lnTo>
                    <a:cubicBezTo>
                      <a:pt x="123063" y="667"/>
                      <a:pt x="116205" y="0"/>
                      <a:pt x="109252" y="0"/>
                    </a:cubicBezTo>
                    <a:cubicBezTo>
                      <a:pt x="102298" y="0"/>
                      <a:pt x="95536" y="667"/>
                      <a:pt x="88868" y="1905"/>
                    </a:cubicBezTo>
                    <a:lnTo>
                      <a:pt x="88868" y="37338"/>
                    </a:lnTo>
                    <a:cubicBezTo>
                      <a:pt x="83154" y="38957"/>
                      <a:pt x="77819" y="41148"/>
                      <a:pt x="72771" y="44005"/>
                    </a:cubicBezTo>
                    <a:lnTo>
                      <a:pt x="47720" y="18955"/>
                    </a:lnTo>
                    <a:cubicBezTo>
                      <a:pt x="36386" y="26670"/>
                      <a:pt x="26670" y="36481"/>
                      <a:pt x="18955" y="47720"/>
                    </a:cubicBezTo>
                    <a:lnTo>
                      <a:pt x="43910" y="72676"/>
                    </a:lnTo>
                    <a:cubicBezTo>
                      <a:pt x="41053" y="77724"/>
                      <a:pt x="38862" y="83153"/>
                      <a:pt x="37243" y="88773"/>
                    </a:cubicBezTo>
                    <a:lnTo>
                      <a:pt x="1905" y="88773"/>
                    </a:lnTo>
                    <a:cubicBezTo>
                      <a:pt x="667" y="95345"/>
                      <a:pt x="0" y="102203"/>
                      <a:pt x="0" y="109156"/>
                    </a:cubicBezTo>
                    <a:cubicBezTo>
                      <a:pt x="0" y="116110"/>
                      <a:pt x="667" y="122873"/>
                      <a:pt x="1905" y="129540"/>
                    </a:cubicBezTo>
                    <a:lnTo>
                      <a:pt x="37243" y="129540"/>
                    </a:lnTo>
                    <a:cubicBezTo>
                      <a:pt x="38862" y="135255"/>
                      <a:pt x="41053" y="140589"/>
                      <a:pt x="43910" y="145637"/>
                    </a:cubicBezTo>
                    <a:lnTo>
                      <a:pt x="18955" y="170593"/>
                    </a:lnTo>
                    <a:cubicBezTo>
                      <a:pt x="26670" y="181928"/>
                      <a:pt x="36386" y="191643"/>
                      <a:pt x="47720" y="199358"/>
                    </a:cubicBezTo>
                    <a:lnTo>
                      <a:pt x="72771" y="174308"/>
                    </a:lnTo>
                    <a:cubicBezTo>
                      <a:pt x="77819" y="177165"/>
                      <a:pt x="83248" y="179356"/>
                      <a:pt x="88868" y="180975"/>
                    </a:cubicBezTo>
                    <a:lnTo>
                      <a:pt x="88868" y="216313"/>
                    </a:lnTo>
                    <a:cubicBezTo>
                      <a:pt x="95441" y="217551"/>
                      <a:pt x="102298" y="218218"/>
                      <a:pt x="109252" y="218218"/>
                    </a:cubicBezTo>
                    <a:cubicBezTo>
                      <a:pt x="116205" y="218218"/>
                      <a:pt x="122968" y="217551"/>
                      <a:pt x="129635" y="216313"/>
                    </a:cubicBezTo>
                    <a:lnTo>
                      <a:pt x="129635" y="180975"/>
                    </a:lnTo>
                    <a:cubicBezTo>
                      <a:pt x="135350" y="179356"/>
                      <a:pt x="140684" y="177070"/>
                      <a:pt x="145732" y="174308"/>
                    </a:cubicBezTo>
                    <a:lnTo>
                      <a:pt x="170783" y="199358"/>
                    </a:lnTo>
                    <a:cubicBezTo>
                      <a:pt x="182118" y="191643"/>
                      <a:pt x="191834" y="181928"/>
                      <a:pt x="199549" y="170593"/>
                    </a:cubicBezTo>
                    <a:lnTo>
                      <a:pt x="174593" y="145542"/>
                    </a:lnTo>
                    <a:cubicBezTo>
                      <a:pt x="177451" y="140494"/>
                      <a:pt x="179641" y="135064"/>
                      <a:pt x="181261" y="129445"/>
                    </a:cubicBezTo>
                    <a:lnTo>
                      <a:pt x="216598" y="129445"/>
                    </a:lnTo>
                    <a:close/>
                    <a:moveTo>
                      <a:pt x="109252" y="131255"/>
                    </a:moveTo>
                    <a:cubicBezTo>
                      <a:pt x="97060" y="131255"/>
                      <a:pt x="87249" y="121349"/>
                      <a:pt x="87249" y="109252"/>
                    </a:cubicBezTo>
                    <a:cubicBezTo>
                      <a:pt x="87249" y="97155"/>
                      <a:pt x="97155" y="87249"/>
                      <a:pt x="109252" y="87249"/>
                    </a:cubicBezTo>
                    <a:cubicBezTo>
                      <a:pt x="121348" y="87249"/>
                      <a:pt x="131255" y="97155"/>
                      <a:pt x="131255" y="109252"/>
                    </a:cubicBezTo>
                    <a:cubicBezTo>
                      <a:pt x="131255" y="121349"/>
                      <a:pt x="121348" y="131255"/>
                      <a:pt x="109252" y="131255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3486" name="Google Shape;3486;p117"/>
              <p:cNvGrpSpPr/>
              <p:nvPr/>
            </p:nvGrpSpPr>
            <p:grpSpPr>
              <a:xfrm>
                <a:off x="7512843" y="685800"/>
                <a:ext cx="213931" cy="243077"/>
                <a:chOff x="7512843" y="685800"/>
                <a:chExt cx="213931" cy="243077"/>
              </a:xfrm>
            </p:grpSpPr>
            <p:grpSp>
              <p:nvGrpSpPr>
                <p:cNvPr id="3487" name="Google Shape;3487;p117"/>
                <p:cNvGrpSpPr/>
                <p:nvPr/>
              </p:nvGrpSpPr>
              <p:grpSpPr>
                <a:xfrm>
                  <a:off x="7512843" y="836580"/>
                  <a:ext cx="213931" cy="92297"/>
                  <a:chOff x="7512843" y="836580"/>
                  <a:chExt cx="213931" cy="92297"/>
                </a:xfrm>
              </p:grpSpPr>
              <p:sp>
                <p:nvSpPr>
                  <p:cNvPr id="3488" name="Google Shape;3488;p117"/>
                  <p:cNvSpPr/>
                  <p:nvPr/>
                </p:nvSpPr>
                <p:spPr>
                  <a:xfrm>
                    <a:off x="7512843" y="856011"/>
                    <a:ext cx="213931" cy="72866"/>
                  </a:xfrm>
                  <a:custGeom>
                    <a:rect b="b" l="l" r="r" t="t"/>
                    <a:pathLst>
                      <a:path extrusionOk="0" h="72866" w="213931">
                        <a:moveTo>
                          <a:pt x="0" y="0"/>
                        </a:moveTo>
                        <a:lnTo>
                          <a:pt x="0" y="53435"/>
                        </a:lnTo>
                        <a:cubicBezTo>
                          <a:pt x="0" y="64199"/>
                          <a:pt x="47911" y="72866"/>
                          <a:pt x="106966" y="72866"/>
                        </a:cubicBezTo>
                        <a:cubicBezTo>
                          <a:pt x="166021" y="72866"/>
                          <a:pt x="213932" y="64199"/>
                          <a:pt x="213932" y="53435"/>
                        </a:cubicBezTo>
                        <a:lnTo>
                          <a:pt x="213932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489" name="Google Shape;3489;p117"/>
                  <p:cNvSpPr/>
                  <p:nvPr/>
                </p:nvSpPr>
                <p:spPr>
                  <a:xfrm>
                    <a:off x="7512843" y="836580"/>
                    <a:ext cx="213931" cy="38861"/>
                  </a:xfrm>
                  <a:custGeom>
                    <a:rect b="b" l="l" r="r" t="t"/>
                    <a:pathLst>
                      <a:path extrusionOk="0" h="38861" w="213931">
                        <a:moveTo>
                          <a:pt x="213932" y="19431"/>
                        </a:moveTo>
                        <a:cubicBezTo>
                          <a:pt x="213932" y="30162"/>
                          <a:pt x="166042" y="38862"/>
                          <a:pt x="106966" y="38862"/>
                        </a:cubicBezTo>
                        <a:cubicBezTo>
                          <a:pt x="47891" y="38862"/>
                          <a:pt x="1" y="30162"/>
                          <a:pt x="1" y="19431"/>
                        </a:cubicBezTo>
                        <a:cubicBezTo>
                          <a:pt x="1" y="8700"/>
                          <a:pt x="47891" y="0"/>
                          <a:pt x="106966" y="0"/>
                        </a:cubicBezTo>
                        <a:cubicBezTo>
                          <a:pt x="166042" y="0"/>
                          <a:pt x="213932" y="8700"/>
                          <a:pt x="213932" y="19431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3490" name="Google Shape;3490;p117"/>
                <p:cNvGrpSpPr/>
                <p:nvPr/>
              </p:nvGrpSpPr>
              <p:grpSpPr>
                <a:xfrm>
                  <a:off x="7512843" y="761238"/>
                  <a:ext cx="213931" cy="92296"/>
                  <a:chOff x="7512843" y="761238"/>
                  <a:chExt cx="213931" cy="92296"/>
                </a:xfrm>
              </p:grpSpPr>
              <p:sp>
                <p:nvSpPr>
                  <p:cNvPr id="3491" name="Google Shape;3491;p117"/>
                  <p:cNvSpPr/>
                  <p:nvPr/>
                </p:nvSpPr>
                <p:spPr>
                  <a:xfrm>
                    <a:off x="7512843" y="780668"/>
                    <a:ext cx="213931" cy="72866"/>
                  </a:xfrm>
                  <a:custGeom>
                    <a:rect b="b" l="l" r="r" t="t"/>
                    <a:pathLst>
                      <a:path extrusionOk="0" h="72866" w="213931">
                        <a:moveTo>
                          <a:pt x="0" y="0"/>
                        </a:moveTo>
                        <a:lnTo>
                          <a:pt x="0" y="53435"/>
                        </a:lnTo>
                        <a:cubicBezTo>
                          <a:pt x="0" y="64199"/>
                          <a:pt x="47911" y="72866"/>
                          <a:pt x="106966" y="72866"/>
                        </a:cubicBezTo>
                        <a:cubicBezTo>
                          <a:pt x="166021" y="72866"/>
                          <a:pt x="213932" y="64199"/>
                          <a:pt x="213932" y="53435"/>
                        </a:cubicBezTo>
                        <a:lnTo>
                          <a:pt x="213932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492" name="Google Shape;3492;p117"/>
                  <p:cNvSpPr/>
                  <p:nvPr/>
                </p:nvSpPr>
                <p:spPr>
                  <a:xfrm>
                    <a:off x="7512843" y="761238"/>
                    <a:ext cx="213931" cy="38861"/>
                  </a:xfrm>
                  <a:custGeom>
                    <a:rect b="b" l="l" r="r" t="t"/>
                    <a:pathLst>
                      <a:path extrusionOk="0" h="38861" w="213931">
                        <a:moveTo>
                          <a:pt x="213932" y="19431"/>
                        </a:moveTo>
                        <a:cubicBezTo>
                          <a:pt x="213932" y="30162"/>
                          <a:pt x="166042" y="38862"/>
                          <a:pt x="106966" y="38862"/>
                        </a:cubicBezTo>
                        <a:cubicBezTo>
                          <a:pt x="47891" y="38862"/>
                          <a:pt x="1" y="30162"/>
                          <a:pt x="1" y="19431"/>
                        </a:cubicBezTo>
                        <a:cubicBezTo>
                          <a:pt x="1" y="8700"/>
                          <a:pt x="47891" y="0"/>
                          <a:pt x="106966" y="0"/>
                        </a:cubicBezTo>
                        <a:cubicBezTo>
                          <a:pt x="166042" y="0"/>
                          <a:pt x="213932" y="8700"/>
                          <a:pt x="213932" y="19431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3493" name="Google Shape;3493;p117"/>
                <p:cNvGrpSpPr/>
                <p:nvPr/>
              </p:nvGrpSpPr>
              <p:grpSpPr>
                <a:xfrm>
                  <a:off x="7512843" y="685800"/>
                  <a:ext cx="213931" cy="92297"/>
                  <a:chOff x="7512843" y="685800"/>
                  <a:chExt cx="213931" cy="92297"/>
                </a:xfrm>
              </p:grpSpPr>
              <p:sp>
                <p:nvSpPr>
                  <p:cNvPr id="3494" name="Google Shape;3494;p117"/>
                  <p:cNvSpPr/>
                  <p:nvPr/>
                </p:nvSpPr>
                <p:spPr>
                  <a:xfrm>
                    <a:off x="7512843" y="705231"/>
                    <a:ext cx="213931" cy="72866"/>
                  </a:xfrm>
                  <a:custGeom>
                    <a:rect b="b" l="l" r="r" t="t"/>
                    <a:pathLst>
                      <a:path extrusionOk="0" h="72866" w="213931">
                        <a:moveTo>
                          <a:pt x="0" y="0"/>
                        </a:moveTo>
                        <a:lnTo>
                          <a:pt x="0" y="53435"/>
                        </a:lnTo>
                        <a:cubicBezTo>
                          <a:pt x="0" y="64198"/>
                          <a:pt x="47911" y="72866"/>
                          <a:pt x="106966" y="72866"/>
                        </a:cubicBezTo>
                        <a:cubicBezTo>
                          <a:pt x="166021" y="72866"/>
                          <a:pt x="213932" y="64198"/>
                          <a:pt x="213932" y="53435"/>
                        </a:cubicBezTo>
                        <a:lnTo>
                          <a:pt x="213932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495" name="Google Shape;3495;p117"/>
                  <p:cNvSpPr/>
                  <p:nvPr/>
                </p:nvSpPr>
                <p:spPr>
                  <a:xfrm>
                    <a:off x="7512843" y="685800"/>
                    <a:ext cx="213931" cy="38861"/>
                  </a:xfrm>
                  <a:custGeom>
                    <a:rect b="b" l="l" r="r" t="t"/>
                    <a:pathLst>
                      <a:path extrusionOk="0" h="38861" w="213931">
                        <a:moveTo>
                          <a:pt x="213932" y="19431"/>
                        </a:moveTo>
                        <a:cubicBezTo>
                          <a:pt x="213932" y="30162"/>
                          <a:pt x="166042" y="38862"/>
                          <a:pt x="106966" y="38862"/>
                        </a:cubicBezTo>
                        <a:cubicBezTo>
                          <a:pt x="47891" y="38862"/>
                          <a:pt x="1" y="30162"/>
                          <a:pt x="1" y="19431"/>
                        </a:cubicBezTo>
                        <a:cubicBezTo>
                          <a:pt x="1" y="8700"/>
                          <a:pt x="47891" y="0"/>
                          <a:pt x="106966" y="0"/>
                        </a:cubicBezTo>
                        <a:cubicBezTo>
                          <a:pt x="166042" y="0"/>
                          <a:pt x="213932" y="8700"/>
                          <a:pt x="213932" y="19431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</p:grpSp>
      </p:grpSp>
    </p:spTree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7">
    <p:spTree>
      <p:nvGrpSpPr>
        <p:cNvPr id="3496" name="Shape 3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7" name="Google Shape;3497;p11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498" name="Google Shape;3498;p118"/>
          <p:cNvSpPr txBox="1"/>
          <p:nvPr>
            <p:ph idx="1" type="subTitle"/>
          </p:nvPr>
        </p:nvSpPr>
        <p:spPr>
          <a:xfrm>
            <a:off x="723900" y="1710151"/>
            <a:ext cx="1986000" cy="11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499" name="Google Shape;3499;p118"/>
          <p:cNvSpPr txBox="1"/>
          <p:nvPr>
            <p:ph idx="2" type="subTitle"/>
          </p:nvPr>
        </p:nvSpPr>
        <p:spPr>
          <a:xfrm>
            <a:off x="3577144" y="1710161"/>
            <a:ext cx="1986000" cy="11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500" name="Google Shape;3500;p118"/>
          <p:cNvSpPr txBox="1"/>
          <p:nvPr>
            <p:ph idx="3" type="subTitle"/>
          </p:nvPr>
        </p:nvSpPr>
        <p:spPr>
          <a:xfrm>
            <a:off x="723900" y="3498800"/>
            <a:ext cx="1986000" cy="11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501" name="Google Shape;3501;p118"/>
          <p:cNvSpPr txBox="1"/>
          <p:nvPr>
            <p:ph idx="4" type="subTitle"/>
          </p:nvPr>
        </p:nvSpPr>
        <p:spPr>
          <a:xfrm>
            <a:off x="3577144" y="3498800"/>
            <a:ext cx="1986000" cy="11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502" name="Google Shape;3502;p118"/>
          <p:cNvSpPr txBox="1"/>
          <p:nvPr>
            <p:ph idx="5" type="subTitle"/>
          </p:nvPr>
        </p:nvSpPr>
        <p:spPr>
          <a:xfrm>
            <a:off x="6430388" y="1710161"/>
            <a:ext cx="1986000" cy="11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503" name="Google Shape;3503;p118"/>
          <p:cNvSpPr txBox="1"/>
          <p:nvPr>
            <p:ph idx="6" type="subTitle"/>
          </p:nvPr>
        </p:nvSpPr>
        <p:spPr>
          <a:xfrm>
            <a:off x="6430388" y="3498800"/>
            <a:ext cx="1986000" cy="11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504" name="Google Shape;3504;p118"/>
          <p:cNvSpPr txBox="1"/>
          <p:nvPr>
            <p:ph idx="7" type="subTitle"/>
          </p:nvPr>
        </p:nvSpPr>
        <p:spPr>
          <a:xfrm>
            <a:off x="731700" y="1060275"/>
            <a:ext cx="1978200" cy="653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8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3505" name="Google Shape;3505;p118"/>
          <p:cNvSpPr txBox="1"/>
          <p:nvPr>
            <p:ph idx="8" type="subTitle"/>
          </p:nvPr>
        </p:nvSpPr>
        <p:spPr>
          <a:xfrm>
            <a:off x="3582994" y="1060284"/>
            <a:ext cx="1978200" cy="653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8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3506" name="Google Shape;3506;p118"/>
          <p:cNvSpPr txBox="1"/>
          <p:nvPr>
            <p:ph idx="9" type="subTitle"/>
          </p:nvPr>
        </p:nvSpPr>
        <p:spPr>
          <a:xfrm>
            <a:off x="6434288" y="1060284"/>
            <a:ext cx="1978200" cy="653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8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3507" name="Google Shape;3507;p118"/>
          <p:cNvSpPr txBox="1"/>
          <p:nvPr>
            <p:ph idx="13" type="subTitle"/>
          </p:nvPr>
        </p:nvSpPr>
        <p:spPr>
          <a:xfrm>
            <a:off x="723900" y="2845800"/>
            <a:ext cx="1986000" cy="653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8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3508" name="Google Shape;3508;p118"/>
          <p:cNvSpPr txBox="1"/>
          <p:nvPr>
            <p:ph idx="14" type="subTitle"/>
          </p:nvPr>
        </p:nvSpPr>
        <p:spPr>
          <a:xfrm>
            <a:off x="3582995" y="2845800"/>
            <a:ext cx="1978200" cy="653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8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3509" name="Google Shape;3509;p118"/>
          <p:cNvSpPr txBox="1"/>
          <p:nvPr>
            <p:ph idx="15" type="subTitle"/>
          </p:nvPr>
        </p:nvSpPr>
        <p:spPr>
          <a:xfrm>
            <a:off x="6434290" y="2845800"/>
            <a:ext cx="1978200" cy="653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8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3510" name="Google Shape;3510;p118"/>
          <p:cNvSpPr/>
          <p:nvPr/>
        </p:nvSpPr>
        <p:spPr>
          <a:xfrm flipH="1" rot="-3263452">
            <a:off x="7372110" y="4038327"/>
            <a:ext cx="2997856" cy="2576292"/>
          </a:xfrm>
          <a:custGeom>
            <a:rect b="b" l="l" r="r" t="t"/>
            <a:pathLst>
              <a:path extrusionOk="0" h="30330" w="38869">
                <a:moveTo>
                  <a:pt x="24297" y="1"/>
                </a:moveTo>
                <a:cubicBezTo>
                  <a:pt x="23576" y="1"/>
                  <a:pt x="22813" y="81"/>
                  <a:pt x="22018" y="271"/>
                </a:cubicBezTo>
                <a:cubicBezTo>
                  <a:pt x="16904" y="1494"/>
                  <a:pt x="14626" y="5778"/>
                  <a:pt x="11611" y="8671"/>
                </a:cubicBezTo>
                <a:cubicBezTo>
                  <a:pt x="10032" y="10186"/>
                  <a:pt x="7766" y="10684"/>
                  <a:pt x="5916" y="11826"/>
                </a:cubicBezTo>
                <a:cubicBezTo>
                  <a:pt x="0" y="15481"/>
                  <a:pt x="539" y="24197"/>
                  <a:pt x="4874" y="27639"/>
                </a:cubicBezTo>
                <a:cubicBezTo>
                  <a:pt x="7150" y="29445"/>
                  <a:pt x="9815" y="30330"/>
                  <a:pt x="12976" y="30330"/>
                </a:cubicBezTo>
                <a:cubicBezTo>
                  <a:pt x="15025" y="30330"/>
                  <a:pt x="17282" y="29958"/>
                  <a:pt x="19778" y="29225"/>
                </a:cubicBezTo>
                <a:cubicBezTo>
                  <a:pt x="26123" y="27360"/>
                  <a:pt x="30656" y="26268"/>
                  <a:pt x="34763" y="20412"/>
                </a:cubicBezTo>
                <a:cubicBezTo>
                  <a:pt x="38869" y="14558"/>
                  <a:pt x="35544" y="6859"/>
                  <a:pt x="30907" y="2368"/>
                </a:cubicBezTo>
                <a:cubicBezTo>
                  <a:pt x="30907" y="2368"/>
                  <a:pt x="28215" y="1"/>
                  <a:pt x="24297" y="1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1" name="Google Shape;3511;p118"/>
          <p:cNvSpPr/>
          <p:nvPr/>
        </p:nvSpPr>
        <p:spPr>
          <a:xfrm flipH="1" rot="531647">
            <a:off x="-1621232" y="4095570"/>
            <a:ext cx="2581069" cy="2087046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2" name="Google Shape;3512;p118"/>
          <p:cNvSpPr/>
          <p:nvPr/>
        </p:nvSpPr>
        <p:spPr>
          <a:xfrm flipH="1" rot="460658">
            <a:off x="7344116" y="-1448948"/>
            <a:ext cx="3053845" cy="2469331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513" name="Google Shape;3513;p118"/>
          <p:cNvGrpSpPr/>
          <p:nvPr/>
        </p:nvGrpSpPr>
        <p:grpSpPr>
          <a:xfrm>
            <a:off x="7931872" y="177093"/>
            <a:ext cx="997823" cy="737095"/>
            <a:chOff x="7931872" y="177093"/>
            <a:chExt cx="997823" cy="737095"/>
          </a:xfrm>
        </p:grpSpPr>
        <p:grpSp>
          <p:nvGrpSpPr>
            <p:cNvPr id="3514" name="Google Shape;3514;p118"/>
            <p:cNvGrpSpPr/>
            <p:nvPr/>
          </p:nvGrpSpPr>
          <p:grpSpPr>
            <a:xfrm>
              <a:off x="7931872" y="177093"/>
              <a:ext cx="919725" cy="318025"/>
              <a:chOff x="7230903" y="4635722"/>
              <a:chExt cx="652843" cy="225742"/>
            </a:xfrm>
          </p:grpSpPr>
          <p:sp>
            <p:nvSpPr>
              <p:cNvPr id="3515" name="Google Shape;3515;p118"/>
              <p:cNvSpPr/>
              <p:nvPr/>
            </p:nvSpPr>
            <p:spPr>
              <a:xfrm>
                <a:off x="7230903" y="4635722"/>
                <a:ext cx="652843" cy="225742"/>
              </a:xfrm>
              <a:custGeom>
                <a:rect b="b" l="l" r="r" t="t"/>
                <a:pathLst>
                  <a:path extrusionOk="0" h="225742" w="652843">
                    <a:moveTo>
                      <a:pt x="619030" y="0"/>
                    </a:moveTo>
                    <a:cubicBezTo>
                      <a:pt x="637705" y="0"/>
                      <a:pt x="652844" y="15139"/>
                      <a:pt x="652844" y="33814"/>
                    </a:cubicBezTo>
                    <a:lnTo>
                      <a:pt x="652844" y="191929"/>
                    </a:lnTo>
                    <a:cubicBezTo>
                      <a:pt x="652844" y="210603"/>
                      <a:pt x="637704" y="225742"/>
                      <a:pt x="619030" y="225742"/>
                    </a:cubicBezTo>
                    <a:lnTo>
                      <a:pt x="33814" y="225742"/>
                    </a:lnTo>
                    <a:cubicBezTo>
                      <a:pt x="15139" y="225742"/>
                      <a:pt x="0" y="210603"/>
                      <a:pt x="0" y="191929"/>
                    </a:cubicBezTo>
                    <a:lnTo>
                      <a:pt x="0" y="33814"/>
                    </a:lnTo>
                    <a:cubicBezTo>
                      <a:pt x="0" y="15139"/>
                      <a:pt x="15139" y="0"/>
                      <a:pt x="33814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16" name="Google Shape;3516;p118"/>
              <p:cNvSpPr/>
              <p:nvPr/>
            </p:nvSpPr>
            <p:spPr>
              <a:xfrm>
                <a:off x="7287577" y="4672107"/>
                <a:ext cx="151161" cy="151161"/>
              </a:xfrm>
              <a:custGeom>
                <a:rect b="b" l="l" r="r" t="t"/>
                <a:pathLst>
                  <a:path extrusionOk="0" h="151161" w="151161">
                    <a:moveTo>
                      <a:pt x="0" y="0"/>
                    </a:moveTo>
                    <a:lnTo>
                      <a:pt x="151161" y="0"/>
                    </a:lnTo>
                    <a:lnTo>
                      <a:pt x="151161" y="151162"/>
                    </a:lnTo>
                    <a:lnTo>
                      <a:pt x="0" y="151162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3517" name="Google Shape;3517;p118"/>
              <p:cNvGrpSpPr/>
              <p:nvPr/>
            </p:nvGrpSpPr>
            <p:grpSpPr>
              <a:xfrm>
                <a:off x="7487126" y="4676394"/>
                <a:ext cx="332041" cy="142684"/>
                <a:chOff x="7487126" y="4676394"/>
                <a:chExt cx="332041" cy="142684"/>
              </a:xfrm>
            </p:grpSpPr>
            <p:sp>
              <p:nvSpPr>
                <p:cNvPr id="3518" name="Google Shape;3518;p118"/>
                <p:cNvSpPr/>
                <p:nvPr/>
              </p:nvSpPr>
              <p:spPr>
                <a:xfrm>
                  <a:off x="7487126" y="4676394"/>
                  <a:ext cx="332041" cy="20383"/>
                </a:xfrm>
                <a:custGeom>
                  <a:rect b="b" l="l" r="r" t="t"/>
                  <a:pathLst>
                    <a:path extrusionOk="0" h="20383" w="332041">
                      <a:moveTo>
                        <a:pt x="0" y="0"/>
                      </a:moveTo>
                      <a:lnTo>
                        <a:pt x="332041" y="0"/>
                      </a:lnTo>
                      <a:lnTo>
                        <a:pt x="332041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519" name="Google Shape;3519;p118"/>
                <p:cNvSpPr/>
                <p:nvPr/>
              </p:nvSpPr>
              <p:spPr>
                <a:xfrm>
                  <a:off x="7487126" y="4717161"/>
                  <a:ext cx="290322" cy="20383"/>
                </a:xfrm>
                <a:custGeom>
                  <a:rect b="b" l="l" r="r" t="t"/>
                  <a:pathLst>
                    <a:path extrusionOk="0" h="20383" w="290322">
                      <a:moveTo>
                        <a:pt x="0" y="0"/>
                      </a:moveTo>
                      <a:lnTo>
                        <a:pt x="290322" y="0"/>
                      </a:lnTo>
                      <a:lnTo>
                        <a:pt x="290322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520" name="Google Shape;3520;p118"/>
                <p:cNvSpPr/>
                <p:nvPr/>
              </p:nvSpPr>
              <p:spPr>
                <a:xfrm>
                  <a:off x="7487126" y="4757928"/>
                  <a:ext cx="303942" cy="20383"/>
                </a:xfrm>
                <a:custGeom>
                  <a:rect b="b" l="l" r="r" t="t"/>
                  <a:pathLst>
                    <a:path extrusionOk="0" h="20383" w="303942">
                      <a:moveTo>
                        <a:pt x="0" y="0"/>
                      </a:moveTo>
                      <a:lnTo>
                        <a:pt x="303942" y="0"/>
                      </a:lnTo>
                      <a:lnTo>
                        <a:pt x="303942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521" name="Google Shape;3521;p118"/>
                <p:cNvSpPr/>
                <p:nvPr/>
              </p:nvSpPr>
              <p:spPr>
                <a:xfrm>
                  <a:off x="7487126" y="4798695"/>
                  <a:ext cx="171545" cy="20383"/>
                </a:xfrm>
                <a:custGeom>
                  <a:rect b="b" l="l" r="r" t="t"/>
                  <a:pathLst>
                    <a:path extrusionOk="0" h="20383" w="171545">
                      <a:moveTo>
                        <a:pt x="0" y="0"/>
                      </a:moveTo>
                      <a:lnTo>
                        <a:pt x="171545" y="0"/>
                      </a:lnTo>
                      <a:lnTo>
                        <a:pt x="171545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3522" name="Google Shape;3522;p118"/>
            <p:cNvGrpSpPr/>
            <p:nvPr/>
          </p:nvGrpSpPr>
          <p:grpSpPr>
            <a:xfrm>
              <a:off x="7931872" y="596163"/>
              <a:ext cx="919725" cy="318025"/>
              <a:chOff x="7230903" y="4933188"/>
              <a:chExt cx="652843" cy="225742"/>
            </a:xfrm>
          </p:grpSpPr>
          <p:grpSp>
            <p:nvGrpSpPr>
              <p:cNvPr id="3523" name="Google Shape;3523;p118"/>
              <p:cNvGrpSpPr/>
              <p:nvPr/>
            </p:nvGrpSpPr>
            <p:grpSpPr>
              <a:xfrm>
                <a:off x="7230903" y="4933188"/>
                <a:ext cx="652843" cy="225742"/>
                <a:chOff x="7230903" y="4933188"/>
                <a:chExt cx="652843" cy="225742"/>
              </a:xfrm>
            </p:grpSpPr>
            <p:sp>
              <p:nvSpPr>
                <p:cNvPr id="3524" name="Google Shape;3524;p118"/>
                <p:cNvSpPr/>
                <p:nvPr/>
              </p:nvSpPr>
              <p:spPr>
                <a:xfrm>
                  <a:off x="7230903" y="4933188"/>
                  <a:ext cx="652843" cy="225742"/>
                </a:xfrm>
                <a:custGeom>
                  <a:rect b="b" l="l" r="r" t="t"/>
                  <a:pathLst>
                    <a:path extrusionOk="0" h="225742" w="652843">
                      <a:moveTo>
                        <a:pt x="619030" y="0"/>
                      </a:moveTo>
                      <a:cubicBezTo>
                        <a:pt x="637705" y="0"/>
                        <a:pt x="652844" y="15139"/>
                        <a:pt x="652844" y="33814"/>
                      </a:cubicBezTo>
                      <a:lnTo>
                        <a:pt x="652844" y="191929"/>
                      </a:lnTo>
                      <a:cubicBezTo>
                        <a:pt x="652844" y="210604"/>
                        <a:pt x="637704" y="225742"/>
                        <a:pt x="619030" y="225742"/>
                      </a:cubicBezTo>
                      <a:lnTo>
                        <a:pt x="33814" y="225742"/>
                      </a:lnTo>
                      <a:cubicBezTo>
                        <a:pt x="15139" y="225742"/>
                        <a:pt x="0" y="210604"/>
                        <a:pt x="0" y="191929"/>
                      </a:cubicBezTo>
                      <a:lnTo>
                        <a:pt x="0" y="33814"/>
                      </a:lnTo>
                      <a:cubicBezTo>
                        <a:pt x="0" y="15139"/>
                        <a:pt x="15139" y="0"/>
                        <a:pt x="33814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525" name="Google Shape;3525;p118"/>
                <p:cNvSpPr/>
                <p:nvPr/>
              </p:nvSpPr>
              <p:spPr>
                <a:xfrm>
                  <a:off x="7287577" y="4969668"/>
                  <a:ext cx="151161" cy="151161"/>
                </a:xfrm>
                <a:custGeom>
                  <a:rect b="b" l="l" r="r" t="t"/>
                  <a:pathLst>
                    <a:path extrusionOk="0" h="151161" w="151161">
                      <a:moveTo>
                        <a:pt x="75534" y="151162"/>
                      </a:moveTo>
                      <a:lnTo>
                        <a:pt x="75534" y="151162"/>
                      </a:lnTo>
                      <a:cubicBezTo>
                        <a:pt x="33814" y="151162"/>
                        <a:pt x="0" y="117348"/>
                        <a:pt x="0" y="75629"/>
                      </a:cubicBezTo>
                      <a:lnTo>
                        <a:pt x="0" y="75629"/>
                      </a:lnTo>
                      <a:cubicBezTo>
                        <a:pt x="0" y="33909"/>
                        <a:pt x="33814" y="0"/>
                        <a:pt x="75534" y="0"/>
                      </a:cubicBezTo>
                      <a:lnTo>
                        <a:pt x="75534" y="0"/>
                      </a:lnTo>
                      <a:cubicBezTo>
                        <a:pt x="117253" y="0"/>
                        <a:pt x="151162" y="33814"/>
                        <a:pt x="151162" y="75533"/>
                      </a:cubicBezTo>
                      <a:lnTo>
                        <a:pt x="151162" y="75533"/>
                      </a:lnTo>
                      <a:cubicBezTo>
                        <a:pt x="151162" y="117253"/>
                        <a:pt x="117348" y="151162"/>
                        <a:pt x="75534" y="151162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3526" name="Google Shape;3526;p118"/>
                <p:cNvGrpSpPr/>
                <p:nvPr/>
              </p:nvGrpSpPr>
              <p:grpSpPr>
                <a:xfrm>
                  <a:off x="7487126" y="4973859"/>
                  <a:ext cx="332041" cy="142684"/>
                  <a:chOff x="7487126" y="4973859"/>
                  <a:chExt cx="332041" cy="142684"/>
                </a:xfrm>
              </p:grpSpPr>
              <p:sp>
                <p:nvSpPr>
                  <p:cNvPr id="3527" name="Google Shape;3527;p118"/>
                  <p:cNvSpPr/>
                  <p:nvPr/>
                </p:nvSpPr>
                <p:spPr>
                  <a:xfrm>
                    <a:off x="7506747" y="4973859"/>
                    <a:ext cx="280034" cy="20383"/>
                  </a:xfrm>
                  <a:custGeom>
                    <a:rect b="b" l="l" r="r" t="t"/>
                    <a:pathLst>
                      <a:path extrusionOk="0" h="20383" w="280034">
                        <a:moveTo>
                          <a:pt x="0" y="0"/>
                        </a:moveTo>
                        <a:lnTo>
                          <a:pt x="280035" y="0"/>
                        </a:lnTo>
                        <a:lnTo>
                          <a:pt x="280035" y="20384"/>
                        </a:lnTo>
                        <a:lnTo>
                          <a:pt x="0" y="2038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528" name="Google Shape;3528;p118"/>
                  <p:cNvSpPr/>
                  <p:nvPr/>
                </p:nvSpPr>
                <p:spPr>
                  <a:xfrm>
                    <a:off x="7487126" y="5014626"/>
                    <a:ext cx="205073" cy="20383"/>
                  </a:xfrm>
                  <a:custGeom>
                    <a:rect b="b" l="l" r="r" t="t"/>
                    <a:pathLst>
                      <a:path extrusionOk="0" h="20383" w="205073">
                        <a:moveTo>
                          <a:pt x="0" y="0"/>
                        </a:moveTo>
                        <a:lnTo>
                          <a:pt x="205073" y="0"/>
                        </a:lnTo>
                        <a:lnTo>
                          <a:pt x="205073" y="20384"/>
                        </a:lnTo>
                        <a:lnTo>
                          <a:pt x="0" y="2038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529" name="Google Shape;3529;p118"/>
                  <p:cNvSpPr/>
                  <p:nvPr/>
                </p:nvSpPr>
                <p:spPr>
                  <a:xfrm>
                    <a:off x="7487126" y="5055393"/>
                    <a:ext cx="332041" cy="20383"/>
                  </a:xfrm>
                  <a:custGeom>
                    <a:rect b="b" l="l" r="r" t="t"/>
                    <a:pathLst>
                      <a:path extrusionOk="0" h="20383" w="332041">
                        <a:moveTo>
                          <a:pt x="0" y="0"/>
                        </a:moveTo>
                        <a:lnTo>
                          <a:pt x="332041" y="0"/>
                        </a:lnTo>
                        <a:lnTo>
                          <a:pt x="332041" y="20384"/>
                        </a:lnTo>
                        <a:lnTo>
                          <a:pt x="0" y="2038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530" name="Google Shape;3530;p118"/>
                  <p:cNvSpPr/>
                  <p:nvPr/>
                </p:nvSpPr>
                <p:spPr>
                  <a:xfrm>
                    <a:off x="7487126" y="5096160"/>
                    <a:ext cx="171545" cy="20383"/>
                  </a:xfrm>
                  <a:custGeom>
                    <a:rect b="b" l="l" r="r" t="t"/>
                    <a:pathLst>
                      <a:path extrusionOk="0" h="20383" w="171545">
                        <a:moveTo>
                          <a:pt x="0" y="0"/>
                        </a:moveTo>
                        <a:lnTo>
                          <a:pt x="171545" y="0"/>
                        </a:lnTo>
                        <a:lnTo>
                          <a:pt x="171545" y="20384"/>
                        </a:lnTo>
                        <a:lnTo>
                          <a:pt x="0" y="2038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3531" name="Google Shape;3531;p118"/>
              <p:cNvSpPr/>
              <p:nvPr/>
            </p:nvSpPr>
            <p:spPr>
              <a:xfrm>
                <a:off x="7338250" y="5011639"/>
                <a:ext cx="50734" cy="60632"/>
              </a:xfrm>
              <a:custGeom>
                <a:rect b="b" l="l" r="r" t="t"/>
                <a:pathLst>
                  <a:path extrusionOk="0" h="60632" w="50734">
                    <a:moveTo>
                      <a:pt x="0" y="4892"/>
                    </a:moveTo>
                    <a:lnTo>
                      <a:pt x="0" y="55851"/>
                    </a:lnTo>
                    <a:cubicBezTo>
                      <a:pt x="0" y="59566"/>
                      <a:pt x="4001" y="61851"/>
                      <a:pt x="7239" y="59947"/>
                    </a:cubicBezTo>
                    <a:lnTo>
                      <a:pt x="48387" y="35563"/>
                    </a:lnTo>
                    <a:cubicBezTo>
                      <a:pt x="51435" y="33753"/>
                      <a:pt x="51531" y="29371"/>
                      <a:pt x="48578" y="27371"/>
                    </a:cubicBezTo>
                    <a:lnTo>
                      <a:pt x="7430" y="796"/>
                    </a:lnTo>
                    <a:cubicBezTo>
                      <a:pt x="4191" y="-1299"/>
                      <a:pt x="0" y="987"/>
                      <a:pt x="0" y="4797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532" name="Google Shape;3532;p118"/>
            <p:cNvGrpSpPr/>
            <p:nvPr/>
          </p:nvGrpSpPr>
          <p:grpSpPr>
            <a:xfrm>
              <a:off x="8756326" y="539537"/>
              <a:ext cx="173370" cy="112691"/>
              <a:chOff x="7816120" y="4892994"/>
              <a:chExt cx="123062" cy="79991"/>
            </a:xfrm>
          </p:grpSpPr>
          <p:grpSp>
            <p:nvGrpSpPr>
              <p:cNvPr id="3533" name="Google Shape;3533;p118"/>
              <p:cNvGrpSpPr/>
              <p:nvPr/>
            </p:nvGrpSpPr>
            <p:grpSpPr>
              <a:xfrm>
                <a:off x="7816120" y="4902803"/>
                <a:ext cx="123062" cy="63817"/>
                <a:chOff x="7816120" y="4902803"/>
                <a:chExt cx="123062" cy="63817"/>
              </a:xfrm>
            </p:grpSpPr>
            <p:sp>
              <p:nvSpPr>
                <p:cNvPr id="3534" name="Google Shape;3534;p118"/>
                <p:cNvSpPr/>
                <p:nvPr/>
              </p:nvSpPr>
              <p:spPr>
                <a:xfrm>
                  <a:off x="7816120" y="4902803"/>
                  <a:ext cx="123062" cy="63817"/>
                </a:xfrm>
                <a:custGeom>
                  <a:rect b="b" l="l" r="r" t="t"/>
                  <a:pathLst>
                    <a:path extrusionOk="0" h="63817" w="123062">
                      <a:moveTo>
                        <a:pt x="61531" y="63817"/>
                      </a:moveTo>
                      <a:cubicBezTo>
                        <a:pt x="86963" y="63817"/>
                        <a:pt x="109442" y="51244"/>
                        <a:pt x="123063" y="31909"/>
                      </a:cubicBezTo>
                      <a:cubicBezTo>
                        <a:pt x="109442" y="12573"/>
                        <a:pt x="86963" y="0"/>
                        <a:pt x="61531" y="0"/>
                      </a:cubicBezTo>
                      <a:cubicBezTo>
                        <a:pt x="36100" y="0"/>
                        <a:pt x="13621" y="12573"/>
                        <a:pt x="0" y="31909"/>
                      </a:cubicBezTo>
                      <a:cubicBezTo>
                        <a:pt x="13621" y="51244"/>
                        <a:pt x="36100" y="63817"/>
                        <a:pt x="61531" y="63817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535" name="Google Shape;3535;p118"/>
                <p:cNvSpPr/>
                <p:nvPr/>
              </p:nvSpPr>
              <p:spPr>
                <a:xfrm>
                  <a:off x="7858029" y="4915090"/>
                  <a:ext cx="39242" cy="39243"/>
                </a:xfrm>
                <a:custGeom>
                  <a:rect b="b" l="l" r="r" t="t"/>
                  <a:pathLst>
                    <a:path extrusionOk="0" h="39243" w="39242">
                      <a:moveTo>
                        <a:pt x="39243" y="19621"/>
                      </a:moveTo>
                      <a:cubicBezTo>
                        <a:pt x="39243" y="30458"/>
                        <a:pt x="30458" y="39243"/>
                        <a:pt x="19621" y="39243"/>
                      </a:cubicBezTo>
                      <a:cubicBezTo>
                        <a:pt x="8785" y="39243"/>
                        <a:pt x="0" y="30458"/>
                        <a:pt x="0" y="19621"/>
                      </a:cubicBezTo>
                      <a:cubicBezTo>
                        <a:pt x="0" y="8785"/>
                        <a:pt x="8785" y="0"/>
                        <a:pt x="19621" y="0"/>
                      </a:cubicBezTo>
                      <a:cubicBezTo>
                        <a:pt x="30458" y="0"/>
                        <a:pt x="39243" y="8785"/>
                        <a:pt x="39243" y="1962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3536" name="Google Shape;3536;p118"/>
              <p:cNvSpPr/>
              <p:nvPr/>
            </p:nvSpPr>
            <p:spPr>
              <a:xfrm rot="-2700000">
                <a:off x="7825456" y="4928129"/>
                <a:ext cx="103403" cy="9720"/>
              </a:xfrm>
              <a:custGeom>
                <a:rect b="b" l="l" r="r" t="t"/>
                <a:pathLst>
                  <a:path extrusionOk="0" h="9715" w="103346">
                    <a:moveTo>
                      <a:pt x="0" y="0"/>
                    </a:moveTo>
                    <a:lnTo>
                      <a:pt x="103346" y="0"/>
                    </a:lnTo>
                    <a:lnTo>
                      <a:pt x="103346" y="9716"/>
                    </a:lnTo>
                    <a:lnTo>
                      <a:pt x="0" y="9716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CUSTOM_8">
    <p:spTree>
      <p:nvGrpSpPr>
        <p:cNvPr id="3537" name="Shape 3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8" name="Google Shape;3538;p119"/>
          <p:cNvSpPr txBox="1"/>
          <p:nvPr>
            <p:ph hasCustomPrompt="1" type="title"/>
          </p:nvPr>
        </p:nvSpPr>
        <p:spPr>
          <a:xfrm>
            <a:off x="798388" y="2997571"/>
            <a:ext cx="3492600" cy="7689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0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539" name="Google Shape;3539;p119"/>
          <p:cNvSpPr txBox="1"/>
          <p:nvPr>
            <p:ph idx="1" type="subTitle"/>
          </p:nvPr>
        </p:nvSpPr>
        <p:spPr>
          <a:xfrm>
            <a:off x="798388" y="3772215"/>
            <a:ext cx="3492600" cy="59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3540" name="Google Shape;3540;p119"/>
          <p:cNvSpPr txBox="1"/>
          <p:nvPr>
            <p:ph hasCustomPrompt="1" idx="2" type="title"/>
          </p:nvPr>
        </p:nvSpPr>
        <p:spPr>
          <a:xfrm>
            <a:off x="2825700" y="1029535"/>
            <a:ext cx="3492600" cy="7689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0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541" name="Google Shape;3541;p119"/>
          <p:cNvSpPr txBox="1"/>
          <p:nvPr>
            <p:ph idx="3" type="subTitle"/>
          </p:nvPr>
        </p:nvSpPr>
        <p:spPr>
          <a:xfrm>
            <a:off x="2825700" y="1804473"/>
            <a:ext cx="3492600" cy="59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3542" name="Google Shape;3542;p119"/>
          <p:cNvSpPr txBox="1"/>
          <p:nvPr>
            <p:ph hasCustomPrompt="1" idx="4" type="title"/>
          </p:nvPr>
        </p:nvSpPr>
        <p:spPr>
          <a:xfrm>
            <a:off x="4853013" y="2997571"/>
            <a:ext cx="3492600" cy="7689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0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543" name="Google Shape;3543;p119"/>
          <p:cNvSpPr txBox="1"/>
          <p:nvPr>
            <p:ph idx="5" type="subTitle"/>
          </p:nvPr>
        </p:nvSpPr>
        <p:spPr>
          <a:xfrm>
            <a:off x="4853013" y="3772215"/>
            <a:ext cx="3492600" cy="59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3544" name="Google Shape;3544;p119"/>
          <p:cNvSpPr/>
          <p:nvPr/>
        </p:nvSpPr>
        <p:spPr>
          <a:xfrm rot="-5710536">
            <a:off x="-1869285" y="3438573"/>
            <a:ext cx="3168438" cy="2307909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5" name="Google Shape;3545;p119"/>
          <p:cNvSpPr/>
          <p:nvPr/>
        </p:nvSpPr>
        <p:spPr>
          <a:xfrm rot="-294905">
            <a:off x="7350387" y="3903245"/>
            <a:ext cx="3168449" cy="2561999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TITLE_ONLY_1">
    <p:spTree>
      <p:nvGrpSpPr>
        <p:cNvPr id="3546" name="Shape 3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7" name="Google Shape;3547;p120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548" name="Google Shape;3548;p120"/>
          <p:cNvSpPr/>
          <p:nvPr/>
        </p:nvSpPr>
        <p:spPr>
          <a:xfrm flipH="1" rot="337739">
            <a:off x="8212271" y="3187242"/>
            <a:ext cx="3158465" cy="3518480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549" name="Google Shape;3549;p120"/>
          <p:cNvGrpSpPr/>
          <p:nvPr/>
        </p:nvGrpSpPr>
        <p:grpSpPr>
          <a:xfrm>
            <a:off x="90200" y="4214393"/>
            <a:ext cx="516117" cy="779220"/>
            <a:chOff x="10572463" y="3528536"/>
            <a:chExt cx="580168" cy="875823"/>
          </a:xfrm>
        </p:grpSpPr>
        <p:grpSp>
          <p:nvGrpSpPr>
            <p:cNvPr id="3550" name="Google Shape;3550;p120"/>
            <p:cNvGrpSpPr/>
            <p:nvPr/>
          </p:nvGrpSpPr>
          <p:grpSpPr>
            <a:xfrm>
              <a:off x="10713815" y="3528536"/>
              <a:ext cx="438816" cy="746664"/>
              <a:chOff x="10713815" y="3528536"/>
              <a:chExt cx="438816" cy="746664"/>
            </a:xfrm>
          </p:grpSpPr>
          <p:sp>
            <p:nvSpPr>
              <p:cNvPr id="3551" name="Google Shape;3551;p120"/>
              <p:cNvSpPr/>
              <p:nvPr/>
            </p:nvSpPr>
            <p:spPr>
              <a:xfrm>
                <a:off x="10713815" y="3528536"/>
                <a:ext cx="438816" cy="746664"/>
              </a:xfrm>
              <a:custGeom>
                <a:rect b="b" l="l" r="r" t="t"/>
                <a:pathLst>
                  <a:path extrusionOk="0" h="746664" w="438816">
                    <a:moveTo>
                      <a:pt x="438721" y="746569"/>
                    </a:moveTo>
                    <a:lnTo>
                      <a:pt x="0" y="746569"/>
                    </a:lnTo>
                    <a:lnTo>
                      <a:pt x="0" y="0"/>
                    </a:lnTo>
                    <a:lnTo>
                      <a:pt x="326231" y="0"/>
                    </a:lnTo>
                    <a:cubicBezTo>
                      <a:pt x="370141" y="43910"/>
                      <a:pt x="394811" y="68580"/>
                      <a:pt x="438816" y="112585"/>
                    </a:cubicBezTo>
                    <a:lnTo>
                      <a:pt x="438816" y="746665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3552" name="Google Shape;3552;p120"/>
              <p:cNvGrpSpPr/>
              <p:nvPr/>
            </p:nvGrpSpPr>
            <p:grpSpPr>
              <a:xfrm>
                <a:off x="10776489" y="3625310"/>
                <a:ext cx="313848" cy="288226"/>
                <a:chOff x="10776489" y="3625310"/>
                <a:chExt cx="313848" cy="288226"/>
              </a:xfrm>
            </p:grpSpPr>
            <p:sp>
              <p:nvSpPr>
                <p:cNvPr id="3553" name="Google Shape;3553;p120"/>
                <p:cNvSpPr/>
                <p:nvPr/>
              </p:nvSpPr>
              <p:spPr>
                <a:xfrm>
                  <a:off x="10776489" y="3625310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554" name="Google Shape;3554;p120"/>
                <p:cNvSpPr/>
                <p:nvPr/>
              </p:nvSpPr>
              <p:spPr>
                <a:xfrm>
                  <a:off x="10776489" y="3678650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555" name="Google Shape;3555;p120"/>
                <p:cNvSpPr/>
                <p:nvPr/>
              </p:nvSpPr>
              <p:spPr>
                <a:xfrm>
                  <a:off x="10776489" y="3731990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556" name="Google Shape;3556;p120"/>
                <p:cNvSpPr/>
                <p:nvPr/>
              </p:nvSpPr>
              <p:spPr>
                <a:xfrm>
                  <a:off x="10776489" y="3785425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557" name="Google Shape;3557;p120"/>
                <p:cNvSpPr/>
                <p:nvPr/>
              </p:nvSpPr>
              <p:spPr>
                <a:xfrm>
                  <a:off x="10776489" y="3838765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558" name="Google Shape;3558;p120"/>
                <p:cNvSpPr/>
                <p:nvPr/>
              </p:nvSpPr>
              <p:spPr>
                <a:xfrm>
                  <a:off x="10776489" y="3892105"/>
                  <a:ext cx="184689" cy="21431"/>
                </a:xfrm>
                <a:custGeom>
                  <a:rect b="b" l="l" r="r" t="t"/>
                  <a:pathLst>
                    <a:path extrusionOk="0" h="21431" w="184689">
                      <a:moveTo>
                        <a:pt x="0" y="0"/>
                      </a:moveTo>
                      <a:lnTo>
                        <a:pt x="184690" y="0"/>
                      </a:lnTo>
                      <a:lnTo>
                        <a:pt x="184690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rgbClr val="42444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3559" name="Google Shape;3559;p120"/>
              <p:cNvGrpSpPr/>
              <p:nvPr/>
            </p:nvGrpSpPr>
            <p:grpSpPr>
              <a:xfrm>
                <a:off x="10776489" y="3999547"/>
                <a:ext cx="313848" cy="181546"/>
                <a:chOff x="10776489" y="3999547"/>
                <a:chExt cx="313848" cy="181546"/>
              </a:xfrm>
            </p:grpSpPr>
            <p:sp>
              <p:nvSpPr>
                <p:cNvPr id="3560" name="Google Shape;3560;p120"/>
                <p:cNvSpPr/>
                <p:nvPr/>
              </p:nvSpPr>
              <p:spPr>
                <a:xfrm>
                  <a:off x="10776489" y="3999547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561" name="Google Shape;3561;p120"/>
                <p:cNvSpPr/>
                <p:nvPr/>
              </p:nvSpPr>
              <p:spPr>
                <a:xfrm>
                  <a:off x="10776489" y="4052887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562" name="Google Shape;3562;p120"/>
                <p:cNvSpPr/>
                <p:nvPr/>
              </p:nvSpPr>
              <p:spPr>
                <a:xfrm>
                  <a:off x="10776489" y="4106322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563" name="Google Shape;3563;p120"/>
                <p:cNvSpPr/>
                <p:nvPr/>
              </p:nvSpPr>
              <p:spPr>
                <a:xfrm>
                  <a:off x="10776489" y="4159662"/>
                  <a:ext cx="184689" cy="21431"/>
                </a:xfrm>
                <a:custGeom>
                  <a:rect b="b" l="l" r="r" t="t"/>
                  <a:pathLst>
                    <a:path extrusionOk="0" h="21431" w="184689">
                      <a:moveTo>
                        <a:pt x="0" y="0"/>
                      </a:moveTo>
                      <a:lnTo>
                        <a:pt x="184690" y="0"/>
                      </a:lnTo>
                      <a:lnTo>
                        <a:pt x="184690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rgbClr val="42444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3564" name="Google Shape;3564;p120"/>
              <p:cNvSpPr/>
              <p:nvPr/>
            </p:nvSpPr>
            <p:spPr>
              <a:xfrm>
                <a:off x="11039951" y="3528536"/>
                <a:ext cx="112584" cy="112585"/>
              </a:xfrm>
              <a:custGeom>
                <a:rect b="b" l="l" r="r" t="t"/>
                <a:pathLst>
                  <a:path extrusionOk="0" h="112585" w="112584">
                    <a:moveTo>
                      <a:pt x="112585" y="112585"/>
                    </a:moveTo>
                    <a:lnTo>
                      <a:pt x="0" y="112585"/>
                    </a:lnTo>
                    <a:lnTo>
                      <a:pt x="0" y="0"/>
                    </a:lnTo>
                    <a:lnTo>
                      <a:pt x="0" y="0"/>
                    </a:lnTo>
                    <a:cubicBezTo>
                      <a:pt x="43910" y="43910"/>
                      <a:pt x="68580" y="68580"/>
                      <a:pt x="112585" y="112585"/>
                    </a:cubicBezTo>
                    <a:lnTo>
                      <a:pt x="112585" y="112585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565" name="Google Shape;3565;p120"/>
            <p:cNvGrpSpPr/>
            <p:nvPr/>
          </p:nvGrpSpPr>
          <p:grpSpPr>
            <a:xfrm>
              <a:off x="10572463" y="3657790"/>
              <a:ext cx="438817" cy="746569"/>
              <a:chOff x="10572463" y="3657790"/>
              <a:chExt cx="438817" cy="746569"/>
            </a:xfrm>
          </p:grpSpPr>
          <p:sp>
            <p:nvSpPr>
              <p:cNvPr id="3566" name="Google Shape;3566;p120"/>
              <p:cNvSpPr/>
              <p:nvPr/>
            </p:nvSpPr>
            <p:spPr>
              <a:xfrm>
                <a:off x="10572463" y="3657790"/>
                <a:ext cx="438817" cy="746569"/>
              </a:xfrm>
              <a:custGeom>
                <a:rect b="b" l="l" r="r" t="t"/>
                <a:pathLst>
                  <a:path extrusionOk="0" h="746569" w="438817">
                    <a:moveTo>
                      <a:pt x="438722" y="746570"/>
                    </a:moveTo>
                    <a:lnTo>
                      <a:pt x="0" y="746570"/>
                    </a:lnTo>
                    <a:lnTo>
                      <a:pt x="0" y="0"/>
                    </a:lnTo>
                    <a:lnTo>
                      <a:pt x="326231" y="0"/>
                    </a:lnTo>
                    <a:cubicBezTo>
                      <a:pt x="370141" y="43910"/>
                      <a:pt x="394812" y="68580"/>
                      <a:pt x="438817" y="112586"/>
                    </a:cubicBezTo>
                    <a:lnTo>
                      <a:pt x="438817" y="74657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3567" name="Google Shape;3567;p120"/>
              <p:cNvGrpSpPr/>
              <p:nvPr/>
            </p:nvGrpSpPr>
            <p:grpSpPr>
              <a:xfrm>
                <a:off x="10635138" y="3754469"/>
                <a:ext cx="313848" cy="288321"/>
                <a:chOff x="10635138" y="3754469"/>
                <a:chExt cx="313848" cy="288321"/>
              </a:xfrm>
            </p:grpSpPr>
            <p:sp>
              <p:nvSpPr>
                <p:cNvPr id="3568" name="Google Shape;3568;p120"/>
                <p:cNvSpPr/>
                <p:nvPr/>
              </p:nvSpPr>
              <p:spPr>
                <a:xfrm>
                  <a:off x="10635138" y="3754469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569" name="Google Shape;3569;p120"/>
                <p:cNvSpPr/>
                <p:nvPr/>
              </p:nvSpPr>
              <p:spPr>
                <a:xfrm>
                  <a:off x="10635138" y="3807904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570" name="Google Shape;3570;p120"/>
                <p:cNvSpPr/>
                <p:nvPr/>
              </p:nvSpPr>
              <p:spPr>
                <a:xfrm>
                  <a:off x="10635138" y="3861244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571" name="Google Shape;3571;p120"/>
                <p:cNvSpPr/>
                <p:nvPr/>
              </p:nvSpPr>
              <p:spPr>
                <a:xfrm>
                  <a:off x="10635138" y="3914584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572" name="Google Shape;3572;p120"/>
                <p:cNvSpPr/>
                <p:nvPr/>
              </p:nvSpPr>
              <p:spPr>
                <a:xfrm>
                  <a:off x="10635138" y="3968019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573" name="Google Shape;3573;p120"/>
                <p:cNvSpPr/>
                <p:nvPr/>
              </p:nvSpPr>
              <p:spPr>
                <a:xfrm>
                  <a:off x="10635138" y="4021359"/>
                  <a:ext cx="184689" cy="21431"/>
                </a:xfrm>
                <a:custGeom>
                  <a:rect b="b" l="l" r="r" t="t"/>
                  <a:pathLst>
                    <a:path extrusionOk="0" h="21431" w="184689">
                      <a:moveTo>
                        <a:pt x="0" y="0"/>
                      </a:moveTo>
                      <a:lnTo>
                        <a:pt x="184689" y="0"/>
                      </a:lnTo>
                      <a:lnTo>
                        <a:pt x="184689" y="21431"/>
                      </a:lnTo>
                      <a:lnTo>
                        <a:pt x="-1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3574" name="Google Shape;3574;p120"/>
              <p:cNvGrpSpPr/>
              <p:nvPr/>
            </p:nvGrpSpPr>
            <p:grpSpPr>
              <a:xfrm>
                <a:off x="10635138" y="4128801"/>
                <a:ext cx="313848" cy="181547"/>
                <a:chOff x="10635138" y="4128801"/>
                <a:chExt cx="313848" cy="181547"/>
              </a:xfrm>
            </p:grpSpPr>
            <p:sp>
              <p:nvSpPr>
                <p:cNvPr id="3575" name="Google Shape;3575;p120"/>
                <p:cNvSpPr/>
                <p:nvPr/>
              </p:nvSpPr>
              <p:spPr>
                <a:xfrm>
                  <a:off x="10635138" y="4128801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576" name="Google Shape;3576;p120"/>
                <p:cNvSpPr/>
                <p:nvPr/>
              </p:nvSpPr>
              <p:spPr>
                <a:xfrm>
                  <a:off x="10635138" y="4182141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577" name="Google Shape;3577;p120"/>
                <p:cNvSpPr/>
                <p:nvPr/>
              </p:nvSpPr>
              <p:spPr>
                <a:xfrm>
                  <a:off x="10635138" y="4235481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578" name="Google Shape;3578;p120"/>
                <p:cNvSpPr/>
                <p:nvPr/>
              </p:nvSpPr>
              <p:spPr>
                <a:xfrm>
                  <a:off x="10635138" y="4288917"/>
                  <a:ext cx="184689" cy="21431"/>
                </a:xfrm>
                <a:custGeom>
                  <a:rect b="b" l="l" r="r" t="t"/>
                  <a:pathLst>
                    <a:path extrusionOk="0" h="21431" w="184689">
                      <a:moveTo>
                        <a:pt x="0" y="0"/>
                      </a:moveTo>
                      <a:lnTo>
                        <a:pt x="184689" y="0"/>
                      </a:lnTo>
                      <a:lnTo>
                        <a:pt x="184689" y="21431"/>
                      </a:lnTo>
                      <a:lnTo>
                        <a:pt x="-1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3579" name="Google Shape;3579;p120"/>
              <p:cNvSpPr/>
              <p:nvPr/>
            </p:nvSpPr>
            <p:spPr>
              <a:xfrm>
                <a:off x="10898599" y="3657790"/>
                <a:ext cx="112586" cy="112585"/>
              </a:xfrm>
              <a:custGeom>
                <a:rect b="b" l="l" r="r" t="t"/>
                <a:pathLst>
                  <a:path extrusionOk="0" h="112585" w="112586">
                    <a:moveTo>
                      <a:pt x="112586" y="112586"/>
                    </a:moveTo>
                    <a:lnTo>
                      <a:pt x="0" y="112586"/>
                    </a:lnTo>
                    <a:lnTo>
                      <a:pt x="0" y="0"/>
                    </a:lnTo>
                    <a:lnTo>
                      <a:pt x="0" y="0"/>
                    </a:lnTo>
                    <a:cubicBezTo>
                      <a:pt x="43910" y="43910"/>
                      <a:pt x="68581" y="68580"/>
                      <a:pt x="112586" y="112586"/>
                    </a:cubicBezTo>
                    <a:lnTo>
                      <a:pt x="112586" y="112586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3580" name="Google Shape;3580;p120"/>
          <p:cNvSpPr/>
          <p:nvPr/>
        </p:nvSpPr>
        <p:spPr>
          <a:xfrm flipH="1" rot="-3657034">
            <a:off x="-1404232" y="-737971"/>
            <a:ext cx="2746020" cy="1627876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581" name="Google Shape;3581;p120"/>
          <p:cNvGrpSpPr/>
          <p:nvPr/>
        </p:nvGrpSpPr>
        <p:grpSpPr>
          <a:xfrm>
            <a:off x="8114970" y="266839"/>
            <a:ext cx="829992" cy="750888"/>
            <a:chOff x="8114596" y="445039"/>
            <a:chExt cx="633002" cy="572716"/>
          </a:xfrm>
        </p:grpSpPr>
        <p:grpSp>
          <p:nvGrpSpPr>
            <p:cNvPr id="3582" name="Google Shape;3582;p120"/>
            <p:cNvGrpSpPr/>
            <p:nvPr/>
          </p:nvGrpSpPr>
          <p:grpSpPr>
            <a:xfrm>
              <a:off x="8114596" y="445039"/>
              <a:ext cx="633002" cy="572716"/>
              <a:chOff x="7189660" y="520827"/>
              <a:chExt cx="598074" cy="541115"/>
            </a:xfrm>
          </p:grpSpPr>
          <p:sp>
            <p:nvSpPr>
              <p:cNvPr id="3583" name="Google Shape;3583;p120"/>
              <p:cNvSpPr/>
              <p:nvPr/>
            </p:nvSpPr>
            <p:spPr>
              <a:xfrm>
                <a:off x="7189660" y="520827"/>
                <a:ext cx="598074" cy="541115"/>
              </a:xfrm>
              <a:custGeom>
                <a:rect b="b" l="l" r="r" t="t"/>
                <a:pathLst>
                  <a:path extrusionOk="0" h="541115" w="598074">
                    <a:moveTo>
                      <a:pt x="557022" y="0"/>
                    </a:moveTo>
                    <a:cubicBezTo>
                      <a:pt x="579695" y="0"/>
                      <a:pt x="598075" y="18380"/>
                      <a:pt x="598075" y="41053"/>
                    </a:cubicBezTo>
                    <a:lnTo>
                      <a:pt x="598075" y="500063"/>
                    </a:lnTo>
                    <a:cubicBezTo>
                      <a:pt x="598075" y="522735"/>
                      <a:pt x="579695" y="541115"/>
                      <a:pt x="557022" y="541115"/>
                    </a:cubicBezTo>
                    <a:lnTo>
                      <a:pt x="41053" y="541115"/>
                    </a:lnTo>
                    <a:cubicBezTo>
                      <a:pt x="18380" y="541115"/>
                      <a:pt x="0" y="522735"/>
                      <a:pt x="0" y="500063"/>
                    </a:cubicBezTo>
                    <a:lnTo>
                      <a:pt x="0" y="41053"/>
                    </a:lnTo>
                    <a:cubicBezTo>
                      <a:pt x="0" y="18380"/>
                      <a:pt x="18380" y="0"/>
                      <a:pt x="410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3584" name="Google Shape;3584;p120"/>
              <p:cNvGrpSpPr/>
              <p:nvPr/>
            </p:nvGrpSpPr>
            <p:grpSpPr>
              <a:xfrm>
                <a:off x="7579137" y="551973"/>
                <a:ext cx="164782" cy="41529"/>
                <a:chOff x="7579137" y="551973"/>
                <a:chExt cx="164782" cy="41529"/>
              </a:xfrm>
            </p:grpSpPr>
            <p:sp>
              <p:nvSpPr>
                <p:cNvPr id="3585" name="Google Shape;3585;p120"/>
                <p:cNvSpPr/>
                <p:nvPr/>
              </p:nvSpPr>
              <p:spPr>
                <a:xfrm>
                  <a:off x="7702391" y="551973"/>
                  <a:ext cx="41528" cy="41529"/>
                </a:xfrm>
                <a:custGeom>
                  <a:rect b="b" l="l" r="r" t="t"/>
                  <a:pathLst>
                    <a:path extrusionOk="0" h="41529" w="41528">
                      <a:moveTo>
                        <a:pt x="41529" y="20765"/>
                      </a:moveTo>
                      <a:cubicBezTo>
                        <a:pt x="41529" y="32290"/>
                        <a:pt x="32195" y="41529"/>
                        <a:pt x="20764" y="41529"/>
                      </a:cubicBezTo>
                      <a:cubicBezTo>
                        <a:pt x="9334" y="41529"/>
                        <a:pt x="0" y="32195"/>
                        <a:pt x="0" y="20765"/>
                      </a:cubicBezTo>
                      <a:cubicBezTo>
                        <a:pt x="0" y="9335"/>
                        <a:pt x="9334" y="0"/>
                        <a:pt x="20764" y="0"/>
                      </a:cubicBezTo>
                      <a:cubicBezTo>
                        <a:pt x="32195" y="0"/>
                        <a:pt x="41529" y="9335"/>
                        <a:pt x="41529" y="20765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586" name="Google Shape;3586;p120"/>
                <p:cNvSpPr/>
                <p:nvPr/>
              </p:nvSpPr>
              <p:spPr>
                <a:xfrm>
                  <a:off x="7640764" y="551973"/>
                  <a:ext cx="41528" cy="41529"/>
                </a:xfrm>
                <a:custGeom>
                  <a:rect b="b" l="l" r="r" t="t"/>
                  <a:pathLst>
                    <a:path extrusionOk="0" h="41529" w="41528">
                      <a:moveTo>
                        <a:pt x="41529" y="20765"/>
                      </a:moveTo>
                      <a:cubicBezTo>
                        <a:pt x="41529" y="32290"/>
                        <a:pt x="32195" y="41529"/>
                        <a:pt x="20764" y="41529"/>
                      </a:cubicBezTo>
                      <a:cubicBezTo>
                        <a:pt x="9334" y="41529"/>
                        <a:pt x="0" y="32195"/>
                        <a:pt x="0" y="20765"/>
                      </a:cubicBezTo>
                      <a:cubicBezTo>
                        <a:pt x="0" y="9335"/>
                        <a:pt x="9334" y="0"/>
                        <a:pt x="20764" y="0"/>
                      </a:cubicBezTo>
                      <a:cubicBezTo>
                        <a:pt x="32195" y="0"/>
                        <a:pt x="41529" y="9335"/>
                        <a:pt x="41529" y="20765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587" name="Google Shape;3587;p120"/>
                <p:cNvSpPr/>
                <p:nvPr/>
              </p:nvSpPr>
              <p:spPr>
                <a:xfrm>
                  <a:off x="7579137" y="551973"/>
                  <a:ext cx="41528" cy="41529"/>
                </a:xfrm>
                <a:custGeom>
                  <a:rect b="b" l="l" r="r" t="t"/>
                  <a:pathLst>
                    <a:path extrusionOk="0" h="41529" w="41528">
                      <a:moveTo>
                        <a:pt x="41529" y="20765"/>
                      </a:moveTo>
                      <a:cubicBezTo>
                        <a:pt x="41529" y="32290"/>
                        <a:pt x="32195" y="41529"/>
                        <a:pt x="20764" y="41529"/>
                      </a:cubicBezTo>
                      <a:cubicBezTo>
                        <a:pt x="9334" y="41529"/>
                        <a:pt x="0" y="32195"/>
                        <a:pt x="0" y="20765"/>
                      </a:cubicBezTo>
                      <a:cubicBezTo>
                        <a:pt x="0" y="9335"/>
                        <a:pt x="9334" y="0"/>
                        <a:pt x="20764" y="0"/>
                      </a:cubicBezTo>
                      <a:cubicBezTo>
                        <a:pt x="32195" y="0"/>
                        <a:pt x="41529" y="9335"/>
                        <a:pt x="41529" y="20765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3588" name="Google Shape;3588;p120"/>
            <p:cNvGrpSpPr/>
            <p:nvPr/>
          </p:nvGrpSpPr>
          <p:grpSpPr>
            <a:xfrm>
              <a:off x="8184962" y="619646"/>
              <a:ext cx="498115" cy="257273"/>
              <a:chOff x="7256144" y="685800"/>
              <a:chExt cx="470630" cy="243077"/>
            </a:xfrm>
          </p:grpSpPr>
          <p:sp>
            <p:nvSpPr>
              <p:cNvPr id="3589" name="Google Shape;3589;p120"/>
              <p:cNvSpPr/>
              <p:nvPr/>
            </p:nvSpPr>
            <p:spPr>
              <a:xfrm>
                <a:off x="7256144" y="694753"/>
                <a:ext cx="218503" cy="218217"/>
              </a:xfrm>
              <a:custGeom>
                <a:rect b="b" l="l" r="r" t="t"/>
                <a:pathLst>
                  <a:path extrusionOk="0" h="218217" w="218503">
                    <a:moveTo>
                      <a:pt x="216598" y="129540"/>
                    </a:moveTo>
                    <a:cubicBezTo>
                      <a:pt x="217837" y="122968"/>
                      <a:pt x="218504" y="116110"/>
                      <a:pt x="218504" y="109156"/>
                    </a:cubicBezTo>
                    <a:cubicBezTo>
                      <a:pt x="218504" y="102203"/>
                      <a:pt x="217837" y="95440"/>
                      <a:pt x="216598" y="88773"/>
                    </a:cubicBezTo>
                    <a:lnTo>
                      <a:pt x="181261" y="88773"/>
                    </a:lnTo>
                    <a:cubicBezTo>
                      <a:pt x="179641" y="83058"/>
                      <a:pt x="177451" y="77724"/>
                      <a:pt x="174593" y="72676"/>
                    </a:cubicBezTo>
                    <a:lnTo>
                      <a:pt x="199549" y="47720"/>
                    </a:lnTo>
                    <a:cubicBezTo>
                      <a:pt x="191834" y="36385"/>
                      <a:pt x="182118" y="26670"/>
                      <a:pt x="170783" y="18955"/>
                    </a:cubicBezTo>
                    <a:lnTo>
                      <a:pt x="145732" y="44005"/>
                    </a:lnTo>
                    <a:cubicBezTo>
                      <a:pt x="140684" y="41148"/>
                      <a:pt x="135255" y="38957"/>
                      <a:pt x="129635" y="37338"/>
                    </a:cubicBezTo>
                    <a:lnTo>
                      <a:pt x="129635" y="1905"/>
                    </a:lnTo>
                    <a:cubicBezTo>
                      <a:pt x="123063" y="667"/>
                      <a:pt x="116205" y="0"/>
                      <a:pt x="109252" y="0"/>
                    </a:cubicBezTo>
                    <a:cubicBezTo>
                      <a:pt x="102298" y="0"/>
                      <a:pt x="95536" y="667"/>
                      <a:pt x="88868" y="1905"/>
                    </a:cubicBezTo>
                    <a:lnTo>
                      <a:pt x="88868" y="37338"/>
                    </a:lnTo>
                    <a:cubicBezTo>
                      <a:pt x="83154" y="38957"/>
                      <a:pt x="77819" y="41148"/>
                      <a:pt x="72771" y="44005"/>
                    </a:cubicBezTo>
                    <a:lnTo>
                      <a:pt x="47720" y="18955"/>
                    </a:lnTo>
                    <a:cubicBezTo>
                      <a:pt x="36386" y="26670"/>
                      <a:pt x="26670" y="36481"/>
                      <a:pt x="18955" y="47720"/>
                    </a:cubicBezTo>
                    <a:lnTo>
                      <a:pt x="43910" y="72676"/>
                    </a:lnTo>
                    <a:cubicBezTo>
                      <a:pt x="41053" y="77724"/>
                      <a:pt x="38862" y="83153"/>
                      <a:pt x="37243" y="88773"/>
                    </a:cubicBezTo>
                    <a:lnTo>
                      <a:pt x="1905" y="88773"/>
                    </a:lnTo>
                    <a:cubicBezTo>
                      <a:pt x="667" y="95345"/>
                      <a:pt x="0" y="102203"/>
                      <a:pt x="0" y="109156"/>
                    </a:cubicBezTo>
                    <a:cubicBezTo>
                      <a:pt x="0" y="116110"/>
                      <a:pt x="667" y="122873"/>
                      <a:pt x="1905" y="129540"/>
                    </a:cubicBezTo>
                    <a:lnTo>
                      <a:pt x="37243" y="129540"/>
                    </a:lnTo>
                    <a:cubicBezTo>
                      <a:pt x="38862" y="135255"/>
                      <a:pt x="41053" y="140589"/>
                      <a:pt x="43910" y="145637"/>
                    </a:cubicBezTo>
                    <a:lnTo>
                      <a:pt x="18955" y="170593"/>
                    </a:lnTo>
                    <a:cubicBezTo>
                      <a:pt x="26670" y="181928"/>
                      <a:pt x="36386" y="191643"/>
                      <a:pt x="47720" y="199358"/>
                    </a:cubicBezTo>
                    <a:lnTo>
                      <a:pt x="72771" y="174308"/>
                    </a:lnTo>
                    <a:cubicBezTo>
                      <a:pt x="77819" y="177165"/>
                      <a:pt x="83248" y="179356"/>
                      <a:pt x="88868" y="180975"/>
                    </a:cubicBezTo>
                    <a:lnTo>
                      <a:pt x="88868" y="216313"/>
                    </a:lnTo>
                    <a:cubicBezTo>
                      <a:pt x="95441" y="217551"/>
                      <a:pt x="102298" y="218218"/>
                      <a:pt x="109252" y="218218"/>
                    </a:cubicBezTo>
                    <a:cubicBezTo>
                      <a:pt x="116205" y="218218"/>
                      <a:pt x="122968" y="217551"/>
                      <a:pt x="129635" y="216313"/>
                    </a:cubicBezTo>
                    <a:lnTo>
                      <a:pt x="129635" y="180975"/>
                    </a:lnTo>
                    <a:cubicBezTo>
                      <a:pt x="135350" y="179356"/>
                      <a:pt x="140684" y="177070"/>
                      <a:pt x="145732" y="174308"/>
                    </a:cubicBezTo>
                    <a:lnTo>
                      <a:pt x="170783" y="199358"/>
                    </a:lnTo>
                    <a:cubicBezTo>
                      <a:pt x="182118" y="191643"/>
                      <a:pt x="191834" y="181928"/>
                      <a:pt x="199549" y="170593"/>
                    </a:cubicBezTo>
                    <a:lnTo>
                      <a:pt x="174593" y="145542"/>
                    </a:lnTo>
                    <a:cubicBezTo>
                      <a:pt x="177451" y="140494"/>
                      <a:pt x="179641" y="135064"/>
                      <a:pt x="181261" y="129445"/>
                    </a:cubicBezTo>
                    <a:lnTo>
                      <a:pt x="216598" y="129445"/>
                    </a:lnTo>
                    <a:close/>
                    <a:moveTo>
                      <a:pt x="109252" y="131255"/>
                    </a:moveTo>
                    <a:cubicBezTo>
                      <a:pt x="97060" y="131255"/>
                      <a:pt x="87249" y="121349"/>
                      <a:pt x="87249" y="109252"/>
                    </a:cubicBezTo>
                    <a:cubicBezTo>
                      <a:pt x="87249" y="97155"/>
                      <a:pt x="97155" y="87249"/>
                      <a:pt x="109252" y="87249"/>
                    </a:cubicBezTo>
                    <a:cubicBezTo>
                      <a:pt x="121348" y="87249"/>
                      <a:pt x="131255" y="97155"/>
                      <a:pt x="131255" y="109252"/>
                    </a:cubicBezTo>
                    <a:cubicBezTo>
                      <a:pt x="131255" y="121349"/>
                      <a:pt x="121348" y="131255"/>
                      <a:pt x="109252" y="131255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3590" name="Google Shape;3590;p120"/>
              <p:cNvGrpSpPr/>
              <p:nvPr/>
            </p:nvGrpSpPr>
            <p:grpSpPr>
              <a:xfrm>
                <a:off x="7512843" y="685800"/>
                <a:ext cx="213931" cy="243077"/>
                <a:chOff x="7512843" y="685800"/>
                <a:chExt cx="213931" cy="243077"/>
              </a:xfrm>
            </p:grpSpPr>
            <p:grpSp>
              <p:nvGrpSpPr>
                <p:cNvPr id="3591" name="Google Shape;3591;p120"/>
                <p:cNvGrpSpPr/>
                <p:nvPr/>
              </p:nvGrpSpPr>
              <p:grpSpPr>
                <a:xfrm>
                  <a:off x="7512843" y="836580"/>
                  <a:ext cx="213931" cy="92297"/>
                  <a:chOff x="7512843" y="836580"/>
                  <a:chExt cx="213931" cy="92297"/>
                </a:xfrm>
              </p:grpSpPr>
              <p:sp>
                <p:nvSpPr>
                  <p:cNvPr id="3592" name="Google Shape;3592;p120"/>
                  <p:cNvSpPr/>
                  <p:nvPr/>
                </p:nvSpPr>
                <p:spPr>
                  <a:xfrm>
                    <a:off x="7512843" y="856011"/>
                    <a:ext cx="213931" cy="72866"/>
                  </a:xfrm>
                  <a:custGeom>
                    <a:rect b="b" l="l" r="r" t="t"/>
                    <a:pathLst>
                      <a:path extrusionOk="0" h="72866" w="213931">
                        <a:moveTo>
                          <a:pt x="0" y="0"/>
                        </a:moveTo>
                        <a:lnTo>
                          <a:pt x="0" y="53435"/>
                        </a:lnTo>
                        <a:cubicBezTo>
                          <a:pt x="0" y="64199"/>
                          <a:pt x="47911" y="72866"/>
                          <a:pt x="106966" y="72866"/>
                        </a:cubicBezTo>
                        <a:cubicBezTo>
                          <a:pt x="166021" y="72866"/>
                          <a:pt x="213932" y="64199"/>
                          <a:pt x="213932" y="53435"/>
                        </a:cubicBezTo>
                        <a:lnTo>
                          <a:pt x="213932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593" name="Google Shape;3593;p120"/>
                  <p:cNvSpPr/>
                  <p:nvPr/>
                </p:nvSpPr>
                <p:spPr>
                  <a:xfrm>
                    <a:off x="7512843" y="836580"/>
                    <a:ext cx="213931" cy="38861"/>
                  </a:xfrm>
                  <a:custGeom>
                    <a:rect b="b" l="l" r="r" t="t"/>
                    <a:pathLst>
                      <a:path extrusionOk="0" h="38861" w="213931">
                        <a:moveTo>
                          <a:pt x="213932" y="19431"/>
                        </a:moveTo>
                        <a:cubicBezTo>
                          <a:pt x="213932" y="30162"/>
                          <a:pt x="166042" y="38862"/>
                          <a:pt x="106966" y="38862"/>
                        </a:cubicBezTo>
                        <a:cubicBezTo>
                          <a:pt x="47891" y="38862"/>
                          <a:pt x="1" y="30162"/>
                          <a:pt x="1" y="19431"/>
                        </a:cubicBezTo>
                        <a:cubicBezTo>
                          <a:pt x="1" y="8700"/>
                          <a:pt x="47891" y="0"/>
                          <a:pt x="106966" y="0"/>
                        </a:cubicBezTo>
                        <a:cubicBezTo>
                          <a:pt x="166042" y="0"/>
                          <a:pt x="213932" y="8700"/>
                          <a:pt x="213932" y="19431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3594" name="Google Shape;3594;p120"/>
                <p:cNvGrpSpPr/>
                <p:nvPr/>
              </p:nvGrpSpPr>
              <p:grpSpPr>
                <a:xfrm>
                  <a:off x="7512843" y="761238"/>
                  <a:ext cx="213931" cy="92296"/>
                  <a:chOff x="7512843" y="761238"/>
                  <a:chExt cx="213931" cy="92296"/>
                </a:xfrm>
              </p:grpSpPr>
              <p:sp>
                <p:nvSpPr>
                  <p:cNvPr id="3595" name="Google Shape;3595;p120"/>
                  <p:cNvSpPr/>
                  <p:nvPr/>
                </p:nvSpPr>
                <p:spPr>
                  <a:xfrm>
                    <a:off x="7512843" y="780668"/>
                    <a:ext cx="213931" cy="72866"/>
                  </a:xfrm>
                  <a:custGeom>
                    <a:rect b="b" l="l" r="r" t="t"/>
                    <a:pathLst>
                      <a:path extrusionOk="0" h="72866" w="213931">
                        <a:moveTo>
                          <a:pt x="0" y="0"/>
                        </a:moveTo>
                        <a:lnTo>
                          <a:pt x="0" y="53435"/>
                        </a:lnTo>
                        <a:cubicBezTo>
                          <a:pt x="0" y="64199"/>
                          <a:pt x="47911" y="72866"/>
                          <a:pt x="106966" y="72866"/>
                        </a:cubicBezTo>
                        <a:cubicBezTo>
                          <a:pt x="166021" y="72866"/>
                          <a:pt x="213932" y="64199"/>
                          <a:pt x="213932" y="53435"/>
                        </a:cubicBezTo>
                        <a:lnTo>
                          <a:pt x="213932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596" name="Google Shape;3596;p120"/>
                  <p:cNvSpPr/>
                  <p:nvPr/>
                </p:nvSpPr>
                <p:spPr>
                  <a:xfrm>
                    <a:off x="7512843" y="761238"/>
                    <a:ext cx="213931" cy="38861"/>
                  </a:xfrm>
                  <a:custGeom>
                    <a:rect b="b" l="l" r="r" t="t"/>
                    <a:pathLst>
                      <a:path extrusionOk="0" h="38861" w="213931">
                        <a:moveTo>
                          <a:pt x="213932" y="19431"/>
                        </a:moveTo>
                        <a:cubicBezTo>
                          <a:pt x="213932" y="30162"/>
                          <a:pt x="166042" y="38862"/>
                          <a:pt x="106966" y="38862"/>
                        </a:cubicBezTo>
                        <a:cubicBezTo>
                          <a:pt x="47891" y="38862"/>
                          <a:pt x="1" y="30162"/>
                          <a:pt x="1" y="19431"/>
                        </a:cubicBezTo>
                        <a:cubicBezTo>
                          <a:pt x="1" y="8700"/>
                          <a:pt x="47891" y="0"/>
                          <a:pt x="106966" y="0"/>
                        </a:cubicBezTo>
                        <a:cubicBezTo>
                          <a:pt x="166042" y="0"/>
                          <a:pt x="213932" y="8700"/>
                          <a:pt x="213932" y="19431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3597" name="Google Shape;3597;p120"/>
                <p:cNvGrpSpPr/>
                <p:nvPr/>
              </p:nvGrpSpPr>
              <p:grpSpPr>
                <a:xfrm>
                  <a:off x="7512843" y="685800"/>
                  <a:ext cx="213931" cy="92297"/>
                  <a:chOff x="7512843" y="685800"/>
                  <a:chExt cx="213931" cy="92297"/>
                </a:xfrm>
              </p:grpSpPr>
              <p:sp>
                <p:nvSpPr>
                  <p:cNvPr id="3598" name="Google Shape;3598;p120"/>
                  <p:cNvSpPr/>
                  <p:nvPr/>
                </p:nvSpPr>
                <p:spPr>
                  <a:xfrm>
                    <a:off x="7512843" y="705231"/>
                    <a:ext cx="213931" cy="72866"/>
                  </a:xfrm>
                  <a:custGeom>
                    <a:rect b="b" l="l" r="r" t="t"/>
                    <a:pathLst>
                      <a:path extrusionOk="0" h="72866" w="213931">
                        <a:moveTo>
                          <a:pt x="0" y="0"/>
                        </a:moveTo>
                        <a:lnTo>
                          <a:pt x="0" y="53435"/>
                        </a:lnTo>
                        <a:cubicBezTo>
                          <a:pt x="0" y="64198"/>
                          <a:pt x="47911" y="72866"/>
                          <a:pt x="106966" y="72866"/>
                        </a:cubicBezTo>
                        <a:cubicBezTo>
                          <a:pt x="166021" y="72866"/>
                          <a:pt x="213932" y="64198"/>
                          <a:pt x="213932" y="53435"/>
                        </a:cubicBezTo>
                        <a:lnTo>
                          <a:pt x="213932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599" name="Google Shape;3599;p120"/>
                  <p:cNvSpPr/>
                  <p:nvPr/>
                </p:nvSpPr>
                <p:spPr>
                  <a:xfrm>
                    <a:off x="7512843" y="685800"/>
                    <a:ext cx="213931" cy="38861"/>
                  </a:xfrm>
                  <a:custGeom>
                    <a:rect b="b" l="l" r="r" t="t"/>
                    <a:pathLst>
                      <a:path extrusionOk="0" h="38861" w="213931">
                        <a:moveTo>
                          <a:pt x="213932" y="19431"/>
                        </a:moveTo>
                        <a:cubicBezTo>
                          <a:pt x="213932" y="30162"/>
                          <a:pt x="166042" y="38862"/>
                          <a:pt x="106966" y="38862"/>
                        </a:cubicBezTo>
                        <a:cubicBezTo>
                          <a:pt x="47891" y="38862"/>
                          <a:pt x="1" y="30162"/>
                          <a:pt x="1" y="19431"/>
                        </a:cubicBezTo>
                        <a:cubicBezTo>
                          <a:pt x="1" y="8700"/>
                          <a:pt x="47891" y="0"/>
                          <a:pt x="106966" y="0"/>
                        </a:cubicBezTo>
                        <a:cubicBezTo>
                          <a:pt x="166042" y="0"/>
                          <a:pt x="213932" y="8700"/>
                          <a:pt x="213932" y="19431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</p:grpSp>
      </p:grpSp>
    </p:spTree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TITLE_ONLY_2">
    <p:spTree>
      <p:nvGrpSpPr>
        <p:cNvPr id="3600" name="Shape 3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1" name="Google Shape;3601;p121"/>
          <p:cNvSpPr/>
          <p:nvPr/>
        </p:nvSpPr>
        <p:spPr>
          <a:xfrm flipH="1" rot="9076707">
            <a:off x="7972821" y="-586852"/>
            <a:ext cx="1683799" cy="1672812"/>
          </a:xfrm>
          <a:custGeom>
            <a:rect b="b" l="l" r="r" t="t"/>
            <a:pathLst>
              <a:path extrusionOk="0" h="30330" w="38869">
                <a:moveTo>
                  <a:pt x="24297" y="1"/>
                </a:moveTo>
                <a:cubicBezTo>
                  <a:pt x="23576" y="1"/>
                  <a:pt x="22813" y="81"/>
                  <a:pt x="22018" y="271"/>
                </a:cubicBezTo>
                <a:cubicBezTo>
                  <a:pt x="16904" y="1494"/>
                  <a:pt x="14626" y="5778"/>
                  <a:pt x="11611" y="8671"/>
                </a:cubicBezTo>
                <a:cubicBezTo>
                  <a:pt x="10032" y="10186"/>
                  <a:pt x="7766" y="10684"/>
                  <a:pt x="5916" y="11826"/>
                </a:cubicBezTo>
                <a:cubicBezTo>
                  <a:pt x="0" y="15481"/>
                  <a:pt x="539" y="24197"/>
                  <a:pt x="4874" y="27639"/>
                </a:cubicBezTo>
                <a:cubicBezTo>
                  <a:pt x="7150" y="29445"/>
                  <a:pt x="9815" y="30330"/>
                  <a:pt x="12976" y="30330"/>
                </a:cubicBezTo>
                <a:cubicBezTo>
                  <a:pt x="15025" y="30330"/>
                  <a:pt x="17282" y="29958"/>
                  <a:pt x="19778" y="29225"/>
                </a:cubicBezTo>
                <a:cubicBezTo>
                  <a:pt x="26123" y="27360"/>
                  <a:pt x="30656" y="26268"/>
                  <a:pt x="34763" y="20412"/>
                </a:cubicBezTo>
                <a:cubicBezTo>
                  <a:pt x="38869" y="14558"/>
                  <a:pt x="35544" y="6859"/>
                  <a:pt x="30907" y="2368"/>
                </a:cubicBezTo>
                <a:cubicBezTo>
                  <a:pt x="30907" y="2368"/>
                  <a:pt x="28215" y="1"/>
                  <a:pt x="24297" y="1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2" name="Google Shape;3602;p121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3603" name="Google Shape;3603;p121"/>
          <p:cNvGrpSpPr/>
          <p:nvPr/>
        </p:nvGrpSpPr>
        <p:grpSpPr>
          <a:xfrm flipH="1">
            <a:off x="683048" y="4696520"/>
            <a:ext cx="325927" cy="404808"/>
            <a:chOff x="7385113" y="1535430"/>
            <a:chExt cx="435673" cy="541115"/>
          </a:xfrm>
        </p:grpSpPr>
        <p:sp>
          <p:nvSpPr>
            <p:cNvPr id="3604" name="Google Shape;3604;p121"/>
            <p:cNvSpPr/>
            <p:nvPr/>
          </p:nvSpPr>
          <p:spPr>
            <a:xfrm>
              <a:off x="7385113" y="1535430"/>
              <a:ext cx="435673" cy="541115"/>
            </a:xfrm>
            <a:custGeom>
              <a:rect b="b" l="l" r="r" t="t"/>
              <a:pathLst>
                <a:path extrusionOk="0" h="541115" w="435673">
                  <a:moveTo>
                    <a:pt x="394621" y="0"/>
                  </a:moveTo>
                  <a:cubicBezTo>
                    <a:pt x="417294" y="0"/>
                    <a:pt x="435674" y="18380"/>
                    <a:pt x="435674" y="41053"/>
                  </a:cubicBezTo>
                  <a:lnTo>
                    <a:pt x="435674" y="500062"/>
                  </a:lnTo>
                  <a:cubicBezTo>
                    <a:pt x="435674" y="522735"/>
                    <a:pt x="417294" y="541115"/>
                    <a:pt x="394621" y="541115"/>
                  </a:cubicBezTo>
                  <a:lnTo>
                    <a:pt x="41053" y="541115"/>
                  </a:lnTo>
                  <a:cubicBezTo>
                    <a:pt x="18380" y="541115"/>
                    <a:pt x="0" y="522735"/>
                    <a:pt x="0" y="500062"/>
                  </a:cubicBezTo>
                  <a:lnTo>
                    <a:pt x="0" y="41053"/>
                  </a:lnTo>
                  <a:cubicBezTo>
                    <a:pt x="0" y="18380"/>
                    <a:pt x="18380" y="0"/>
                    <a:pt x="4105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605" name="Google Shape;3605;p121"/>
            <p:cNvGrpSpPr/>
            <p:nvPr/>
          </p:nvGrpSpPr>
          <p:grpSpPr>
            <a:xfrm>
              <a:off x="7612094" y="1566576"/>
              <a:ext cx="164781" cy="41529"/>
              <a:chOff x="7612094" y="1566576"/>
              <a:chExt cx="164781" cy="41529"/>
            </a:xfrm>
          </p:grpSpPr>
          <p:sp>
            <p:nvSpPr>
              <p:cNvPr id="3606" name="Google Shape;3606;p121"/>
              <p:cNvSpPr/>
              <p:nvPr/>
            </p:nvSpPr>
            <p:spPr>
              <a:xfrm>
                <a:off x="7735347" y="1566576"/>
                <a:ext cx="41528" cy="41529"/>
              </a:xfrm>
              <a:custGeom>
                <a:rect b="b" l="l" r="r" t="t"/>
                <a:pathLst>
                  <a:path extrusionOk="0" h="41529" w="41528">
                    <a:moveTo>
                      <a:pt x="41529" y="20765"/>
                    </a:moveTo>
                    <a:cubicBezTo>
                      <a:pt x="41529" y="32290"/>
                      <a:pt x="32195" y="41529"/>
                      <a:pt x="20764" y="41529"/>
                    </a:cubicBezTo>
                    <a:cubicBezTo>
                      <a:pt x="9335" y="41529"/>
                      <a:pt x="0" y="32194"/>
                      <a:pt x="0" y="20765"/>
                    </a:cubicBezTo>
                    <a:cubicBezTo>
                      <a:pt x="0" y="9334"/>
                      <a:pt x="9335" y="0"/>
                      <a:pt x="20764" y="0"/>
                    </a:cubicBezTo>
                    <a:cubicBezTo>
                      <a:pt x="32195" y="0"/>
                      <a:pt x="41529" y="9334"/>
                      <a:pt x="41529" y="20765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07" name="Google Shape;3607;p121"/>
              <p:cNvSpPr/>
              <p:nvPr/>
            </p:nvSpPr>
            <p:spPr>
              <a:xfrm>
                <a:off x="7673721" y="1566576"/>
                <a:ext cx="41528" cy="41529"/>
              </a:xfrm>
              <a:custGeom>
                <a:rect b="b" l="l" r="r" t="t"/>
                <a:pathLst>
                  <a:path extrusionOk="0" h="41529" w="41528">
                    <a:moveTo>
                      <a:pt x="41529" y="20765"/>
                    </a:moveTo>
                    <a:cubicBezTo>
                      <a:pt x="41529" y="32290"/>
                      <a:pt x="32195" y="41529"/>
                      <a:pt x="20764" y="41529"/>
                    </a:cubicBezTo>
                    <a:cubicBezTo>
                      <a:pt x="9334" y="41529"/>
                      <a:pt x="0" y="32194"/>
                      <a:pt x="0" y="20765"/>
                    </a:cubicBezTo>
                    <a:cubicBezTo>
                      <a:pt x="0" y="9334"/>
                      <a:pt x="9334" y="0"/>
                      <a:pt x="20764" y="0"/>
                    </a:cubicBezTo>
                    <a:cubicBezTo>
                      <a:pt x="32195" y="0"/>
                      <a:pt x="41529" y="9334"/>
                      <a:pt x="41529" y="2076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08" name="Google Shape;3608;p121"/>
              <p:cNvSpPr/>
              <p:nvPr/>
            </p:nvSpPr>
            <p:spPr>
              <a:xfrm>
                <a:off x="7612094" y="1566576"/>
                <a:ext cx="41529" cy="41529"/>
              </a:xfrm>
              <a:custGeom>
                <a:rect b="b" l="l" r="r" t="t"/>
                <a:pathLst>
                  <a:path extrusionOk="0" h="41529" w="41529">
                    <a:moveTo>
                      <a:pt x="41529" y="20765"/>
                    </a:moveTo>
                    <a:cubicBezTo>
                      <a:pt x="41529" y="32290"/>
                      <a:pt x="32195" y="41529"/>
                      <a:pt x="20764" y="41529"/>
                    </a:cubicBezTo>
                    <a:cubicBezTo>
                      <a:pt x="9335" y="41529"/>
                      <a:pt x="0" y="32194"/>
                      <a:pt x="0" y="20765"/>
                    </a:cubicBezTo>
                    <a:cubicBezTo>
                      <a:pt x="0" y="9334"/>
                      <a:pt x="9335" y="0"/>
                      <a:pt x="20764" y="0"/>
                    </a:cubicBezTo>
                    <a:cubicBezTo>
                      <a:pt x="32195" y="0"/>
                      <a:pt x="41529" y="9334"/>
                      <a:pt x="41529" y="20765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3609" name="Google Shape;3609;p121"/>
          <p:cNvGrpSpPr/>
          <p:nvPr/>
        </p:nvGrpSpPr>
        <p:grpSpPr>
          <a:xfrm flipH="1">
            <a:off x="713902" y="4774546"/>
            <a:ext cx="268636" cy="280965"/>
            <a:chOff x="7420451" y="1639728"/>
            <a:chExt cx="359091" cy="375571"/>
          </a:xfrm>
        </p:grpSpPr>
        <p:sp>
          <p:nvSpPr>
            <p:cNvPr id="3610" name="Google Shape;3610;p121"/>
            <p:cNvSpPr/>
            <p:nvPr/>
          </p:nvSpPr>
          <p:spPr>
            <a:xfrm>
              <a:off x="7420451" y="1852041"/>
              <a:ext cx="357473" cy="163258"/>
            </a:xfrm>
            <a:custGeom>
              <a:rect b="b" l="l" r="r" t="t"/>
              <a:pathLst>
                <a:path extrusionOk="0" h="163258" w="357473">
                  <a:moveTo>
                    <a:pt x="40196" y="72962"/>
                  </a:moveTo>
                  <a:lnTo>
                    <a:pt x="0" y="72962"/>
                  </a:lnTo>
                  <a:lnTo>
                    <a:pt x="0" y="90297"/>
                  </a:lnTo>
                  <a:lnTo>
                    <a:pt x="40196" y="90297"/>
                  </a:lnTo>
                  <a:lnTo>
                    <a:pt x="40196" y="72962"/>
                  </a:lnTo>
                  <a:close/>
                  <a:moveTo>
                    <a:pt x="185166" y="126778"/>
                  </a:moveTo>
                  <a:lnTo>
                    <a:pt x="294894" y="126778"/>
                  </a:lnTo>
                  <a:lnTo>
                    <a:pt x="294894" y="109347"/>
                  </a:lnTo>
                  <a:lnTo>
                    <a:pt x="185166" y="109347"/>
                  </a:lnTo>
                  <a:lnTo>
                    <a:pt x="185166" y="126778"/>
                  </a:lnTo>
                  <a:close/>
                  <a:moveTo>
                    <a:pt x="294894" y="0"/>
                  </a:moveTo>
                  <a:lnTo>
                    <a:pt x="38291" y="0"/>
                  </a:lnTo>
                  <a:lnTo>
                    <a:pt x="38291" y="17335"/>
                  </a:lnTo>
                  <a:lnTo>
                    <a:pt x="294894" y="17335"/>
                  </a:lnTo>
                  <a:lnTo>
                    <a:pt x="294894" y="0"/>
                  </a:lnTo>
                  <a:close/>
                  <a:moveTo>
                    <a:pt x="0" y="163259"/>
                  </a:moveTo>
                  <a:lnTo>
                    <a:pt x="99632" y="163259"/>
                  </a:lnTo>
                  <a:lnTo>
                    <a:pt x="99632" y="145828"/>
                  </a:lnTo>
                  <a:lnTo>
                    <a:pt x="0" y="145828"/>
                  </a:lnTo>
                  <a:lnTo>
                    <a:pt x="0" y="163259"/>
                  </a:lnTo>
                  <a:close/>
                  <a:moveTo>
                    <a:pt x="76581" y="36481"/>
                  </a:moveTo>
                  <a:lnTo>
                    <a:pt x="0" y="36481"/>
                  </a:lnTo>
                  <a:lnTo>
                    <a:pt x="0" y="53816"/>
                  </a:lnTo>
                  <a:lnTo>
                    <a:pt x="76581" y="53816"/>
                  </a:lnTo>
                  <a:lnTo>
                    <a:pt x="76581" y="36481"/>
                  </a:lnTo>
                  <a:close/>
                  <a:moveTo>
                    <a:pt x="52483" y="90297"/>
                  </a:moveTo>
                  <a:lnTo>
                    <a:pt x="207836" y="90297"/>
                  </a:lnTo>
                  <a:lnTo>
                    <a:pt x="207836" y="72962"/>
                  </a:lnTo>
                  <a:lnTo>
                    <a:pt x="52483" y="72962"/>
                  </a:lnTo>
                  <a:lnTo>
                    <a:pt x="52483" y="90297"/>
                  </a:lnTo>
                  <a:close/>
                  <a:moveTo>
                    <a:pt x="164402" y="109347"/>
                  </a:moveTo>
                  <a:lnTo>
                    <a:pt x="0" y="109347"/>
                  </a:lnTo>
                  <a:lnTo>
                    <a:pt x="0" y="126778"/>
                  </a:lnTo>
                  <a:lnTo>
                    <a:pt x="164402" y="126778"/>
                  </a:lnTo>
                  <a:lnTo>
                    <a:pt x="164402" y="109347"/>
                  </a:lnTo>
                  <a:close/>
                  <a:moveTo>
                    <a:pt x="220218" y="90297"/>
                  </a:moveTo>
                  <a:lnTo>
                    <a:pt x="357378" y="90297"/>
                  </a:lnTo>
                  <a:lnTo>
                    <a:pt x="357378" y="72962"/>
                  </a:lnTo>
                  <a:lnTo>
                    <a:pt x="220218" y="72962"/>
                  </a:lnTo>
                  <a:lnTo>
                    <a:pt x="220218" y="90297"/>
                  </a:lnTo>
                  <a:close/>
                  <a:moveTo>
                    <a:pt x="97441" y="53816"/>
                  </a:moveTo>
                  <a:lnTo>
                    <a:pt x="357474" y="53816"/>
                  </a:lnTo>
                  <a:lnTo>
                    <a:pt x="357474" y="36481"/>
                  </a:lnTo>
                  <a:lnTo>
                    <a:pt x="97441" y="36481"/>
                  </a:lnTo>
                  <a:lnTo>
                    <a:pt x="97441" y="53816"/>
                  </a:lnTo>
                  <a:close/>
                  <a:moveTo>
                    <a:pt x="305371" y="0"/>
                  </a:moveTo>
                  <a:lnTo>
                    <a:pt x="305371" y="17335"/>
                  </a:lnTo>
                  <a:lnTo>
                    <a:pt x="357378" y="17335"/>
                  </a:lnTo>
                  <a:lnTo>
                    <a:pt x="357378" y="0"/>
                  </a:lnTo>
                  <a:lnTo>
                    <a:pt x="305371" y="0"/>
                  </a:lnTo>
                  <a:close/>
                  <a:moveTo>
                    <a:pt x="315659" y="126778"/>
                  </a:moveTo>
                  <a:lnTo>
                    <a:pt x="357378" y="126778"/>
                  </a:lnTo>
                  <a:lnTo>
                    <a:pt x="357378" y="109347"/>
                  </a:lnTo>
                  <a:lnTo>
                    <a:pt x="315659" y="109347"/>
                  </a:lnTo>
                  <a:lnTo>
                    <a:pt x="315659" y="126778"/>
                  </a:lnTo>
                  <a:close/>
                  <a:moveTo>
                    <a:pt x="120396" y="163259"/>
                  </a:moveTo>
                  <a:lnTo>
                    <a:pt x="222981" y="163259"/>
                  </a:lnTo>
                  <a:lnTo>
                    <a:pt x="222981" y="145828"/>
                  </a:lnTo>
                  <a:lnTo>
                    <a:pt x="120396" y="145828"/>
                  </a:lnTo>
                  <a:lnTo>
                    <a:pt x="120396" y="163259"/>
                  </a:lnTo>
                  <a:close/>
                  <a:moveTo>
                    <a:pt x="235363" y="163259"/>
                  </a:moveTo>
                  <a:lnTo>
                    <a:pt x="313563" y="163259"/>
                  </a:lnTo>
                  <a:lnTo>
                    <a:pt x="313563" y="145828"/>
                  </a:lnTo>
                  <a:lnTo>
                    <a:pt x="235363" y="145828"/>
                  </a:lnTo>
                  <a:lnTo>
                    <a:pt x="235363" y="163259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11" name="Google Shape;3611;p121"/>
            <p:cNvSpPr/>
            <p:nvPr/>
          </p:nvSpPr>
          <p:spPr>
            <a:xfrm>
              <a:off x="7425594" y="1639728"/>
              <a:ext cx="353948" cy="180117"/>
            </a:xfrm>
            <a:custGeom>
              <a:rect b="b" l="l" r="r" t="t"/>
              <a:pathLst>
                <a:path extrusionOk="0" h="180117" w="353948">
                  <a:moveTo>
                    <a:pt x="0" y="0"/>
                  </a:moveTo>
                  <a:lnTo>
                    <a:pt x="353949" y="0"/>
                  </a:lnTo>
                  <a:lnTo>
                    <a:pt x="353949" y="180118"/>
                  </a:lnTo>
                  <a:lnTo>
                    <a:pt x="0" y="180118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612" name="Google Shape;3612;p121"/>
          <p:cNvGrpSpPr/>
          <p:nvPr/>
        </p:nvGrpSpPr>
        <p:grpSpPr>
          <a:xfrm flipH="1">
            <a:off x="96200" y="4469347"/>
            <a:ext cx="355444" cy="644072"/>
            <a:chOff x="1945386" y="5582316"/>
            <a:chExt cx="470725" cy="852963"/>
          </a:xfrm>
        </p:grpSpPr>
        <p:grpSp>
          <p:nvGrpSpPr>
            <p:cNvPr id="3613" name="Google Shape;3613;p121"/>
            <p:cNvGrpSpPr/>
            <p:nvPr/>
          </p:nvGrpSpPr>
          <p:grpSpPr>
            <a:xfrm>
              <a:off x="1945386" y="5582316"/>
              <a:ext cx="470725" cy="852963"/>
              <a:chOff x="1945386" y="5582316"/>
              <a:chExt cx="470725" cy="852963"/>
            </a:xfrm>
          </p:grpSpPr>
          <p:sp>
            <p:nvSpPr>
              <p:cNvPr id="3614" name="Google Shape;3614;p121"/>
              <p:cNvSpPr/>
              <p:nvPr/>
            </p:nvSpPr>
            <p:spPr>
              <a:xfrm>
                <a:off x="1945386" y="5582316"/>
                <a:ext cx="470725" cy="852963"/>
              </a:xfrm>
              <a:custGeom>
                <a:rect b="b" l="l" r="r" t="t"/>
                <a:pathLst>
                  <a:path extrusionOk="0" h="852963" w="470725">
                    <a:moveTo>
                      <a:pt x="435388" y="0"/>
                    </a:moveTo>
                    <a:cubicBezTo>
                      <a:pt x="454904" y="0"/>
                      <a:pt x="470726" y="15821"/>
                      <a:pt x="470726" y="35338"/>
                    </a:cubicBezTo>
                    <a:lnTo>
                      <a:pt x="470726" y="817626"/>
                    </a:lnTo>
                    <a:cubicBezTo>
                      <a:pt x="470726" y="837143"/>
                      <a:pt x="454904" y="852964"/>
                      <a:pt x="435388" y="852964"/>
                    </a:cubicBezTo>
                    <a:lnTo>
                      <a:pt x="35338" y="852964"/>
                    </a:lnTo>
                    <a:cubicBezTo>
                      <a:pt x="15821" y="852964"/>
                      <a:pt x="0" y="837143"/>
                      <a:pt x="0" y="817626"/>
                    </a:cubicBezTo>
                    <a:lnTo>
                      <a:pt x="0" y="35338"/>
                    </a:lnTo>
                    <a:cubicBezTo>
                      <a:pt x="0" y="15822"/>
                      <a:pt x="15821" y="0"/>
                      <a:pt x="35338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15" name="Google Shape;3615;p121"/>
              <p:cNvSpPr/>
              <p:nvPr/>
            </p:nvSpPr>
            <p:spPr>
              <a:xfrm>
                <a:off x="1965864" y="5625846"/>
                <a:ext cx="429577" cy="699420"/>
              </a:xfrm>
              <a:custGeom>
                <a:rect b="b" l="l" r="r" t="t"/>
                <a:pathLst>
                  <a:path extrusionOk="0" h="699420" w="429577">
                    <a:moveTo>
                      <a:pt x="0" y="0"/>
                    </a:moveTo>
                    <a:lnTo>
                      <a:pt x="429578" y="0"/>
                    </a:lnTo>
                    <a:lnTo>
                      <a:pt x="429578" y="699421"/>
                    </a:lnTo>
                    <a:lnTo>
                      <a:pt x="0" y="69942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616" name="Google Shape;3616;p121"/>
            <p:cNvSpPr/>
            <p:nvPr/>
          </p:nvSpPr>
          <p:spPr>
            <a:xfrm>
              <a:off x="1986438" y="6371462"/>
              <a:ext cx="388334" cy="32194"/>
            </a:xfrm>
            <a:custGeom>
              <a:rect b="b" l="l" r="r" t="t"/>
              <a:pathLst>
                <a:path extrusionOk="0" h="32194" w="388334">
                  <a:moveTo>
                    <a:pt x="88011" y="0"/>
                  </a:moveTo>
                  <a:lnTo>
                    <a:pt x="16097" y="0"/>
                  </a:lnTo>
                  <a:cubicBezTo>
                    <a:pt x="7239" y="0"/>
                    <a:pt x="0" y="7239"/>
                    <a:pt x="0" y="16097"/>
                  </a:cubicBezTo>
                  <a:cubicBezTo>
                    <a:pt x="0" y="24955"/>
                    <a:pt x="7239" y="32195"/>
                    <a:pt x="16097" y="32195"/>
                  </a:cubicBezTo>
                  <a:lnTo>
                    <a:pt x="88011" y="32195"/>
                  </a:lnTo>
                  <a:cubicBezTo>
                    <a:pt x="96869" y="32195"/>
                    <a:pt x="104108" y="24955"/>
                    <a:pt x="104108" y="16097"/>
                  </a:cubicBezTo>
                  <a:cubicBezTo>
                    <a:pt x="104108" y="7239"/>
                    <a:pt x="96869" y="0"/>
                    <a:pt x="88011" y="0"/>
                  </a:cubicBezTo>
                  <a:close/>
                  <a:moveTo>
                    <a:pt x="230124" y="0"/>
                  </a:moveTo>
                  <a:lnTo>
                    <a:pt x="158210" y="0"/>
                  </a:lnTo>
                  <a:cubicBezTo>
                    <a:pt x="149352" y="0"/>
                    <a:pt x="142113" y="7239"/>
                    <a:pt x="142113" y="16097"/>
                  </a:cubicBezTo>
                  <a:cubicBezTo>
                    <a:pt x="142113" y="24955"/>
                    <a:pt x="149352" y="32195"/>
                    <a:pt x="158210" y="32195"/>
                  </a:cubicBezTo>
                  <a:lnTo>
                    <a:pt x="230124" y="32195"/>
                  </a:lnTo>
                  <a:cubicBezTo>
                    <a:pt x="238982" y="32195"/>
                    <a:pt x="246221" y="24955"/>
                    <a:pt x="246221" y="16097"/>
                  </a:cubicBezTo>
                  <a:cubicBezTo>
                    <a:pt x="246221" y="7239"/>
                    <a:pt x="238982" y="0"/>
                    <a:pt x="230124" y="0"/>
                  </a:cubicBezTo>
                  <a:close/>
                  <a:moveTo>
                    <a:pt x="372237" y="0"/>
                  </a:moveTo>
                  <a:lnTo>
                    <a:pt x="300323" y="0"/>
                  </a:lnTo>
                  <a:cubicBezTo>
                    <a:pt x="291465" y="0"/>
                    <a:pt x="284226" y="7239"/>
                    <a:pt x="284226" y="16097"/>
                  </a:cubicBezTo>
                  <a:cubicBezTo>
                    <a:pt x="284226" y="24955"/>
                    <a:pt x="291465" y="32195"/>
                    <a:pt x="300323" y="32195"/>
                  </a:cubicBezTo>
                  <a:lnTo>
                    <a:pt x="372237" y="32195"/>
                  </a:lnTo>
                  <a:cubicBezTo>
                    <a:pt x="381095" y="32195"/>
                    <a:pt x="388334" y="24955"/>
                    <a:pt x="388334" y="16097"/>
                  </a:cubicBezTo>
                  <a:cubicBezTo>
                    <a:pt x="388334" y="7239"/>
                    <a:pt x="381095" y="0"/>
                    <a:pt x="37223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617" name="Google Shape;3617;p121"/>
          <p:cNvGrpSpPr/>
          <p:nvPr/>
        </p:nvGrpSpPr>
        <p:grpSpPr>
          <a:xfrm>
            <a:off x="7975988" y="116167"/>
            <a:ext cx="1061979" cy="558999"/>
            <a:chOff x="3859815" y="2867310"/>
            <a:chExt cx="1262157" cy="664368"/>
          </a:xfrm>
        </p:grpSpPr>
        <p:sp>
          <p:nvSpPr>
            <p:cNvPr id="3618" name="Google Shape;3618;p121"/>
            <p:cNvSpPr/>
            <p:nvPr/>
          </p:nvSpPr>
          <p:spPr>
            <a:xfrm>
              <a:off x="3859815" y="2867310"/>
              <a:ext cx="1262157" cy="664368"/>
            </a:xfrm>
            <a:custGeom>
              <a:rect b="b" l="l" r="r" t="t"/>
              <a:pathLst>
                <a:path extrusionOk="0" h="664368" w="1262157">
                  <a:moveTo>
                    <a:pt x="1102233" y="344424"/>
                  </a:moveTo>
                  <a:cubicBezTo>
                    <a:pt x="1090231" y="344424"/>
                    <a:pt x="1078611" y="345757"/>
                    <a:pt x="1067372" y="348234"/>
                  </a:cubicBezTo>
                  <a:cubicBezTo>
                    <a:pt x="1048131" y="223838"/>
                    <a:pt x="945166" y="127159"/>
                    <a:pt x="817816" y="117348"/>
                  </a:cubicBezTo>
                  <a:cubicBezTo>
                    <a:pt x="756856" y="45625"/>
                    <a:pt x="666083" y="0"/>
                    <a:pt x="564547" y="0"/>
                  </a:cubicBezTo>
                  <a:cubicBezTo>
                    <a:pt x="398526" y="0"/>
                    <a:pt x="260890" y="121825"/>
                    <a:pt x="236220" y="280988"/>
                  </a:cubicBezTo>
                  <a:cubicBezTo>
                    <a:pt x="222599" y="277939"/>
                    <a:pt x="208502" y="276320"/>
                    <a:pt x="194024" y="276320"/>
                  </a:cubicBezTo>
                  <a:cubicBezTo>
                    <a:pt x="86868" y="276320"/>
                    <a:pt x="0" y="363188"/>
                    <a:pt x="0" y="470345"/>
                  </a:cubicBezTo>
                  <a:cubicBezTo>
                    <a:pt x="0" y="577501"/>
                    <a:pt x="86868" y="664369"/>
                    <a:pt x="194024" y="664369"/>
                  </a:cubicBezTo>
                  <a:lnTo>
                    <a:pt x="1102138" y="664369"/>
                  </a:lnTo>
                  <a:cubicBezTo>
                    <a:pt x="1190530" y="664369"/>
                    <a:pt x="1262158" y="592741"/>
                    <a:pt x="1262158" y="504349"/>
                  </a:cubicBezTo>
                  <a:cubicBezTo>
                    <a:pt x="1262158" y="415957"/>
                    <a:pt x="1190530" y="344329"/>
                    <a:pt x="1102138" y="344329"/>
                  </a:cubicBezTo>
                  <a:close/>
                </a:path>
              </a:pathLst>
            </a:custGeom>
            <a:solidFill>
              <a:srgbClr val="42444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619" name="Google Shape;3619;p121"/>
            <p:cNvGrpSpPr/>
            <p:nvPr/>
          </p:nvGrpSpPr>
          <p:grpSpPr>
            <a:xfrm>
              <a:off x="4275677" y="3065525"/>
              <a:ext cx="334517" cy="380047"/>
              <a:chOff x="4275677" y="3065525"/>
              <a:chExt cx="334517" cy="380047"/>
            </a:xfrm>
          </p:grpSpPr>
          <p:grpSp>
            <p:nvGrpSpPr>
              <p:cNvPr id="3620" name="Google Shape;3620;p121"/>
              <p:cNvGrpSpPr/>
              <p:nvPr/>
            </p:nvGrpSpPr>
            <p:grpSpPr>
              <a:xfrm>
                <a:off x="4275677" y="3065525"/>
                <a:ext cx="334517" cy="380047"/>
                <a:chOff x="4275677" y="3065525"/>
                <a:chExt cx="334517" cy="380047"/>
              </a:xfrm>
            </p:grpSpPr>
            <p:grpSp>
              <p:nvGrpSpPr>
                <p:cNvPr id="3621" name="Google Shape;3621;p121"/>
                <p:cNvGrpSpPr/>
                <p:nvPr/>
              </p:nvGrpSpPr>
              <p:grpSpPr>
                <a:xfrm>
                  <a:off x="4275677" y="3301269"/>
                  <a:ext cx="334422" cy="144303"/>
                  <a:chOff x="4275677" y="3301269"/>
                  <a:chExt cx="334422" cy="144303"/>
                </a:xfrm>
              </p:grpSpPr>
              <p:sp>
                <p:nvSpPr>
                  <p:cNvPr id="3622" name="Google Shape;3622;p121"/>
                  <p:cNvSpPr/>
                  <p:nvPr/>
                </p:nvSpPr>
                <p:spPr>
                  <a:xfrm>
                    <a:off x="4275677" y="3331654"/>
                    <a:ext cx="334422" cy="113918"/>
                  </a:xfrm>
                  <a:custGeom>
                    <a:rect b="b" l="l" r="r" t="t"/>
                    <a:pathLst>
                      <a:path extrusionOk="0" h="113918" w="334422">
                        <a:moveTo>
                          <a:pt x="95" y="0"/>
                        </a:moveTo>
                        <a:lnTo>
                          <a:pt x="95" y="83534"/>
                        </a:lnTo>
                        <a:cubicBezTo>
                          <a:pt x="95" y="100298"/>
                          <a:pt x="74962" y="113919"/>
                          <a:pt x="167259" y="113919"/>
                        </a:cubicBezTo>
                        <a:cubicBezTo>
                          <a:pt x="259556" y="113919"/>
                          <a:pt x="334423" y="100298"/>
                          <a:pt x="334423" y="83534"/>
                        </a:cubicBezTo>
                        <a:lnTo>
                          <a:pt x="334423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CFD3D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623" name="Google Shape;3623;p121"/>
                  <p:cNvSpPr/>
                  <p:nvPr/>
                </p:nvSpPr>
                <p:spPr>
                  <a:xfrm>
                    <a:off x="4275772" y="3301269"/>
                    <a:ext cx="334327" cy="60769"/>
                  </a:xfrm>
                  <a:custGeom>
                    <a:rect b="b" l="l" r="r" t="t"/>
                    <a:pathLst>
                      <a:path extrusionOk="0" h="60769" w="334327">
                        <a:moveTo>
                          <a:pt x="334328" y="30385"/>
                        </a:moveTo>
                        <a:cubicBezTo>
                          <a:pt x="334328" y="47166"/>
                          <a:pt x="259486" y="60770"/>
                          <a:pt x="167164" y="60770"/>
                        </a:cubicBezTo>
                        <a:cubicBezTo>
                          <a:pt x="74842" y="60770"/>
                          <a:pt x="0" y="47166"/>
                          <a:pt x="0" y="30385"/>
                        </a:cubicBezTo>
                        <a:cubicBezTo>
                          <a:pt x="0" y="13604"/>
                          <a:pt x="74842" y="0"/>
                          <a:pt x="167164" y="0"/>
                        </a:cubicBezTo>
                        <a:cubicBezTo>
                          <a:pt x="259486" y="0"/>
                          <a:pt x="334328" y="13604"/>
                          <a:pt x="334328" y="30385"/>
                        </a:cubicBezTo>
                        <a:close/>
                      </a:path>
                    </a:pathLst>
                  </a:custGeom>
                  <a:solidFill>
                    <a:srgbClr val="E6EAF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3624" name="Google Shape;3624;p121"/>
                <p:cNvGrpSpPr/>
                <p:nvPr/>
              </p:nvGrpSpPr>
              <p:grpSpPr>
                <a:xfrm>
                  <a:off x="4275677" y="3183350"/>
                  <a:ext cx="334422" cy="144302"/>
                  <a:chOff x="4275677" y="3183350"/>
                  <a:chExt cx="334422" cy="144302"/>
                </a:xfrm>
              </p:grpSpPr>
              <p:sp>
                <p:nvSpPr>
                  <p:cNvPr id="3625" name="Google Shape;3625;p121"/>
                  <p:cNvSpPr/>
                  <p:nvPr/>
                </p:nvSpPr>
                <p:spPr>
                  <a:xfrm>
                    <a:off x="4275677" y="3213734"/>
                    <a:ext cx="334422" cy="113918"/>
                  </a:xfrm>
                  <a:custGeom>
                    <a:rect b="b" l="l" r="r" t="t"/>
                    <a:pathLst>
                      <a:path extrusionOk="0" h="113918" w="334422">
                        <a:moveTo>
                          <a:pt x="95" y="0"/>
                        </a:moveTo>
                        <a:lnTo>
                          <a:pt x="95" y="83534"/>
                        </a:lnTo>
                        <a:cubicBezTo>
                          <a:pt x="95" y="100298"/>
                          <a:pt x="74962" y="113919"/>
                          <a:pt x="167259" y="113919"/>
                        </a:cubicBezTo>
                        <a:cubicBezTo>
                          <a:pt x="259556" y="113919"/>
                          <a:pt x="334423" y="100298"/>
                          <a:pt x="334423" y="83534"/>
                        </a:cubicBezTo>
                        <a:lnTo>
                          <a:pt x="334423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CFD3D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626" name="Google Shape;3626;p121"/>
                  <p:cNvSpPr/>
                  <p:nvPr/>
                </p:nvSpPr>
                <p:spPr>
                  <a:xfrm>
                    <a:off x="4275772" y="3183350"/>
                    <a:ext cx="334327" cy="60769"/>
                  </a:xfrm>
                  <a:custGeom>
                    <a:rect b="b" l="l" r="r" t="t"/>
                    <a:pathLst>
                      <a:path extrusionOk="0" h="60769" w="334327">
                        <a:moveTo>
                          <a:pt x="334328" y="30385"/>
                        </a:moveTo>
                        <a:cubicBezTo>
                          <a:pt x="334328" y="47166"/>
                          <a:pt x="259486" y="60769"/>
                          <a:pt x="167164" y="60769"/>
                        </a:cubicBezTo>
                        <a:cubicBezTo>
                          <a:pt x="74842" y="60769"/>
                          <a:pt x="0" y="47166"/>
                          <a:pt x="0" y="30385"/>
                        </a:cubicBezTo>
                        <a:cubicBezTo>
                          <a:pt x="0" y="13604"/>
                          <a:pt x="74842" y="0"/>
                          <a:pt x="167164" y="0"/>
                        </a:cubicBezTo>
                        <a:cubicBezTo>
                          <a:pt x="259486" y="0"/>
                          <a:pt x="334328" y="13604"/>
                          <a:pt x="334328" y="30385"/>
                        </a:cubicBezTo>
                        <a:close/>
                      </a:path>
                    </a:pathLst>
                  </a:custGeom>
                  <a:solidFill>
                    <a:srgbClr val="E6EAF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3627" name="Google Shape;3627;p121"/>
                <p:cNvGrpSpPr/>
                <p:nvPr/>
              </p:nvGrpSpPr>
              <p:grpSpPr>
                <a:xfrm>
                  <a:off x="4275677" y="3065525"/>
                  <a:ext cx="334517" cy="144303"/>
                  <a:chOff x="4275677" y="3065525"/>
                  <a:chExt cx="334517" cy="144303"/>
                </a:xfrm>
              </p:grpSpPr>
              <p:sp>
                <p:nvSpPr>
                  <p:cNvPr id="3628" name="Google Shape;3628;p121"/>
                  <p:cNvSpPr/>
                  <p:nvPr/>
                </p:nvSpPr>
                <p:spPr>
                  <a:xfrm>
                    <a:off x="4275677" y="3095910"/>
                    <a:ext cx="334422" cy="113918"/>
                  </a:xfrm>
                  <a:custGeom>
                    <a:rect b="b" l="l" r="r" t="t"/>
                    <a:pathLst>
                      <a:path extrusionOk="0" h="113918" w="334422">
                        <a:moveTo>
                          <a:pt x="95" y="0"/>
                        </a:moveTo>
                        <a:lnTo>
                          <a:pt x="95" y="83534"/>
                        </a:lnTo>
                        <a:cubicBezTo>
                          <a:pt x="95" y="100298"/>
                          <a:pt x="74962" y="113919"/>
                          <a:pt x="167259" y="113919"/>
                        </a:cubicBezTo>
                        <a:cubicBezTo>
                          <a:pt x="259556" y="113919"/>
                          <a:pt x="334423" y="100298"/>
                          <a:pt x="334423" y="83534"/>
                        </a:cubicBezTo>
                        <a:lnTo>
                          <a:pt x="334423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CFD3D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629" name="Google Shape;3629;p121"/>
                  <p:cNvSpPr/>
                  <p:nvPr/>
                </p:nvSpPr>
                <p:spPr>
                  <a:xfrm>
                    <a:off x="4275867" y="3065525"/>
                    <a:ext cx="334327" cy="60769"/>
                  </a:xfrm>
                  <a:custGeom>
                    <a:rect b="b" l="l" r="r" t="t"/>
                    <a:pathLst>
                      <a:path extrusionOk="0" h="60769" w="334327">
                        <a:moveTo>
                          <a:pt x="334328" y="30385"/>
                        </a:moveTo>
                        <a:cubicBezTo>
                          <a:pt x="334328" y="47149"/>
                          <a:pt x="259461" y="60770"/>
                          <a:pt x="167164" y="60770"/>
                        </a:cubicBezTo>
                        <a:cubicBezTo>
                          <a:pt x="74866" y="60770"/>
                          <a:pt x="0" y="47149"/>
                          <a:pt x="0" y="30385"/>
                        </a:cubicBezTo>
                        <a:cubicBezTo>
                          <a:pt x="0" y="13621"/>
                          <a:pt x="74866" y="0"/>
                          <a:pt x="167164" y="0"/>
                        </a:cubicBezTo>
                        <a:cubicBezTo>
                          <a:pt x="259461" y="0"/>
                          <a:pt x="334328" y="13621"/>
                          <a:pt x="334328" y="30385"/>
                        </a:cubicBezTo>
                        <a:close/>
                      </a:path>
                    </a:pathLst>
                  </a:custGeom>
                  <a:solidFill>
                    <a:srgbClr val="E6EAF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3630" name="Google Shape;3630;p121"/>
              <p:cNvSpPr/>
              <p:nvPr/>
            </p:nvSpPr>
            <p:spPr>
              <a:xfrm>
                <a:off x="4529994" y="3140487"/>
                <a:ext cx="38100" cy="38100"/>
              </a:xfrm>
              <a:custGeom>
                <a:rect b="b" l="l" r="r" t="t"/>
                <a:pathLst>
                  <a:path extrusionOk="0" h="38100" w="38100">
                    <a:moveTo>
                      <a:pt x="38100" y="19050"/>
                    </a:moveTo>
                    <a:cubicBezTo>
                      <a:pt x="38100" y="29623"/>
                      <a:pt x="29528" y="38100"/>
                      <a:pt x="19050" y="38100"/>
                    </a:cubicBezTo>
                    <a:cubicBezTo>
                      <a:pt x="8572" y="38100"/>
                      <a:pt x="0" y="29528"/>
                      <a:pt x="0" y="19050"/>
                    </a:cubicBezTo>
                    <a:cubicBezTo>
                      <a:pt x="0" y="8572"/>
                      <a:pt x="8572" y="0"/>
                      <a:pt x="19050" y="0"/>
                    </a:cubicBezTo>
                    <a:cubicBezTo>
                      <a:pt x="29528" y="0"/>
                      <a:pt x="38100" y="8572"/>
                      <a:pt x="38100" y="19050"/>
                    </a:cubicBezTo>
                    <a:close/>
                  </a:path>
                </a:pathLst>
              </a:custGeom>
              <a:solidFill>
                <a:srgbClr val="55C0E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31" name="Google Shape;3631;p121"/>
              <p:cNvSpPr/>
              <p:nvPr/>
            </p:nvSpPr>
            <p:spPr>
              <a:xfrm>
                <a:off x="4529994" y="3256216"/>
                <a:ext cx="38100" cy="38100"/>
              </a:xfrm>
              <a:custGeom>
                <a:rect b="b" l="l" r="r" t="t"/>
                <a:pathLst>
                  <a:path extrusionOk="0" h="38100" w="38100">
                    <a:moveTo>
                      <a:pt x="38100" y="19050"/>
                    </a:moveTo>
                    <a:cubicBezTo>
                      <a:pt x="38100" y="29623"/>
                      <a:pt x="29528" y="38100"/>
                      <a:pt x="19050" y="38100"/>
                    </a:cubicBezTo>
                    <a:cubicBezTo>
                      <a:pt x="8572" y="38100"/>
                      <a:pt x="0" y="29528"/>
                      <a:pt x="0" y="19050"/>
                    </a:cubicBezTo>
                    <a:cubicBezTo>
                      <a:pt x="0" y="8573"/>
                      <a:pt x="8572" y="0"/>
                      <a:pt x="19050" y="0"/>
                    </a:cubicBezTo>
                    <a:cubicBezTo>
                      <a:pt x="29528" y="0"/>
                      <a:pt x="38100" y="8573"/>
                      <a:pt x="38100" y="19050"/>
                    </a:cubicBezTo>
                    <a:close/>
                  </a:path>
                </a:pathLst>
              </a:custGeom>
              <a:solidFill>
                <a:srgbClr val="E6EAF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32" name="Google Shape;3632;p121"/>
              <p:cNvSpPr/>
              <p:nvPr/>
            </p:nvSpPr>
            <p:spPr>
              <a:xfrm>
                <a:off x="4529994" y="3377088"/>
                <a:ext cx="38100" cy="38100"/>
              </a:xfrm>
              <a:custGeom>
                <a:rect b="b" l="l" r="r" t="t"/>
                <a:pathLst>
                  <a:path extrusionOk="0" h="38100" w="38100">
                    <a:moveTo>
                      <a:pt x="38100" y="19050"/>
                    </a:moveTo>
                    <a:cubicBezTo>
                      <a:pt x="38100" y="29623"/>
                      <a:pt x="29528" y="38100"/>
                      <a:pt x="19050" y="38100"/>
                    </a:cubicBezTo>
                    <a:cubicBezTo>
                      <a:pt x="8572" y="38100"/>
                      <a:pt x="0" y="29528"/>
                      <a:pt x="0" y="19050"/>
                    </a:cubicBezTo>
                    <a:cubicBezTo>
                      <a:pt x="0" y="8573"/>
                      <a:pt x="8572" y="0"/>
                      <a:pt x="19050" y="0"/>
                    </a:cubicBezTo>
                    <a:cubicBezTo>
                      <a:pt x="29528" y="0"/>
                      <a:pt x="38100" y="8573"/>
                      <a:pt x="38100" y="19050"/>
                    </a:cubicBezTo>
                    <a:close/>
                  </a:path>
                </a:pathLst>
              </a:custGeom>
              <a:solidFill>
                <a:srgbClr val="E6EAF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3633" name="Google Shape;3633;p121"/>
          <p:cNvGrpSpPr/>
          <p:nvPr/>
        </p:nvGrpSpPr>
        <p:grpSpPr>
          <a:xfrm flipH="1" rot="5400000">
            <a:off x="557972" y="4696603"/>
            <a:ext cx="16329" cy="218290"/>
            <a:chOff x="10809827" y="4402455"/>
            <a:chExt cx="24764" cy="330993"/>
          </a:xfrm>
        </p:grpSpPr>
        <p:sp>
          <p:nvSpPr>
            <p:cNvPr id="3634" name="Google Shape;3634;p121"/>
            <p:cNvSpPr/>
            <p:nvPr/>
          </p:nvSpPr>
          <p:spPr>
            <a:xfrm>
              <a:off x="10822209" y="4414266"/>
              <a:ext cx="9525" cy="307467"/>
            </a:xfrm>
            <a:custGeom>
              <a:rect b="b" l="l" r="r" t="t"/>
              <a:pathLst>
                <a:path extrusionOk="0" h="307467" w="9525">
                  <a:moveTo>
                    <a:pt x="-1" y="307467"/>
                  </a:moveTo>
                  <a:lnTo>
                    <a:pt x="-1" y="0"/>
                  </a:lnTo>
                </a:path>
              </a:pathLst>
            </a:custGeom>
            <a:solidFill>
              <a:schemeClr val="accent4"/>
            </a:solidFill>
            <a:ln cap="flat" cmpd="sng" w="10950">
              <a:solidFill>
                <a:schemeClr val="accent4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35" name="Google Shape;3635;p121"/>
            <p:cNvSpPr/>
            <p:nvPr/>
          </p:nvSpPr>
          <p:spPr>
            <a:xfrm>
              <a:off x="10809827" y="4708683"/>
              <a:ext cx="24764" cy="24765"/>
            </a:xfrm>
            <a:custGeom>
              <a:rect b="b" l="l" r="r" t="t"/>
              <a:pathLst>
                <a:path extrusionOk="0" h="24765" w="24764">
                  <a:moveTo>
                    <a:pt x="24765" y="12382"/>
                  </a:moveTo>
                  <a:cubicBezTo>
                    <a:pt x="24765" y="19240"/>
                    <a:pt x="19241" y="24765"/>
                    <a:pt x="12382" y="24765"/>
                  </a:cubicBezTo>
                  <a:cubicBezTo>
                    <a:pt x="5524" y="24765"/>
                    <a:pt x="0" y="19240"/>
                    <a:pt x="0" y="12382"/>
                  </a:cubicBezTo>
                  <a:cubicBezTo>
                    <a:pt x="0" y="5524"/>
                    <a:pt x="5524" y="0"/>
                    <a:pt x="12382" y="0"/>
                  </a:cubicBezTo>
                  <a:cubicBezTo>
                    <a:pt x="19241" y="0"/>
                    <a:pt x="24765" y="5524"/>
                    <a:pt x="24765" y="12382"/>
                  </a:cubicBezTo>
                  <a:close/>
                </a:path>
              </a:pathLst>
            </a:cu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36" name="Google Shape;3636;p121"/>
            <p:cNvSpPr/>
            <p:nvPr/>
          </p:nvSpPr>
          <p:spPr>
            <a:xfrm>
              <a:off x="10809827" y="4402455"/>
              <a:ext cx="24764" cy="24764"/>
            </a:xfrm>
            <a:custGeom>
              <a:rect b="b" l="l" r="r" t="t"/>
              <a:pathLst>
                <a:path extrusionOk="0" h="24764" w="24764">
                  <a:moveTo>
                    <a:pt x="24765" y="12382"/>
                  </a:moveTo>
                  <a:cubicBezTo>
                    <a:pt x="24765" y="5524"/>
                    <a:pt x="19241" y="0"/>
                    <a:pt x="12382" y="0"/>
                  </a:cubicBezTo>
                  <a:cubicBezTo>
                    <a:pt x="5524" y="0"/>
                    <a:pt x="0" y="5524"/>
                    <a:pt x="0" y="12382"/>
                  </a:cubicBezTo>
                  <a:cubicBezTo>
                    <a:pt x="0" y="19240"/>
                    <a:pt x="5524" y="24765"/>
                    <a:pt x="12382" y="24765"/>
                  </a:cubicBezTo>
                  <a:cubicBezTo>
                    <a:pt x="19241" y="24765"/>
                    <a:pt x="24765" y="19240"/>
                    <a:pt x="24765" y="12382"/>
                  </a:cubicBezTo>
                  <a:close/>
                </a:path>
              </a:pathLst>
            </a:cu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637" name="Google Shape;3637;p121"/>
          <p:cNvSpPr/>
          <p:nvPr/>
        </p:nvSpPr>
        <p:spPr>
          <a:xfrm rot="-532595">
            <a:off x="7984139" y="4422751"/>
            <a:ext cx="1661199" cy="1343241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8" name="Google Shape;3638;p121"/>
          <p:cNvSpPr/>
          <p:nvPr/>
        </p:nvSpPr>
        <p:spPr>
          <a:xfrm flipH="1" rot="-5145822">
            <a:off x="-1235221" y="72085"/>
            <a:ext cx="2404292" cy="1318592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3_1">
    <p:spTree>
      <p:nvGrpSpPr>
        <p:cNvPr id="3639" name="Shape 3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0" name="Google Shape;3640;p122"/>
          <p:cNvSpPr txBox="1"/>
          <p:nvPr>
            <p:ph type="title"/>
          </p:nvPr>
        </p:nvSpPr>
        <p:spPr>
          <a:xfrm>
            <a:off x="2347938" y="997200"/>
            <a:ext cx="4448100" cy="105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85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641" name="Google Shape;3641;p122"/>
          <p:cNvSpPr txBox="1"/>
          <p:nvPr>
            <p:ph idx="1" type="subTitle"/>
          </p:nvPr>
        </p:nvSpPr>
        <p:spPr>
          <a:xfrm>
            <a:off x="2347900" y="1841450"/>
            <a:ext cx="4448100" cy="105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642" name="Google Shape;3642;p122"/>
          <p:cNvSpPr txBox="1"/>
          <p:nvPr/>
        </p:nvSpPr>
        <p:spPr>
          <a:xfrm>
            <a:off x="2099100" y="3611950"/>
            <a:ext cx="4945800" cy="5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3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CREDITS:</a:t>
            </a:r>
            <a:r>
              <a:rPr lang="en"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This presentation template was created by </a:t>
            </a:r>
            <a:r>
              <a:rPr b="1" lang="en" sz="1200" u="sng">
                <a:solidFill>
                  <a:schemeClr val="hlink"/>
                </a:solidFill>
                <a:latin typeface="Open Sans"/>
                <a:ea typeface="Open Sans"/>
                <a:cs typeface="Open Sans"/>
                <a:sym typeface="Open Sans"/>
                <a:hlinkClick r:id="rId2"/>
              </a:rPr>
              <a:t>Slidesgo</a:t>
            </a:r>
            <a:r>
              <a:rPr lang="en"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, and includes icons, infographics &amp; images by </a:t>
            </a:r>
            <a:r>
              <a:rPr b="1" lang="en" sz="1200" u="sng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lang="en" sz="1200" u="sng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endParaRPr b="1" sz="1200" u="sng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643" name="Google Shape;3643;p122"/>
          <p:cNvSpPr/>
          <p:nvPr/>
        </p:nvSpPr>
        <p:spPr>
          <a:xfrm flipH="1" rot="-2493044">
            <a:off x="-1086706" y="-570280"/>
            <a:ext cx="2902912" cy="2347287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4" name="Google Shape;3644;p122"/>
          <p:cNvSpPr/>
          <p:nvPr/>
        </p:nvSpPr>
        <p:spPr>
          <a:xfrm flipH="1" rot="-5051288">
            <a:off x="7227752" y="3451481"/>
            <a:ext cx="2997828" cy="2576307"/>
          </a:xfrm>
          <a:custGeom>
            <a:rect b="b" l="l" r="r" t="t"/>
            <a:pathLst>
              <a:path extrusionOk="0" h="30330" w="38869">
                <a:moveTo>
                  <a:pt x="24297" y="1"/>
                </a:moveTo>
                <a:cubicBezTo>
                  <a:pt x="23576" y="1"/>
                  <a:pt x="22813" y="81"/>
                  <a:pt x="22018" y="271"/>
                </a:cubicBezTo>
                <a:cubicBezTo>
                  <a:pt x="16904" y="1494"/>
                  <a:pt x="14626" y="5778"/>
                  <a:pt x="11611" y="8671"/>
                </a:cubicBezTo>
                <a:cubicBezTo>
                  <a:pt x="10032" y="10186"/>
                  <a:pt x="7766" y="10684"/>
                  <a:pt x="5916" y="11826"/>
                </a:cubicBezTo>
                <a:cubicBezTo>
                  <a:pt x="0" y="15481"/>
                  <a:pt x="539" y="24197"/>
                  <a:pt x="4874" y="27639"/>
                </a:cubicBezTo>
                <a:cubicBezTo>
                  <a:pt x="7150" y="29445"/>
                  <a:pt x="9815" y="30330"/>
                  <a:pt x="12976" y="30330"/>
                </a:cubicBezTo>
                <a:cubicBezTo>
                  <a:pt x="15025" y="30330"/>
                  <a:pt x="17282" y="29958"/>
                  <a:pt x="19778" y="29225"/>
                </a:cubicBezTo>
                <a:cubicBezTo>
                  <a:pt x="26123" y="27360"/>
                  <a:pt x="30656" y="26268"/>
                  <a:pt x="34763" y="20412"/>
                </a:cubicBezTo>
                <a:cubicBezTo>
                  <a:pt x="38869" y="14558"/>
                  <a:pt x="35544" y="6859"/>
                  <a:pt x="30907" y="2368"/>
                </a:cubicBezTo>
                <a:cubicBezTo>
                  <a:pt x="30907" y="2368"/>
                  <a:pt x="28215" y="1"/>
                  <a:pt x="24297" y="1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5" name="Google Shape;3645;p122"/>
          <p:cNvSpPr/>
          <p:nvPr/>
        </p:nvSpPr>
        <p:spPr>
          <a:xfrm flipH="1" rot="460638">
            <a:off x="178423" y="3742788"/>
            <a:ext cx="1359611" cy="1222555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6" name="Google Shape;3646;p122"/>
          <p:cNvSpPr/>
          <p:nvPr/>
        </p:nvSpPr>
        <p:spPr>
          <a:xfrm flipH="1" rot="460623">
            <a:off x="6683138" y="-2074210"/>
            <a:ext cx="4087061" cy="3304707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9">
    <p:spTree>
      <p:nvGrpSpPr>
        <p:cNvPr id="3647" name="Shape 3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8" name="Google Shape;3648;p123"/>
          <p:cNvSpPr/>
          <p:nvPr/>
        </p:nvSpPr>
        <p:spPr>
          <a:xfrm flipH="1" rot="-1900174">
            <a:off x="-500059" y="-436065"/>
            <a:ext cx="1729608" cy="1398556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9" name="Google Shape;3649;p123"/>
          <p:cNvSpPr/>
          <p:nvPr/>
        </p:nvSpPr>
        <p:spPr>
          <a:xfrm flipH="1" rot="-3263452">
            <a:off x="5847147" y="3927927"/>
            <a:ext cx="2997856" cy="2576292"/>
          </a:xfrm>
          <a:custGeom>
            <a:rect b="b" l="l" r="r" t="t"/>
            <a:pathLst>
              <a:path extrusionOk="0" h="30330" w="38869">
                <a:moveTo>
                  <a:pt x="24297" y="1"/>
                </a:moveTo>
                <a:cubicBezTo>
                  <a:pt x="23576" y="1"/>
                  <a:pt x="22813" y="81"/>
                  <a:pt x="22018" y="271"/>
                </a:cubicBezTo>
                <a:cubicBezTo>
                  <a:pt x="16904" y="1494"/>
                  <a:pt x="14626" y="5778"/>
                  <a:pt x="11611" y="8671"/>
                </a:cubicBezTo>
                <a:cubicBezTo>
                  <a:pt x="10032" y="10186"/>
                  <a:pt x="7766" y="10684"/>
                  <a:pt x="5916" y="11826"/>
                </a:cubicBezTo>
                <a:cubicBezTo>
                  <a:pt x="0" y="15481"/>
                  <a:pt x="539" y="24197"/>
                  <a:pt x="4874" y="27639"/>
                </a:cubicBezTo>
                <a:cubicBezTo>
                  <a:pt x="7150" y="29445"/>
                  <a:pt x="9815" y="30330"/>
                  <a:pt x="12976" y="30330"/>
                </a:cubicBezTo>
                <a:cubicBezTo>
                  <a:pt x="15025" y="30330"/>
                  <a:pt x="17282" y="29958"/>
                  <a:pt x="19778" y="29225"/>
                </a:cubicBezTo>
                <a:cubicBezTo>
                  <a:pt x="26123" y="27360"/>
                  <a:pt x="30656" y="26268"/>
                  <a:pt x="34763" y="20412"/>
                </a:cubicBezTo>
                <a:cubicBezTo>
                  <a:pt x="38869" y="14558"/>
                  <a:pt x="35544" y="6859"/>
                  <a:pt x="30907" y="2368"/>
                </a:cubicBezTo>
                <a:cubicBezTo>
                  <a:pt x="30907" y="2368"/>
                  <a:pt x="28215" y="1"/>
                  <a:pt x="24297" y="1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0" name="Google Shape;3650;p123"/>
          <p:cNvSpPr/>
          <p:nvPr/>
        </p:nvSpPr>
        <p:spPr>
          <a:xfrm flipH="1" rot="460623">
            <a:off x="6387251" y="-1517085"/>
            <a:ext cx="4087061" cy="3304707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1" name="Google Shape;3651;p123"/>
          <p:cNvSpPr/>
          <p:nvPr/>
        </p:nvSpPr>
        <p:spPr>
          <a:xfrm flipH="1" rot="531593">
            <a:off x="-1222788" y="3829381"/>
            <a:ext cx="2902962" cy="2347327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652" name="Google Shape;3652;p123"/>
          <p:cNvGrpSpPr/>
          <p:nvPr/>
        </p:nvGrpSpPr>
        <p:grpSpPr>
          <a:xfrm>
            <a:off x="7931872" y="177093"/>
            <a:ext cx="997823" cy="737095"/>
            <a:chOff x="7931872" y="177093"/>
            <a:chExt cx="997823" cy="737095"/>
          </a:xfrm>
        </p:grpSpPr>
        <p:grpSp>
          <p:nvGrpSpPr>
            <p:cNvPr id="3653" name="Google Shape;3653;p123"/>
            <p:cNvGrpSpPr/>
            <p:nvPr/>
          </p:nvGrpSpPr>
          <p:grpSpPr>
            <a:xfrm>
              <a:off x="7931872" y="177093"/>
              <a:ext cx="919725" cy="318025"/>
              <a:chOff x="7230903" y="4635722"/>
              <a:chExt cx="652843" cy="225742"/>
            </a:xfrm>
          </p:grpSpPr>
          <p:sp>
            <p:nvSpPr>
              <p:cNvPr id="3654" name="Google Shape;3654;p123"/>
              <p:cNvSpPr/>
              <p:nvPr/>
            </p:nvSpPr>
            <p:spPr>
              <a:xfrm>
                <a:off x="7230903" y="4635722"/>
                <a:ext cx="652843" cy="225742"/>
              </a:xfrm>
              <a:custGeom>
                <a:rect b="b" l="l" r="r" t="t"/>
                <a:pathLst>
                  <a:path extrusionOk="0" h="225742" w="652843">
                    <a:moveTo>
                      <a:pt x="619030" y="0"/>
                    </a:moveTo>
                    <a:cubicBezTo>
                      <a:pt x="637705" y="0"/>
                      <a:pt x="652844" y="15139"/>
                      <a:pt x="652844" y="33814"/>
                    </a:cubicBezTo>
                    <a:lnTo>
                      <a:pt x="652844" y="191929"/>
                    </a:lnTo>
                    <a:cubicBezTo>
                      <a:pt x="652844" y="210603"/>
                      <a:pt x="637704" y="225742"/>
                      <a:pt x="619030" y="225742"/>
                    </a:cubicBezTo>
                    <a:lnTo>
                      <a:pt x="33814" y="225742"/>
                    </a:lnTo>
                    <a:cubicBezTo>
                      <a:pt x="15139" y="225742"/>
                      <a:pt x="0" y="210603"/>
                      <a:pt x="0" y="191929"/>
                    </a:cubicBezTo>
                    <a:lnTo>
                      <a:pt x="0" y="33814"/>
                    </a:lnTo>
                    <a:cubicBezTo>
                      <a:pt x="0" y="15139"/>
                      <a:pt x="15139" y="0"/>
                      <a:pt x="33814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55" name="Google Shape;3655;p123"/>
              <p:cNvSpPr/>
              <p:nvPr/>
            </p:nvSpPr>
            <p:spPr>
              <a:xfrm>
                <a:off x="7287577" y="4672107"/>
                <a:ext cx="151161" cy="151161"/>
              </a:xfrm>
              <a:custGeom>
                <a:rect b="b" l="l" r="r" t="t"/>
                <a:pathLst>
                  <a:path extrusionOk="0" h="151161" w="151161">
                    <a:moveTo>
                      <a:pt x="0" y="0"/>
                    </a:moveTo>
                    <a:lnTo>
                      <a:pt x="151161" y="0"/>
                    </a:lnTo>
                    <a:lnTo>
                      <a:pt x="151161" y="151162"/>
                    </a:lnTo>
                    <a:lnTo>
                      <a:pt x="0" y="151162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3656" name="Google Shape;3656;p123"/>
              <p:cNvGrpSpPr/>
              <p:nvPr/>
            </p:nvGrpSpPr>
            <p:grpSpPr>
              <a:xfrm>
                <a:off x="7487126" y="4676394"/>
                <a:ext cx="332041" cy="142684"/>
                <a:chOff x="7487126" y="4676394"/>
                <a:chExt cx="332041" cy="142684"/>
              </a:xfrm>
            </p:grpSpPr>
            <p:sp>
              <p:nvSpPr>
                <p:cNvPr id="3657" name="Google Shape;3657;p123"/>
                <p:cNvSpPr/>
                <p:nvPr/>
              </p:nvSpPr>
              <p:spPr>
                <a:xfrm>
                  <a:off x="7487126" y="4676394"/>
                  <a:ext cx="332041" cy="20383"/>
                </a:xfrm>
                <a:custGeom>
                  <a:rect b="b" l="l" r="r" t="t"/>
                  <a:pathLst>
                    <a:path extrusionOk="0" h="20383" w="332041">
                      <a:moveTo>
                        <a:pt x="0" y="0"/>
                      </a:moveTo>
                      <a:lnTo>
                        <a:pt x="332041" y="0"/>
                      </a:lnTo>
                      <a:lnTo>
                        <a:pt x="332041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658" name="Google Shape;3658;p123"/>
                <p:cNvSpPr/>
                <p:nvPr/>
              </p:nvSpPr>
              <p:spPr>
                <a:xfrm>
                  <a:off x="7487126" y="4717161"/>
                  <a:ext cx="290322" cy="20383"/>
                </a:xfrm>
                <a:custGeom>
                  <a:rect b="b" l="l" r="r" t="t"/>
                  <a:pathLst>
                    <a:path extrusionOk="0" h="20383" w="290322">
                      <a:moveTo>
                        <a:pt x="0" y="0"/>
                      </a:moveTo>
                      <a:lnTo>
                        <a:pt x="290322" y="0"/>
                      </a:lnTo>
                      <a:lnTo>
                        <a:pt x="290322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659" name="Google Shape;3659;p123"/>
                <p:cNvSpPr/>
                <p:nvPr/>
              </p:nvSpPr>
              <p:spPr>
                <a:xfrm>
                  <a:off x="7487126" y="4757928"/>
                  <a:ext cx="303942" cy="20383"/>
                </a:xfrm>
                <a:custGeom>
                  <a:rect b="b" l="l" r="r" t="t"/>
                  <a:pathLst>
                    <a:path extrusionOk="0" h="20383" w="303942">
                      <a:moveTo>
                        <a:pt x="0" y="0"/>
                      </a:moveTo>
                      <a:lnTo>
                        <a:pt x="303942" y="0"/>
                      </a:lnTo>
                      <a:lnTo>
                        <a:pt x="303942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660" name="Google Shape;3660;p123"/>
                <p:cNvSpPr/>
                <p:nvPr/>
              </p:nvSpPr>
              <p:spPr>
                <a:xfrm>
                  <a:off x="7487126" y="4798695"/>
                  <a:ext cx="171545" cy="20383"/>
                </a:xfrm>
                <a:custGeom>
                  <a:rect b="b" l="l" r="r" t="t"/>
                  <a:pathLst>
                    <a:path extrusionOk="0" h="20383" w="171545">
                      <a:moveTo>
                        <a:pt x="0" y="0"/>
                      </a:moveTo>
                      <a:lnTo>
                        <a:pt x="171545" y="0"/>
                      </a:lnTo>
                      <a:lnTo>
                        <a:pt x="171545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3661" name="Google Shape;3661;p123"/>
            <p:cNvGrpSpPr/>
            <p:nvPr/>
          </p:nvGrpSpPr>
          <p:grpSpPr>
            <a:xfrm>
              <a:off x="7931872" y="596163"/>
              <a:ext cx="919725" cy="318025"/>
              <a:chOff x="7230903" y="4933188"/>
              <a:chExt cx="652843" cy="225742"/>
            </a:xfrm>
          </p:grpSpPr>
          <p:grpSp>
            <p:nvGrpSpPr>
              <p:cNvPr id="3662" name="Google Shape;3662;p123"/>
              <p:cNvGrpSpPr/>
              <p:nvPr/>
            </p:nvGrpSpPr>
            <p:grpSpPr>
              <a:xfrm>
                <a:off x="7230903" y="4933188"/>
                <a:ext cx="652843" cy="225742"/>
                <a:chOff x="7230903" y="4933188"/>
                <a:chExt cx="652843" cy="225742"/>
              </a:xfrm>
            </p:grpSpPr>
            <p:sp>
              <p:nvSpPr>
                <p:cNvPr id="3663" name="Google Shape;3663;p123"/>
                <p:cNvSpPr/>
                <p:nvPr/>
              </p:nvSpPr>
              <p:spPr>
                <a:xfrm>
                  <a:off x="7230903" y="4933188"/>
                  <a:ext cx="652843" cy="225742"/>
                </a:xfrm>
                <a:custGeom>
                  <a:rect b="b" l="l" r="r" t="t"/>
                  <a:pathLst>
                    <a:path extrusionOk="0" h="225742" w="652843">
                      <a:moveTo>
                        <a:pt x="619030" y="0"/>
                      </a:moveTo>
                      <a:cubicBezTo>
                        <a:pt x="637705" y="0"/>
                        <a:pt x="652844" y="15139"/>
                        <a:pt x="652844" y="33814"/>
                      </a:cubicBezTo>
                      <a:lnTo>
                        <a:pt x="652844" y="191929"/>
                      </a:lnTo>
                      <a:cubicBezTo>
                        <a:pt x="652844" y="210604"/>
                        <a:pt x="637704" y="225742"/>
                        <a:pt x="619030" y="225742"/>
                      </a:cubicBezTo>
                      <a:lnTo>
                        <a:pt x="33814" y="225742"/>
                      </a:lnTo>
                      <a:cubicBezTo>
                        <a:pt x="15139" y="225742"/>
                        <a:pt x="0" y="210604"/>
                        <a:pt x="0" y="191929"/>
                      </a:cubicBezTo>
                      <a:lnTo>
                        <a:pt x="0" y="33814"/>
                      </a:lnTo>
                      <a:cubicBezTo>
                        <a:pt x="0" y="15139"/>
                        <a:pt x="15139" y="0"/>
                        <a:pt x="33814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664" name="Google Shape;3664;p123"/>
                <p:cNvSpPr/>
                <p:nvPr/>
              </p:nvSpPr>
              <p:spPr>
                <a:xfrm>
                  <a:off x="7287577" y="4969668"/>
                  <a:ext cx="151161" cy="151161"/>
                </a:xfrm>
                <a:custGeom>
                  <a:rect b="b" l="l" r="r" t="t"/>
                  <a:pathLst>
                    <a:path extrusionOk="0" h="151161" w="151161">
                      <a:moveTo>
                        <a:pt x="75534" y="151162"/>
                      </a:moveTo>
                      <a:lnTo>
                        <a:pt x="75534" y="151162"/>
                      </a:lnTo>
                      <a:cubicBezTo>
                        <a:pt x="33814" y="151162"/>
                        <a:pt x="0" y="117348"/>
                        <a:pt x="0" y="75629"/>
                      </a:cubicBezTo>
                      <a:lnTo>
                        <a:pt x="0" y="75629"/>
                      </a:lnTo>
                      <a:cubicBezTo>
                        <a:pt x="0" y="33909"/>
                        <a:pt x="33814" y="0"/>
                        <a:pt x="75534" y="0"/>
                      </a:cubicBezTo>
                      <a:lnTo>
                        <a:pt x="75534" y="0"/>
                      </a:lnTo>
                      <a:cubicBezTo>
                        <a:pt x="117253" y="0"/>
                        <a:pt x="151162" y="33814"/>
                        <a:pt x="151162" y="75533"/>
                      </a:cubicBezTo>
                      <a:lnTo>
                        <a:pt x="151162" y="75533"/>
                      </a:lnTo>
                      <a:cubicBezTo>
                        <a:pt x="151162" y="117253"/>
                        <a:pt x="117348" y="151162"/>
                        <a:pt x="75534" y="151162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3665" name="Google Shape;3665;p123"/>
                <p:cNvGrpSpPr/>
                <p:nvPr/>
              </p:nvGrpSpPr>
              <p:grpSpPr>
                <a:xfrm>
                  <a:off x="7487126" y="4973859"/>
                  <a:ext cx="332041" cy="142684"/>
                  <a:chOff x="7487126" y="4973859"/>
                  <a:chExt cx="332041" cy="142684"/>
                </a:xfrm>
              </p:grpSpPr>
              <p:sp>
                <p:nvSpPr>
                  <p:cNvPr id="3666" name="Google Shape;3666;p123"/>
                  <p:cNvSpPr/>
                  <p:nvPr/>
                </p:nvSpPr>
                <p:spPr>
                  <a:xfrm>
                    <a:off x="7506747" y="4973859"/>
                    <a:ext cx="280034" cy="20383"/>
                  </a:xfrm>
                  <a:custGeom>
                    <a:rect b="b" l="l" r="r" t="t"/>
                    <a:pathLst>
                      <a:path extrusionOk="0" h="20383" w="280034">
                        <a:moveTo>
                          <a:pt x="0" y="0"/>
                        </a:moveTo>
                        <a:lnTo>
                          <a:pt x="280035" y="0"/>
                        </a:lnTo>
                        <a:lnTo>
                          <a:pt x="280035" y="20384"/>
                        </a:lnTo>
                        <a:lnTo>
                          <a:pt x="0" y="2038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667" name="Google Shape;3667;p123"/>
                  <p:cNvSpPr/>
                  <p:nvPr/>
                </p:nvSpPr>
                <p:spPr>
                  <a:xfrm>
                    <a:off x="7487126" y="5014626"/>
                    <a:ext cx="205073" cy="20383"/>
                  </a:xfrm>
                  <a:custGeom>
                    <a:rect b="b" l="l" r="r" t="t"/>
                    <a:pathLst>
                      <a:path extrusionOk="0" h="20383" w="205073">
                        <a:moveTo>
                          <a:pt x="0" y="0"/>
                        </a:moveTo>
                        <a:lnTo>
                          <a:pt x="205073" y="0"/>
                        </a:lnTo>
                        <a:lnTo>
                          <a:pt x="205073" y="20384"/>
                        </a:lnTo>
                        <a:lnTo>
                          <a:pt x="0" y="2038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668" name="Google Shape;3668;p123"/>
                  <p:cNvSpPr/>
                  <p:nvPr/>
                </p:nvSpPr>
                <p:spPr>
                  <a:xfrm>
                    <a:off x="7487126" y="5055393"/>
                    <a:ext cx="332041" cy="20383"/>
                  </a:xfrm>
                  <a:custGeom>
                    <a:rect b="b" l="l" r="r" t="t"/>
                    <a:pathLst>
                      <a:path extrusionOk="0" h="20383" w="332041">
                        <a:moveTo>
                          <a:pt x="0" y="0"/>
                        </a:moveTo>
                        <a:lnTo>
                          <a:pt x="332041" y="0"/>
                        </a:lnTo>
                        <a:lnTo>
                          <a:pt x="332041" y="20384"/>
                        </a:lnTo>
                        <a:lnTo>
                          <a:pt x="0" y="2038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669" name="Google Shape;3669;p123"/>
                  <p:cNvSpPr/>
                  <p:nvPr/>
                </p:nvSpPr>
                <p:spPr>
                  <a:xfrm>
                    <a:off x="7487126" y="5096160"/>
                    <a:ext cx="171545" cy="20383"/>
                  </a:xfrm>
                  <a:custGeom>
                    <a:rect b="b" l="l" r="r" t="t"/>
                    <a:pathLst>
                      <a:path extrusionOk="0" h="20383" w="171545">
                        <a:moveTo>
                          <a:pt x="0" y="0"/>
                        </a:moveTo>
                        <a:lnTo>
                          <a:pt x="171545" y="0"/>
                        </a:lnTo>
                        <a:lnTo>
                          <a:pt x="171545" y="20384"/>
                        </a:lnTo>
                        <a:lnTo>
                          <a:pt x="0" y="2038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3670" name="Google Shape;3670;p123"/>
              <p:cNvSpPr/>
              <p:nvPr/>
            </p:nvSpPr>
            <p:spPr>
              <a:xfrm>
                <a:off x="7338250" y="5011639"/>
                <a:ext cx="50734" cy="60632"/>
              </a:xfrm>
              <a:custGeom>
                <a:rect b="b" l="l" r="r" t="t"/>
                <a:pathLst>
                  <a:path extrusionOk="0" h="60632" w="50734">
                    <a:moveTo>
                      <a:pt x="0" y="4892"/>
                    </a:moveTo>
                    <a:lnTo>
                      <a:pt x="0" y="55851"/>
                    </a:lnTo>
                    <a:cubicBezTo>
                      <a:pt x="0" y="59566"/>
                      <a:pt x="4001" y="61851"/>
                      <a:pt x="7239" y="59947"/>
                    </a:cubicBezTo>
                    <a:lnTo>
                      <a:pt x="48387" y="35563"/>
                    </a:lnTo>
                    <a:cubicBezTo>
                      <a:pt x="51435" y="33753"/>
                      <a:pt x="51531" y="29371"/>
                      <a:pt x="48578" y="27371"/>
                    </a:cubicBezTo>
                    <a:lnTo>
                      <a:pt x="7430" y="796"/>
                    </a:lnTo>
                    <a:cubicBezTo>
                      <a:pt x="4191" y="-1299"/>
                      <a:pt x="0" y="987"/>
                      <a:pt x="0" y="4797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671" name="Google Shape;3671;p123"/>
            <p:cNvGrpSpPr/>
            <p:nvPr/>
          </p:nvGrpSpPr>
          <p:grpSpPr>
            <a:xfrm>
              <a:off x="8756326" y="539537"/>
              <a:ext cx="173370" cy="112691"/>
              <a:chOff x="7816120" y="4892994"/>
              <a:chExt cx="123062" cy="79991"/>
            </a:xfrm>
          </p:grpSpPr>
          <p:grpSp>
            <p:nvGrpSpPr>
              <p:cNvPr id="3672" name="Google Shape;3672;p123"/>
              <p:cNvGrpSpPr/>
              <p:nvPr/>
            </p:nvGrpSpPr>
            <p:grpSpPr>
              <a:xfrm>
                <a:off x="7816120" y="4902803"/>
                <a:ext cx="123062" cy="63817"/>
                <a:chOff x="7816120" y="4902803"/>
                <a:chExt cx="123062" cy="63817"/>
              </a:xfrm>
            </p:grpSpPr>
            <p:sp>
              <p:nvSpPr>
                <p:cNvPr id="3673" name="Google Shape;3673;p123"/>
                <p:cNvSpPr/>
                <p:nvPr/>
              </p:nvSpPr>
              <p:spPr>
                <a:xfrm>
                  <a:off x="7816120" y="4902803"/>
                  <a:ext cx="123062" cy="63817"/>
                </a:xfrm>
                <a:custGeom>
                  <a:rect b="b" l="l" r="r" t="t"/>
                  <a:pathLst>
                    <a:path extrusionOk="0" h="63817" w="123062">
                      <a:moveTo>
                        <a:pt x="61531" y="63817"/>
                      </a:moveTo>
                      <a:cubicBezTo>
                        <a:pt x="86963" y="63817"/>
                        <a:pt x="109442" y="51244"/>
                        <a:pt x="123063" y="31909"/>
                      </a:cubicBezTo>
                      <a:cubicBezTo>
                        <a:pt x="109442" y="12573"/>
                        <a:pt x="86963" y="0"/>
                        <a:pt x="61531" y="0"/>
                      </a:cubicBezTo>
                      <a:cubicBezTo>
                        <a:pt x="36100" y="0"/>
                        <a:pt x="13621" y="12573"/>
                        <a:pt x="0" y="31909"/>
                      </a:cubicBezTo>
                      <a:cubicBezTo>
                        <a:pt x="13621" y="51244"/>
                        <a:pt x="36100" y="63817"/>
                        <a:pt x="61531" y="63817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674" name="Google Shape;3674;p123"/>
                <p:cNvSpPr/>
                <p:nvPr/>
              </p:nvSpPr>
              <p:spPr>
                <a:xfrm>
                  <a:off x="7858029" y="4915090"/>
                  <a:ext cx="39242" cy="39243"/>
                </a:xfrm>
                <a:custGeom>
                  <a:rect b="b" l="l" r="r" t="t"/>
                  <a:pathLst>
                    <a:path extrusionOk="0" h="39243" w="39242">
                      <a:moveTo>
                        <a:pt x="39243" y="19621"/>
                      </a:moveTo>
                      <a:cubicBezTo>
                        <a:pt x="39243" y="30458"/>
                        <a:pt x="30458" y="39243"/>
                        <a:pt x="19621" y="39243"/>
                      </a:cubicBezTo>
                      <a:cubicBezTo>
                        <a:pt x="8785" y="39243"/>
                        <a:pt x="0" y="30458"/>
                        <a:pt x="0" y="19621"/>
                      </a:cubicBezTo>
                      <a:cubicBezTo>
                        <a:pt x="0" y="8785"/>
                        <a:pt x="8785" y="0"/>
                        <a:pt x="19621" y="0"/>
                      </a:cubicBezTo>
                      <a:cubicBezTo>
                        <a:pt x="30458" y="0"/>
                        <a:pt x="39243" y="8785"/>
                        <a:pt x="39243" y="1962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3675" name="Google Shape;3675;p123"/>
              <p:cNvSpPr/>
              <p:nvPr/>
            </p:nvSpPr>
            <p:spPr>
              <a:xfrm rot="-2700000">
                <a:off x="7825456" y="4928129"/>
                <a:ext cx="103403" cy="9720"/>
              </a:xfrm>
              <a:custGeom>
                <a:rect b="b" l="l" r="r" t="t"/>
                <a:pathLst>
                  <a:path extrusionOk="0" h="9715" w="103346">
                    <a:moveTo>
                      <a:pt x="0" y="0"/>
                    </a:moveTo>
                    <a:lnTo>
                      <a:pt x="103346" y="0"/>
                    </a:lnTo>
                    <a:lnTo>
                      <a:pt x="103346" y="9716"/>
                    </a:lnTo>
                    <a:lnTo>
                      <a:pt x="0" y="9716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9_1">
    <p:spTree>
      <p:nvGrpSpPr>
        <p:cNvPr id="3676" name="Shape 3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7" name="Google Shape;3677;p124"/>
          <p:cNvSpPr/>
          <p:nvPr/>
        </p:nvSpPr>
        <p:spPr>
          <a:xfrm flipH="1" rot="8819869">
            <a:off x="7035528" y="3933627"/>
            <a:ext cx="3158468" cy="2509642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78" name="Google Shape;3678;p124"/>
          <p:cNvSpPr/>
          <p:nvPr/>
        </p:nvSpPr>
        <p:spPr>
          <a:xfrm flipH="1" rot="-3657034">
            <a:off x="-1336268" y="-858934"/>
            <a:ext cx="2746020" cy="1921695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679" name="Google Shape;3679;p124"/>
          <p:cNvGrpSpPr/>
          <p:nvPr/>
        </p:nvGrpSpPr>
        <p:grpSpPr>
          <a:xfrm>
            <a:off x="65066" y="4373044"/>
            <a:ext cx="878158" cy="654532"/>
            <a:chOff x="1114425" y="4361211"/>
            <a:chExt cx="573023" cy="427101"/>
          </a:xfrm>
        </p:grpSpPr>
        <p:grpSp>
          <p:nvGrpSpPr>
            <p:cNvPr id="3680" name="Google Shape;3680;p124"/>
            <p:cNvGrpSpPr/>
            <p:nvPr/>
          </p:nvGrpSpPr>
          <p:grpSpPr>
            <a:xfrm>
              <a:off x="1114425" y="4361211"/>
              <a:ext cx="573023" cy="427101"/>
              <a:chOff x="1114425" y="4361211"/>
              <a:chExt cx="573023" cy="427101"/>
            </a:xfrm>
          </p:grpSpPr>
          <p:sp>
            <p:nvSpPr>
              <p:cNvPr id="3681" name="Google Shape;3681;p124"/>
              <p:cNvSpPr/>
              <p:nvPr/>
            </p:nvSpPr>
            <p:spPr>
              <a:xfrm>
                <a:off x="1241964" y="4361211"/>
                <a:ext cx="445484" cy="299466"/>
              </a:xfrm>
              <a:custGeom>
                <a:rect b="b" l="l" r="r" t="t"/>
                <a:pathLst>
                  <a:path extrusionOk="0" h="299466" w="445484">
                    <a:moveTo>
                      <a:pt x="139160" y="7715"/>
                    </a:moveTo>
                    <a:lnTo>
                      <a:pt x="173450" y="42005"/>
                    </a:lnTo>
                    <a:cubicBezTo>
                      <a:pt x="178403" y="46958"/>
                      <a:pt x="185166" y="49721"/>
                      <a:pt x="192215" y="49721"/>
                    </a:cubicBezTo>
                    <a:lnTo>
                      <a:pt x="419005" y="49721"/>
                    </a:lnTo>
                    <a:cubicBezTo>
                      <a:pt x="433673" y="49721"/>
                      <a:pt x="445484" y="61627"/>
                      <a:pt x="445484" y="76200"/>
                    </a:cubicBezTo>
                    <a:lnTo>
                      <a:pt x="445484" y="272987"/>
                    </a:lnTo>
                    <a:cubicBezTo>
                      <a:pt x="445484" y="287655"/>
                      <a:pt x="433578" y="299466"/>
                      <a:pt x="419005" y="299466"/>
                    </a:cubicBezTo>
                    <a:lnTo>
                      <a:pt x="26479" y="299466"/>
                    </a:lnTo>
                    <a:cubicBezTo>
                      <a:pt x="11811" y="299466"/>
                      <a:pt x="0" y="287560"/>
                      <a:pt x="0" y="272987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79" y="0"/>
                    </a:cubicBezTo>
                    <a:lnTo>
                      <a:pt x="120396" y="0"/>
                    </a:lnTo>
                    <a:cubicBezTo>
                      <a:pt x="127445" y="0"/>
                      <a:pt x="134207" y="2762"/>
                      <a:pt x="139160" y="7715"/>
                    </a:cubicBezTo>
                    <a:close/>
                  </a:path>
                </a:pathLst>
              </a:custGeom>
              <a:solidFill>
                <a:srgbClr val="35363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82" name="Google Shape;3682;p124"/>
              <p:cNvSpPr/>
              <p:nvPr/>
            </p:nvSpPr>
            <p:spPr>
              <a:xfrm>
                <a:off x="1178242" y="4425029"/>
                <a:ext cx="445484" cy="299466"/>
              </a:xfrm>
              <a:custGeom>
                <a:rect b="b" l="l" r="r" t="t"/>
                <a:pathLst>
                  <a:path extrusionOk="0" h="299466" w="445484">
                    <a:moveTo>
                      <a:pt x="139160" y="7620"/>
                    </a:moveTo>
                    <a:lnTo>
                      <a:pt x="173450" y="41910"/>
                    </a:lnTo>
                    <a:cubicBezTo>
                      <a:pt x="178403" y="46863"/>
                      <a:pt x="185166" y="49721"/>
                      <a:pt x="192215" y="49721"/>
                    </a:cubicBezTo>
                    <a:lnTo>
                      <a:pt x="419005" y="49721"/>
                    </a:lnTo>
                    <a:cubicBezTo>
                      <a:pt x="433673" y="49721"/>
                      <a:pt x="445484" y="61627"/>
                      <a:pt x="445484" y="76200"/>
                    </a:cubicBezTo>
                    <a:lnTo>
                      <a:pt x="445484" y="272987"/>
                    </a:lnTo>
                    <a:cubicBezTo>
                      <a:pt x="445484" y="287655"/>
                      <a:pt x="433578" y="299466"/>
                      <a:pt x="419005" y="299466"/>
                    </a:cubicBezTo>
                    <a:lnTo>
                      <a:pt x="26479" y="299466"/>
                    </a:lnTo>
                    <a:cubicBezTo>
                      <a:pt x="11811" y="299466"/>
                      <a:pt x="0" y="287560"/>
                      <a:pt x="0" y="272987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79" y="0"/>
                    </a:cubicBezTo>
                    <a:lnTo>
                      <a:pt x="120396" y="0"/>
                    </a:lnTo>
                    <a:cubicBezTo>
                      <a:pt x="127445" y="0"/>
                      <a:pt x="134207" y="2762"/>
                      <a:pt x="139160" y="7715"/>
                    </a:cubicBezTo>
                    <a:close/>
                  </a:path>
                </a:pathLst>
              </a:custGeom>
              <a:solidFill>
                <a:srgbClr val="42444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83" name="Google Shape;3683;p124"/>
              <p:cNvSpPr/>
              <p:nvPr/>
            </p:nvSpPr>
            <p:spPr>
              <a:xfrm>
                <a:off x="1114425" y="4488846"/>
                <a:ext cx="445484" cy="299466"/>
              </a:xfrm>
              <a:custGeom>
                <a:rect b="b" l="l" r="r" t="t"/>
                <a:pathLst>
                  <a:path extrusionOk="0" h="299466" w="445484">
                    <a:moveTo>
                      <a:pt x="139160" y="7620"/>
                    </a:moveTo>
                    <a:lnTo>
                      <a:pt x="173450" y="41910"/>
                    </a:lnTo>
                    <a:cubicBezTo>
                      <a:pt x="178403" y="46863"/>
                      <a:pt x="185166" y="49721"/>
                      <a:pt x="192215" y="49721"/>
                    </a:cubicBezTo>
                    <a:lnTo>
                      <a:pt x="419005" y="49721"/>
                    </a:lnTo>
                    <a:cubicBezTo>
                      <a:pt x="433673" y="49721"/>
                      <a:pt x="445484" y="61627"/>
                      <a:pt x="445484" y="76200"/>
                    </a:cubicBezTo>
                    <a:lnTo>
                      <a:pt x="445484" y="272987"/>
                    </a:lnTo>
                    <a:cubicBezTo>
                      <a:pt x="445484" y="287655"/>
                      <a:pt x="433578" y="299466"/>
                      <a:pt x="419005" y="299466"/>
                    </a:cubicBezTo>
                    <a:lnTo>
                      <a:pt x="26480" y="299466"/>
                    </a:lnTo>
                    <a:cubicBezTo>
                      <a:pt x="11811" y="299466"/>
                      <a:pt x="0" y="287560"/>
                      <a:pt x="0" y="272987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80" y="0"/>
                    </a:cubicBezTo>
                    <a:lnTo>
                      <a:pt x="120396" y="0"/>
                    </a:lnTo>
                    <a:cubicBezTo>
                      <a:pt x="127445" y="0"/>
                      <a:pt x="134207" y="2762"/>
                      <a:pt x="139160" y="7811"/>
                    </a:cubicBezTo>
                    <a:close/>
                  </a:path>
                </a:pathLst>
              </a:custGeom>
              <a:solidFill>
                <a:srgbClr val="6F708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684" name="Google Shape;3684;p124"/>
            <p:cNvSpPr/>
            <p:nvPr/>
          </p:nvSpPr>
          <p:spPr>
            <a:xfrm>
              <a:off x="1303210" y="4628965"/>
              <a:ext cx="68735" cy="82063"/>
            </a:xfrm>
            <a:custGeom>
              <a:rect b="b" l="l" r="r" t="t"/>
              <a:pathLst>
                <a:path extrusionOk="0" h="82063" w="68735">
                  <a:moveTo>
                    <a:pt x="0" y="6471"/>
                  </a:moveTo>
                  <a:lnTo>
                    <a:pt x="0" y="75527"/>
                  </a:lnTo>
                  <a:cubicBezTo>
                    <a:pt x="0" y="80575"/>
                    <a:pt x="5524" y="83719"/>
                    <a:pt x="9811" y="81147"/>
                  </a:cubicBezTo>
                  <a:lnTo>
                    <a:pt x="65532" y="48095"/>
                  </a:lnTo>
                  <a:cubicBezTo>
                    <a:pt x="69723" y="45619"/>
                    <a:pt x="69818" y="39618"/>
                    <a:pt x="65723" y="37046"/>
                  </a:cubicBezTo>
                  <a:lnTo>
                    <a:pt x="10001" y="1042"/>
                  </a:lnTo>
                  <a:cubicBezTo>
                    <a:pt x="5715" y="-1721"/>
                    <a:pt x="0" y="1327"/>
                    <a:pt x="0" y="647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685" name="Google Shape;3685;p124"/>
          <p:cNvGrpSpPr/>
          <p:nvPr/>
        </p:nvGrpSpPr>
        <p:grpSpPr>
          <a:xfrm>
            <a:off x="8114970" y="266839"/>
            <a:ext cx="829992" cy="750888"/>
            <a:chOff x="8114596" y="445039"/>
            <a:chExt cx="633002" cy="572716"/>
          </a:xfrm>
        </p:grpSpPr>
        <p:grpSp>
          <p:nvGrpSpPr>
            <p:cNvPr id="3686" name="Google Shape;3686;p124"/>
            <p:cNvGrpSpPr/>
            <p:nvPr/>
          </p:nvGrpSpPr>
          <p:grpSpPr>
            <a:xfrm>
              <a:off x="8114596" y="445039"/>
              <a:ext cx="633002" cy="572716"/>
              <a:chOff x="7189660" y="520827"/>
              <a:chExt cx="598074" cy="541115"/>
            </a:xfrm>
          </p:grpSpPr>
          <p:sp>
            <p:nvSpPr>
              <p:cNvPr id="3687" name="Google Shape;3687;p124"/>
              <p:cNvSpPr/>
              <p:nvPr/>
            </p:nvSpPr>
            <p:spPr>
              <a:xfrm>
                <a:off x="7189660" y="520827"/>
                <a:ext cx="598074" cy="541115"/>
              </a:xfrm>
              <a:custGeom>
                <a:rect b="b" l="l" r="r" t="t"/>
                <a:pathLst>
                  <a:path extrusionOk="0" h="541115" w="598074">
                    <a:moveTo>
                      <a:pt x="557022" y="0"/>
                    </a:moveTo>
                    <a:cubicBezTo>
                      <a:pt x="579695" y="0"/>
                      <a:pt x="598075" y="18380"/>
                      <a:pt x="598075" y="41053"/>
                    </a:cubicBezTo>
                    <a:lnTo>
                      <a:pt x="598075" y="500063"/>
                    </a:lnTo>
                    <a:cubicBezTo>
                      <a:pt x="598075" y="522735"/>
                      <a:pt x="579695" y="541115"/>
                      <a:pt x="557022" y="541115"/>
                    </a:cubicBezTo>
                    <a:lnTo>
                      <a:pt x="41053" y="541115"/>
                    </a:lnTo>
                    <a:cubicBezTo>
                      <a:pt x="18380" y="541115"/>
                      <a:pt x="0" y="522735"/>
                      <a:pt x="0" y="500063"/>
                    </a:cubicBezTo>
                    <a:lnTo>
                      <a:pt x="0" y="41053"/>
                    </a:lnTo>
                    <a:cubicBezTo>
                      <a:pt x="0" y="18380"/>
                      <a:pt x="18380" y="0"/>
                      <a:pt x="410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3688" name="Google Shape;3688;p124"/>
              <p:cNvGrpSpPr/>
              <p:nvPr/>
            </p:nvGrpSpPr>
            <p:grpSpPr>
              <a:xfrm>
                <a:off x="7579137" y="551973"/>
                <a:ext cx="164782" cy="41529"/>
                <a:chOff x="7579137" y="551973"/>
                <a:chExt cx="164782" cy="41529"/>
              </a:xfrm>
            </p:grpSpPr>
            <p:sp>
              <p:nvSpPr>
                <p:cNvPr id="3689" name="Google Shape;3689;p124"/>
                <p:cNvSpPr/>
                <p:nvPr/>
              </p:nvSpPr>
              <p:spPr>
                <a:xfrm>
                  <a:off x="7702391" y="551973"/>
                  <a:ext cx="41528" cy="41529"/>
                </a:xfrm>
                <a:custGeom>
                  <a:rect b="b" l="l" r="r" t="t"/>
                  <a:pathLst>
                    <a:path extrusionOk="0" h="41529" w="41528">
                      <a:moveTo>
                        <a:pt x="41529" y="20765"/>
                      </a:moveTo>
                      <a:cubicBezTo>
                        <a:pt x="41529" y="32290"/>
                        <a:pt x="32195" y="41529"/>
                        <a:pt x="20764" y="41529"/>
                      </a:cubicBezTo>
                      <a:cubicBezTo>
                        <a:pt x="9334" y="41529"/>
                        <a:pt x="0" y="32195"/>
                        <a:pt x="0" y="20765"/>
                      </a:cubicBezTo>
                      <a:cubicBezTo>
                        <a:pt x="0" y="9335"/>
                        <a:pt x="9334" y="0"/>
                        <a:pt x="20764" y="0"/>
                      </a:cubicBezTo>
                      <a:cubicBezTo>
                        <a:pt x="32195" y="0"/>
                        <a:pt x="41529" y="9335"/>
                        <a:pt x="41529" y="20765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690" name="Google Shape;3690;p124"/>
                <p:cNvSpPr/>
                <p:nvPr/>
              </p:nvSpPr>
              <p:spPr>
                <a:xfrm>
                  <a:off x="7640764" y="551973"/>
                  <a:ext cx="41528" cy="41529"/>
                </a:xfrm>
                <a:custGeom>
                  <a:rect b="b" l="l" r="r" t="t"/>
                  <a:pathLst>
                    <a:path extrusionOk="0" h="41529" w="41528">
                      <a:moveTo>
                        <a:pt x="41529" y="20765"/>
                      </a:moveTo>
                      <a:cubicBezTo>
                        <a:pt x="41529" y="32290"/>
                        <a:pt x="32195" y="41529"/>
                        <a:pt x="20764" y="41529"/>
                      </a:cubicBezTo>
                      <a:cubicBezTo>
                        <a:pt x="9334" y="41529"/>
                        <a:pt x="0" y="32195"/>
                        <a:pt x="0" y="20765"/>
                      </a:cubicBezTo>
                      <a:cubicBezTo>
                        <a:pt x="0" y="9335"/>
                        <a:pt x="9334" y="0"/>
                        <a:pt x="20764" y="0"/>
                      </a:cubicBezTo>
                      <a:cubicBezTo>
                        <a:pt x="32195" y="0"/>
                        <a:pt x="41529" y="9335"/>
                        <a:pt x="41529" y="20765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691" name="Google Shape;3691;p124"/>
                <p:cNvSpPr/>
                <p:nvPr/>
              </p:nvSpPr>
              <p:spPr>
                <a:xfrm>
                  <a:off x="7579137" y="551973"/>
                  <a:ext cx="41528" cy="41529"/>
                </a:xfrm>
                <a:custGeom>
                  <a:rect b="b" l="l" r="r" t="t"/>
                  <a:pathLst>
                    <a:path extrusionOk="0" h="41529" w="41528">
                      <a:moveTo>
                        <a:pt x="41529" y="20765"/>
                      </a:moveTo>
                      <a:cubicBezTo>
                        <a:pt x="41529" y="32290"/>
                        <a:pt x="32195" y="41529"/>
                        <a:pt x="20764" y="41529"/>
                      </a:cubicBezTo>
                      <a:cubicBezTo>
                        <a:pt x="9334" y="41529"/>
                        <a:pt x="0" y="32195"/>
                        <a:pt x="0" y="20765"/>
                      </a:cubicBezTo>
                      <a:cubicBezTo>
                        <a:pt x="0" y="9335"/>
                        <a:pt x="9334" y="0"/>
                        <a:pt x="20764" y="0"/>
                      </a:cubicBezTo>
                      <a:cubicBezTo>
                        <a:pt x="32195" y="0"/>
                        <a:pt x="41529" y="9335"/>
                        <a:pt x="41529" y="20765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3692" name="Google Shape;3692;p124"/>
            <p:cNvGrpSpPr/>
            <p:nvPr/>
          </p:nvGrpSpPr>
          <p:grpSpPr>
            <a:xfrm>
              <a:off x="8184962" y="619646"/>
              <a:ext cx="498115" cy="257273"/>
              <a:chOff x="7256144" y="685800"/>
              <a:chExt cx="470630" cy="243077"/>
            </a:xfrm>
          </p:grpSpPr>
          <p:sp>
            <p:nvSpPr>
              <p:cNvPr id="3693" name="Google Shape;3693;p124"/>
              <p:cNvSpPr/>
              <p:nvPr/>
            </p:nvSpPr>
            <p:spPr>
              <a:xfrm>
                <a:off x="7256144" y="694753"/>
                <a:ext cx="218503" cy="218217"/>
              </a:xfrm>
              <a:custGeom>
                <a:rect b="b" l="l" r="r" t="t"/>
                <a:pathLst>
                  <a:path extrusionOk="0" h="218217" w="218503">
                    <a:moveTo>
                      <a:pt x="216598" y="129540"/>
                    </a:moveTo>
                    <a:cubicBezTo>
                      <a:pt x="217837" y="122968"/>
                      <a:pt x="218504" y="116110"/>
                      <a:pt x="218504" y="109156"/>
                    </a:cubicBezTo>
                    <a:cubicBezTo>
                      <a:pt x="218504" y="102203"/>
                      <a:pt x="217837" y="95440"/>
                      <a:pt x="216598" y="88773"/>
                    </a:cubicBezTo>
                    <a:lnTo>
                      <a:pt x="181261" y="88773"/>
                    </a:lnTo>
                    <a:cubicBezTo>
                      <a:pt x="179641" y="83058"/>
                      <a:pt x="177451" y="77724"/>
                      <a:pt x="174593" y="72676"/>
                    </a:cubicBezTo>
                    <a:lnTo>
                      <a:pt x="199549" y="47720"/>
                    </a:lnTo>
                    <a:cubicBezTo>
                      <a:pt x="191834" y="36385"/>
                      <a:pt x="182118" y="26670"/>
                      <a:pt x="170783" y="18955"/>
                    </a:cubicBezTo>
                    <a:lnTo>
                      <a:pt x="145732" y="44005"/>
                    </a:lnTo>
                    <a:cubicBezTo>
                      <a:pt x="140684" y="41148"/>
                      <a:pt x="135255" y="38957"/>
                      <a:pt x="129635" y="37338"/>
                    </a:cubicBezTo>
                    <a:lnTo>
                      <a:pt x="129635" y="1905"/>
                    </a:lnTo>
                    <a:cubicBezTo>
                      <a:pt x="123063" y="667"/>
                      <a:pt x="116205" y="0"/>
                      <a:pt x="109252" y="0"/>
                    </a:cubicBezTo>
                    <a:cubicBezTo>
                      <a:pt x="102298" y="0"/>
                      <a:pt x="95536" y="667"/>
                      <a:pt x="88868" y="1905"/>
                    </a:cubicBezTo>
                    <a:lnTo>
                      <a:pt x="88868" y="37338"/>
                    </a:lnTo>
                    <a:cubicBezTo>
                      <a:pt x="83154" y="38957"/>
                      <a:pt x="77819" y="41148"/>
                      <a:pt x="72771" y="44005"/>
                    </a:cubicBezTo>
                    <a:lnTo>
                      <a:pt x="47720" y="18955"/>
                    </a:lnTo>
                    <a:cubicBezTo>
                      <a:pt x="36386" y="26670"/>
                      <a:pt x="26670" y="36481"/>
                      <a:pt x="18955" y="47720"/>
                    </a:cubicBezTo>
                    <a:lnTo>
                      <a:pt x="43910" y="72676"/>
                    </a:lnTo>
                    <a:cubicBezTo>
                      <a:pt x="41053" y="77724"/>
                      <a:pt x="38862" y="83153"/>
                      <a:pt x="37243" y="88773"/>
                    </a:cubicBezTo>
                    <a:lnTo>
                      <a:pt x="1905" y="88773"/>
                    </a:lnTo>
                    <a:cubicBezTo>
                      <a:pt x="667" y="95345"/>
                      <a:pt x="0" y="102203"/>
                      <a:pt x="0" y="109156"/>
                    </a:cubicBezTo>
                    <a:cubicBezTo>
                      <a:pt x="0" y="116110"/>
                      <a:pt x="667" y="122873"/>
                      <a:pt x="1905" y="129540"/>
                    </a:cubicBezTo>
                    <a:lnTo>
                      <a:pt x="37243" y="129540"/>
                    </a:lnTo>
                    <a:cubicBezTo>
                      <a:pt x="38862" y="135255"/>
                      <a:pt x="41053" y="140589"/>
                      <a:pt x="43910" y="145637"/>
                    </a:cubicBezTo>
                    <a:lnTo>
                      <a:pt x="18955" y="170593"/>
                    </a:lnTo>
                    <a:cubicBezTo>
                      <a:pt x="26670" y="181928"/>
                      <a:pt x="36386" y="191643"/>
                      <a:pt x="47720" y="199358"/>
                    </a:cubicBezTo>
                    <a:lnTo>
                      <a:pt x="72771" y="174308"/>
                    </a:lnTo>
                    <a:cubicBezTo>
                      <a:pt x="77819" y="177165"/>
                      <a:pt x="83248" y="179356"/>
                      <a:pt x="88868" y="180975"/>
                    </a:cubicBezTo>
                    <a:lnTo>
                      <a:pt x="88868" y="216313"/>
                    </a:lnTo>
                    <a:cubicBezTo>
                      <a:pt x="95441" y="217551"/>
                      <a:pt x="102298" y="218218"/>
                      <a:pt x="109252" y="218218"/>
                    </a:cubicBezTo>
                    <a:cubicBezTo>
                      <a:pt x="116205" y="218218"/>
                      <a:pt x="122968" y="217551"/>
                      <a:pt x="129635" y="216313"/>
                    </a:cubicBezTo>
                    <a:lnTo>
                      <a:pt x="129635" y="180975"/>
                    </a:lnTo>
                    <a:cubicBezTo>
                      <a:pt x="135350" y="179356"/>
                      <a:pt x="140684" y="177070"/>
                      <a:pt x="145732" y="174308"/>
                    </a:cubicBezTo>
                    <a:lnTo>
                      <a:pt x="170783" y="199358"/>
                    </a:lnTo>
                    <a:cubicBezTo>
                      <a:pt x="182118" y="191643"/>
                      <a:pt x="191834" y="181928"/>
                      <a:pt x="199549" y="170593"/>
                    </a:cubicBezTo>
                    <a:lnTo>
                      <a:pt x="174593" y="145542"/>
                    </a:lnTo>
                    <a:cubicBezTo>
                      <a:pt x="177451" y="140494"/>
                      <a:pt x="179641" y="135064"/>
                      <a:pt x="181261" y="129445"/>
                    </a:cubicBezTo>
                    <a:lnTo>
                      <a:pt x="216598" y="129445"/>
                    </a:lnTo>
                    <a:close/>
                    <a:moveTo>
                      <a:pt x="109252" y="131255"/>
                    </a:moveTo>
                    <a:cubicBezTo>
                      <a:pt x="97060" y="131255"/>
                      <a:pt x="87249" y="121349"/>
                      <a:pt x="87249" y="109252"/>
                    </a:cubicBezTo>
                    <a:cubicBezTo>
                      <a:pt x="87249" y="97155"/>
                      <a:pt x="97155" y="87249"/>
                      <a:pt x="109252" y="87249"/>
                    </a:cubicBezTo>
                    <a:cubicBezTo>
                      <a:pt x="121348" y="87249"/>
                      <a:pt x="131255" y="97155"/>
                      <a:pt x="131255" y="109252"/>
                    </a:cubicBezTo>
                    <a:cubicBezTo>
                      <a:pt x="131255" y="121349"/>
                      <a:pt x="121348" y="131255"/>
                      <a:pt x="109252" y="131255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3694" name="Google Shape;3694;p124"/>
              <p:cNvGrpSpPr/>
              <p:nvPr/>
            </p:nvGrpSpPr>
            <p:grpSpPr>
              <a:xfrm>
                <a:off x="7512843" y="685800"/>
                <a:ext cx="213931" cy="243077"/>
                <a:chOff x="7512843" y="685800"/>
                <a:chExt cx="213931" cy="243077"/>
              </a:xfrm>
            </p:grpSpPr>
            <p:grpSp>
              <p:nvGrpSpPr>
                <p:cNvPr id="3695" name="Google Shape;3695;p124"/>
                <p:cNvGrpSpPr/>
                <p:nvPr/>
              </p:nvGrpSpPr>
              <p:grpSpPr>
                <a:xfrm>
                  <a:off x="7512843" y="836580"/>
                  <a:ext cx="213931" cy="92297"/>
                  <a:chOff x="7512843" y="836580"/>
                  <a:chExt cx="213931" cy="92297"/>
                </a:xfrm>
              </p:grpSpPr>
              <p:sp>
                <p:nvSpPr>
                  <p:cNvPr id="3696" name="Google Shape;3696;p124"/>
                  <p:cNvSpPr/>
                  <p:nvPr/>
                </p:nvSpPr>
                <p:spPr>
                  <a:xfrm>
                    <a:off x="7512843" y="856011"/>
                    <a:ext cx="213931" cy="72866"/>
                  </a:xfrm>
                  <a:custGeom>
                    <a:rect b="b" l="l" r="r" t="t"/>
                    <a:pathLst>
                      <a:path extrusionOk="0" h="72866" w="213931">
                        <a:moveTo>
                          <a:pt x="0" y="0"/>
                        </a:moveTo>
                        <a:lnTo>
                          <a:pt x="0" y="53435"/>
                        </a:lnTo>
                        <a:cubicBezTo>
                          <a:pt x="0" y="64199"/>
                          <a:pt x="47911" y="72866"/>
                          <a:pt x="106966" y="72866"/>
                        </a:cubicBezTo>
                        <a:cubicBezTo>
                          <a:pt x="166021" y="72866"/>
                          <a:pt x="213932" y="64199"/>
                          <a:pt x="213932" y="53435"/>
                        </a:cubicBezTo>
                        <a:lnTo>
                          <a:pt x="213932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697" name="Google Shape;3697;p124"/>
                  <p:cNvSpPr/>
                  <p:nvPr/>
                </p:nvSpPr>
                <p:spPr>
                  <a:xfrm>
                    <a:off x="7512843" y="836580"/>
                    <a:ext cx="213931" cy="38861"/>
                  </a:xfrm>
                  <a:custGeom>
                    <a:rect b="b" l="l" r="r" t="t"/>
                    <a:pathLst>
                      <a:path extrusionOk="0" h="38861" w="213931">
                        <a:moveTo>
                          <a:pt x="213932" y="19431"/>
                        </a:moveTo>
                        <a:cubicBezTo>
                          <a:pt x="213932" y="30162"/>
                          <a:pt x="166042" y="38862"/>
                          <a:pt x="106966" y="38862"/>
                        </a:cubicBezTo>
                        <a:cubicBezTo>
                          <a:pt x="47891" y="38862"/>
                          <a:pt x="1" y="30162"/>
                          <a:pt x="1" y="19431"/>
                        </a:cubicBezTo>
                        <a:cubicBezTo>
                          <a:pt x="1" y="8700"/>
                          <a:pt x="47891" y="0"/>
                          <a:pt x="106966" y="0"/>
                        </a:cubicBezTo>
                        <a:cubicBezTo>
                          <a:pt x="166042" y="0"/>
                          <a:pt x="213932" y="8700"/>
                          <a:pt x="213932" y="19431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3698" name="Google Shape;3698;p124"/>
                <p:cNvGrpSpPr/>
                <p:nvPr/>
              </p:nvGrpSpPr>
              <p:grpSpPr>
                <a:xfrm>
                  <a:off x="7512843" y="761238"/>
                  <a:ext cx="213931" cy="92296"/>
                  <a:chOff x="7512843" y="761238"/>
                  <a:chExt cx="213931" cy="92296"/>
                </a:xfrm>
              </p:grpSpPr>
              <p:sp>
                <p:nvSpPr>
                  <p:cNvPr id="3699" name="Google Shape;3699;p124"/>
                  <p:cNvSpPr/>
                  <p:nvPr/>
                </p:nvSpPr>
                <p:spPr>
                  <a:xfrm>
                    <a:off x="7512843" y="780668"/>
                    <a:ext cx="213931" cy="72866"/>
                  </a:xfrm>
                  <a:custGeom>
                    <a:rect b="b" l="l" r="r" t="t"/>
                    <a:pathLst>
                      <a:path extrusionOk="0" h="72866" w="213931">
                        <a:moveTo>
                          <a:pt x="0" y="0"/>
                        </a:moveTo>
                        <a:lnTo>
                          <a:pt x="0" y="53435"/>
                        </a:lnTo>
                        <a:cubicBezTo>
                          <a:pt x="0" y="64199"/>
                          <a:pt x="47911" y="72866"/>
                          <a:pt x="106966" y="72866"/>
                        </a:cubicBezTo>
                        <a:cubicBezTo>
                          <a:pt x="166021" y="72866"/>
                          <a:pt x="213932" y="64199"/>
                          <a:pt x="213932" y="53435"/>
                        </a:cubicBezTo>
                        <a:lnTo>
                          <a:pt x="213932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700" name="Google Shape;3700;p124"/>
                  <p:cNvSpPr/>
                  <p:nvPr/>
                </p:nvSpPr>
                <p:spPr>
                  <a:xfrm>
                    <a:off x="7512843" y="761238"/>
                    <a:ext cx="213931" cy="38861"/>
                  </a:xfrm>
                  <a:custGeom>
                    <a:rect b="b" l="l" r="r" t="t"/>
                    <a:pathLst>
                      <a:path extrusionOk="0" h="38861" w="213931">
                        <a:moveTo>
                          <a:pt x="213932" y="19431"/>
                        </a:moveTo>
                        <a:cubicBezTo>
                          <a:pt x="213932" y="30162"/>
                          <a:pt x="166042" y="38862"/>
                          <a:pt x="106966" y="38862"/>
                        </a:cubicBezTo>
                        <a:cubicBezTo>
                          <a:pt x="47891" y="38862"/>
                          <a:pt x="1" y="30162"/>
                          <a:pt x="1" y="19431"/>
                        </a:cubicBezTo>
                        <a:cubicBezTo>
                          <a:pt x="1" y="8700"/>
                          <a:pt x="47891" y="0"/>
                          <a:pt x="106966" y="0"/>
                        </a:cubicBezTo>
                        <a:cubicBezTo>
                          <a:pt x="166042" y="0"/>
                          <a:pt x="213932" y="8700"/>
                          <a:pt x="213932" y="19431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3701" name="Google Shape;3701;p124"/>
                <p:cNvGrpSpPr/>
                <p:nvPr/>
              </p:nvGrpSpPr>
              <p:grpSpPr>
                <a:xfrm>
                  <a:off x="7512843" y="685800"/>
                  <a:ext cx="213931" cy="92297"/>
                  <a:chOff x="7512843" y="685800"/>
                  <a:chExt cx="213931" cy="92297"/>
                </a:xfrm>
              </p:grpSpPr>
              <p:sp>
                <p:nvSpPr>
                  <p:cNvPr id="3702" name="Google Shape;3702;p124"/>
                  <p:cNvSpPr/>
                  <p:nvPr/>
                </p:nvSpPr>
                <p:spPr>
                  <a:xfrm>
                    <a:off x="7512843" y="705231"/>
                    <a:ext cx="213931" cy="72866"/>
                  </a:xfrm>
                  <a:custGeom>
                    <a:rect b="b" l="l" r="r" t="t"/>
                    <a:pathLst>
                      <a:path extrusionOk="0" h="72866" w="213931">
                        <a:moveTo>
                          <a:pt x="0" y="0"/>
                        </a:moveTo>
                        <a:lnTo>
                          <a:pt x="0" y="53435"/>
                        </a:lnTo>
                        <a:cubicBezTo>
                          <a:pt x="0" y="64198"/>
                          <a:pt x="47911" y="72866"/>
                          <a:pt x="106966" y="72866"/>
                        </a:cubicBezTo>
                        <a:cubicBezTo>
                          <a:pt x="166021" y="72866"/>
                          <a:pt x="213932" y="64198"/>
                          <a:pt x="213932" y="53435"/>
                        </a:cubicBezTo>
                        <a:lnTo>
                          <a:pt x="213932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703" name="Google Shape;3703;p124"/>
                  <p:cNvSpPr/>
                  <p:nvPr/>
                </p:nvSpPr>
                <p:spPr>
                  <a:xfrm>
                    <a:off x="7512843" y="685800"/>
                    <a:ext cx="213931" cy="38861"/>
                  </a:xfrm>
                  <a:custGeom>
                    <a:rect b="b" l="l" r="r" t="t"/>
                    <a:pathLst>
                      <a:path extrusionOk="0" h="38861" w="213931">
                        <a:moveTo>
                          <a:pt x="213932" y="19431"/>
                        </a:moveTo>
                        <a:cubicBezTo>
                          <a:pt x="213932" y="30162"/>
                          <a:pt x="166042" y="38862"/>
                          <a:pt x="106966" y="38862"/>
                        </a:cubicBezTo>
                        <a:cubicBezTo>
                          <a:pt x="47891" y="38862"/>
                          <a:pt x="1" y="30162"/>
                          <a:pt x="1" y="19431"/>
                        </a:cubicBezTo>
                        <a:cubicBezTo>
                          <a:pt x="1" y="8700"/>
                          <a:pt x="47891" y="0"/>
                          <a:pt x="106966" y="0"/>
                        </a:cubicBezTo>
                        <a:cubicBezTo>
                          <a:pt x="166042" y="0"/>
                          <a:pt x="213932" y="8700"/>
                          <a:pt x="213932" y="19431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</p:grpSp>
      </p:grpSp>
    </p:spTree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(g3f8241526e8_24_0)">
  <p:cSld name="Generated (g3f8241526e8_24_0)">
    <p:spTree>
      <p:nvGrpSpPr>
        <p:cNvPr id="3704" name="Shape 370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11.xml"/><Relationship Id="rId22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10.xml"/><Relationship Id="rId21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13.xml"/><Relationship Id="rId24" Type="http://schemas.openxmlformats.org/officeDocument/2006/relationships/theme" Target="../theme/theme6.xml"/><Relationship Id="rId12" Type="http://schemas.openxmlformats.org/officeDocument/2006/relationships/slideLayout" Target="../slideLayouts/slideLayout12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43.xml"/><Relationship Id="rId22" Type="http://schemas.openxmlformats.org/officeDocument/2006/relationships/slideLayout" Target="../slideLayouts/slideLayout45.xml"/><Relationship Id="rId21" Type="http://schemas.openxmlformats.org/officeDocument/2006/relationships/slideLayout" Target="../slideLayouts/slideLayout44.xml"/><Relationship Id="rId24" Type="http://schemas.openxmlformats.org/officeDocument/2006/relationships/slideLayout" Target="../slideLayouts/slideLayout47.xml"/><Relationship Id="rId23" Type="http://schemas.openxmlformats.org/officeDocument/2006/relationships/slideLayout" Target="../slideLayouts/slideLayout46.xml"/><Relationship Id="rId1" Type="http://schemas.openxmlformats.org/officeDocument/2006/relationships/slideLayout" Target="../slideLayouts/slideLayout24.xml"/><Relationship Id="rId2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7.xml"/><Relationship Id="rId9" Type="http://schemas.openxmlformats.org/officeDocument/2006/relationships/slideLayout" Target="../slideLayouts/slideLayout32.xml"/><Relationship Id="rId25" Type="http://schemas.openxmlformats.org/officeDocument/2006/relationships/theme" Target="../theme/theme3.xml"/><Relationship Id="rId5" Type="http://schemas.openxmlformats.org/officeDocument/2006/relationships/slideLayout" Target="../slideLayouts/slideLayout28.xml"/><Relationship Id="rId6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0.xml"/><Relationship Id="rId8" Type="http://schemas.openxmlformats.org/officeDocument/2006/relationships/slideLayout" Target="../slideLayouts/slideLayout31.xml"/><Relationship Id="rId11" Type="http://schemas.openxmlformats.org/officeDocument/2006/relationships/slideLayout" Target="../slideLayouts/slideLayout34.xml"/><Relationship Id="rId10" Type="http://schemas.openxmlformats.org/officeDocument/2006/relationships/slideLayout" Target="../slideLayouts/slideLayout33.xml"/><Relationship Id="rId13" Type="http://schemas.openxmlformats.org/officeDocument/2006/relationships/slideLayout" Target="../slideLayouts/slideLayout36.xml"/><Relationship Id="rId12" Type="http://schemas.openxmlformats.org/officeDocument/2006/relationships/slideLayout" Target="../slideLayouts/slideLayout35.xml"/><Relationship Id="rId15" Type="http://schemas.openxmlformats.org/officeDocument/2006/relationships/slideLayout" Target="../slideLayouts/slideLayout38.xml"/><Relationship Id="rId14" Type="http://schemas.openxmlformats.org/officeDocument/2006/relationships/slideLayout" Target="../slideLayouts/slideLayout37.xml"/><Relationship Id="rId17" Type="http://schemas.openxmlformats.org/officeDocument/2006/relationships/slideLayout" Target="../slideLayouts/slideLayout40.xml"/><Relationship Id="rId16" Type="http://schemas.openxmlformats.org/officeDocument/2006/relationships/slideLayout" Target="../slideLayouts/slideLayout39.xml"/><Relationship Id="rId19" Type="http://schemas.openxmlformats.org/officeDocument/2006/relationships/slideLayout" Target="../slideLayouts/slideLayout42.xml"/><Relationship Id="rId18" Type="http://schemas.openxmlformats.org/officeDocument/2006/relationships/slideLayout" Target="../slideLayouts/slideLayout41.xml"/></Relationships>
</file>

<file path=ppt/slideMasters/_rels/slideMaster3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67.xml"/><Relationship Id="rId22" Type="http://schemas.openxmlformats.org/officeDocument/2006/relationships/slideLayout" Target="../slideLayouts/slideLayout69.xml"/><Relationship Id="rId21" Type="http://schemas.openxmlformats.org/officeDocument/2006/relationships/slideLayout" Target="../slideLayouts/slideLayout68.xml"/><Relationship Id="rId24" Type="http://schemas.openxmlformats.org/officeDocument/2006/relationships/slideLayout" Target="../slideLayouts/slideLayout71.xml"/><Relationship Id="rId23" Type="http://schemas.openxmlformats.org/officeDocument/2006/relationships/slideLayout" Target="../slideLayouts/slideLayout70.xml"/><Relationship Id="rId1" Type="http://schemas.openxmlformats.org/officeDocument/2006/relationships/slideLayout" Target="../slideLayouts/slideLayout48.xml"/><Relationship Id="rId2" Type="http://schemas.openxmlformats.org/officeDocument/2006/relationships/slideLayout" Target="../slideLayouts/slideLayout49.xml"/><Relationship Id="rId3" Type="http://schemas.openxmlformats.org/officeDocument/2006/relationships/slideLayout" Target="../slideLayouts/slideLayout50.xml"/><Relationship Id="rId4" Type="http://schemas.openxmlformats.org/officeDocument/2006/relationships/slideLayout" Target="../slideLayouts/slideLayout51.xml"/><Relationship Id="rId9" Type="http://schemas.openxmlformats.org/officeDocument/2006/relationships/slideLayout" Target="../slideLayouts/slideLayout56.xml"/><Relationship Id="rId25" Type="http://schemas.openxmlformats.org/officeDocument/2006/relationships/theme" Target="../theme/theme1.xml"/><Relationship Id="rId5" Type="http://schemas.openxmlformats.org/officeDocument/2006/relationships/slideLayout" Target="../slideLayouts/slideLayout52.xml"/><Relationship Id="rId6" Type="http://schemas.openxmlformats.org/officeDocument/2006/relationships/slideLayout" Target="../slideLayouts/slideLayout53.xml"/><Relationship Id="rId7" Type="http://schemas.openxmlformats.org/officeDocument/2006/relationships/slideLayout" Target="../slideLayouts/slideLayout54.xml"/><Relationship Id="rId8" Type="http://schemas.openxmlformats.org/officeDocument/2006/relationships/slideLayout" Target="../slideLayouts/slideLayout55.xml"/><Relationship Id="rId11" Type="http://schemas.openxmlformats.org/officeDocument/2006/relationships/slideLayout" Target="../slideLayouts/slideLayout58.xml"/><Relationship Id="rId10" Type="http://schemas.openxmlformats.org/officeDocument/2006/relationships/slideLayout" Target="../slideLayouts/slideLayout57.xml"/><Relationship Id="rId13" Type="http://schemas.openxmlformats.org/officeDocument/2006/relationships/slideLayout" Target="../slideLayouts/slideLayout60.xml"/><Relationship Id="rId12" Type="http://schemas.openxmlformats.org/officeDocument/2006/relationships/slideLayout" Target="../slideLayouts/slideLayout59.xml"/><Relationship Id="rId15" Type="http://schemas.openxmlformats.org/officeDocument/2006/relationships/slideLayout" Target="../slideLayouts/slideLayout62.xml"/><Relationship Id="rId14" Type="http://schemas.openxmlformats.org/officeDocument/2006/relationships/slideLayout" Target="../slideLayouts/slideLayout61.xml"/><Relationship Id="rId17" Type="http://schemas.openxmlformats.org/officeDocument/2006/relationships/slideLayout" Target="../slideLayouts/slideLayout64.xml"/><Relationship Id="rId16" Type="http://schemas.openxmlformats.org/officeDocument/2006/relationships/slideLayout" Target="../slideLayouts/slideLayout63.xml"/><Relationship Id="rId19" Type="http://schemas.openxmlformats.org/officeDocument/2006/relationships/slideLayout" Target="../slideLayouts/slideLayout66.xml"/><Relationship Id="rId18" Type="http://schemas.openxmlformats.org/officeDocument/2006/relationships/slideLayout" Target="../slideLayouts/slideLayout65.xml"/></Relationships>
</file>

<file path=ppt/slideMasters/_rels/slideMaster4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91.xml"/><Relationship Id="rId22" Type="http://schemas.openxmlformats.org/officeDocument/2006/relationships/slideLayout" Target="../slideLayouts/slideLayout93.xml"/><Relationship Id="rId21" Type="http://schemas.openxmlformats.org/officeDocument/2006/relationships/slideLayout" Target="../slideLayouts/slideLayout92.xml"/><Relationship Id="rId24" Type="http://schemas.openxmlformats.org/officeDocument/2006/relationships/slideLayout" Target="../slideLayouts/slideLayout95.xml"/><Relationship Id="rId23" Type="http://schemas.openxmlformats.org/officeDocument/2006/relationships/slideLayout" Target="../slideLayouts/slideLayout94.xml"/><Relationship Id="rId1" Type="http://schemas.openxmlformats.org/officeDocument/2006/relationships/slideLayout" Target="../slideLayouts/slideLayout72.xml"/><Relationship Id="rId2" Type="http://schemas.openxmlformats.org/officeDocument/2006/relationships/slideLayout" Target="../slideLayouts/slideLayout73.xml"/><Relationship Id="rId3" Type="http://schemas.openxmlformats.org/officeDocument/2006/relationships/slideLayout" Target="../slideLayouts/slideLayout74.xml"/><Relationship Id="rId4" Type="http://schemas.openxmlformats.org/officeDocument/2006/relationships/slideLayout" Target="../slideLayouts/slideLayout75.xml"/><Relationship Id="rId9" Type="http://schemas.openxmlformats.org/officeDocument/2006/relationships/slideLayout" Target="../slideLayouts/slideLayout80.xml"/><Relationship Id="rId26" Type="http://schemas.openxmlformats.org/officeDocument/2006/relationships/theme" Target="../theme/theme5.xml"/><Relationship Id="rId25" Type="http://schemas.openxmlformats.org/officeDocument/2006/relationships/slideLayout" Target="../slideLayouts/slideLayout96.xml"/><Relationship Id="rId5" Type="http://schemas.openxmlformats.org/officeDocument/2006/relationships/slideLayout" Target="../slideLayouts/slideLayout76.xml"/><Relationship Id="rId6" Type="http://schemas.openxmlformats.org/officeDocument/2006/relationships/slideLayout" Target="../slideLayouts/slideLayout77.xml"/><Relationship Id="rId7" Type="http://schemas.openxmlformats.org/officeDocument/2006/relationships/slideLayout" Target="../slideLayouts/slideLayout78.xml"/><Relationship Id="rId8" Type="http://schemas.openxmlformats.org/officeDocument/2006/relationships/slideLayout" Target="../slideLayouts/slideLayout79.xml"/><Relationship Id="rId11" Type="http://schemas.openxmlformats.org/officeDocument/2006/relationships/slideLayout" Target="../slideLayouts/slideLayout82.xml"/><Relationship Id="rId10" Type="http://schemas.openxmlformats.org/officeDocument/2006/relationships/slideLayout" Target="../slideLayouts/slideLayout81.xml"/><Relationship Id="rId13" Type="http://schemas.openxmlformats.org/officeDocument/2006/relationships/slideLayout" Target="../slideLayouts/slideLayout84.xml"/><Relationship Id="rId12" Type="http://schemas.openxmlformats.org/officeDocument/2006/relationships/slideLayout" Target="../slideLayouts/slideLayout83.xml"/><Relationship Id="rId15" Type="http://schemas.openxmlformats.org/officeDocument/2006/relationships/slideLayout" Target="../slideLayouts/slideLayout86.xml"/><Relationship Id="rId14" Type="http://schemas.openxmlformats.org/officeDocument/2006/relationships/slideLayout" Target="../slideLayouts/slideLayout85.xml"/><Relationship Id="rId17" Type="http://schemas.openxmlformats.org/officeDocument/2006/relationships/slideLayout" Target="../slideLayouts/slideLayout88.xml"/><Relationship Id="rId16" Type="http://schemas.openxmlformats.org/officeDocument/2006/relationships/slideLayout" Target="../slideLayouts/slideLayout87.xml"/><Relationship Id="rId19" Type="http://schemas.openxmlformats.org/officeDocument/2006/relationships/slideLayout" Target="../slideLayouts/slideLayout90.xml"/><Relationship Id="rId18" Type="http://schemas.openxmlformats.org/officeDocument/2006/relationships/slideLayout" Target="../slideLayouts/slideLayout89.xml"/></Relationships>
</file>

<file path=ppt/slideMasters/_rels/slideMaster5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116.xml"/><Relationship Id="rId22" Type="http://schemas.openxmlformats.org/officeDocument/2006/relationships/slideLayout" Target="../slideLayouts/slideLayout118.xml"/><Relationship Id="rId21" Type="http://schemas.openxmlformats.org/officeDocument/2006/relationships/slideLayout" Target="../slideLayouts/slideLayout117.xml"/><Relationship Id="rId24" Type="http://schemas.openxmlformats.org/officeDocument/2006/relationships/slideLayout" Target="../slideLayouts/slideLayout120.xml"/><Relationship Id="rId23" Type="http://schemas.openxmlformats.org/officeDocument/2006/relationships/slideLayout" Target="../slideLayouts/slideLayout119.xml"/><Relationship Id="rId1" Type="http://schemas.openxmlformats.org/officeDocument/2006/relationships/slideLayout" Target="../slideLayouts/slideLayout97.xml"/><Relationship Id="rId2" Type="http://schemas.openxmlformats.org/officeDocument/2006/relationships/slideLayout" Target="../slideLayouts/slideLayout98.xml"/><Relationship Id="rId3" Type="http://schemas.openxmlformats.org/officeDocument/2006/relationships/slideLayout" Target="../slideLayouts/slideLayout99.xml"/><Relationship Id="rId4" Type="http://schemas.openxmlformats.org/officeDocument/2006/relationships/slideLayout" Target="../slideLayouts/slideLayout100.xml"/><Relationship Id="rId9" Type="http://schemas.openxmlformats.org/officeDocument/2006/relationships/slideLayout" Target="../slideLayouts/slideLayout105.xml"/><Relationship Id="rId25" Type="http://schemas.openxmlformats.org/officeDocument/2006/relationships/theme" Target="../theme/theme4.xml"/><Relationship Id="rId5" Type="http://schemas.openxmlformats.org/officeDocument/2006/relationships/slideLayout" Target="../slideLayouts/slideLayout101.xml"/><Relationship Id="rId6" Type="http://schemas.openxmlformats.org/officeDocument/2006/relationships/slideLayout" Target="../slideLayouts/slideLayout102.xml"/><Relationship Id="rId7" Type="http://schemas.openxmlformats.org/officeDocument/2006/relationships/slideLayout" Target="../slideLayouts/slideLayout103.xml"/><Relationship Id="rId8" Type="http://schemas.openxmlformats.org/officeDocument/2006/relationships/slideLayout" Target="../slideLayouts/slideLayout104.xml"/><Relationship Id="rId11" Type="http://schemas.openxmlformats.org/officeDocument/2006/relationships/slideLayout" Target="../slideLayouts/slideLayout107.xml"/><Relationship Id="rId10" Type="http://schemas.openxmlformats.org/officeDocument/2006/relationships/slideLayout" Target="../slideLayouts/slideLayout106.xml"/><Relationship Id="rId13" Type="http://schemas.openxmlformats.org/officeDocument/2006/relationships/slideLayout" Target="../slideLayouts/slideLayout109.xml"/><Relationship Id="rId12" Type="http://schemas.openxmlformats.org/officeDocument/2006/relationships/slideLayout" Target="../slideLayouts/slideLayout108.xml"/><Relationship Id="rId15" Type="http://schemas.openxmlformats.org/officeDocument/2006/relationships/slideLayout" Target="../slideLayouts/slideLayout111.xml"/><Relationship Id="rId14" Type="http://schemas.openxmlformats.org/officeDocument/2006/relationships/slideLayout" Target="../slideLayouts/slideLayout110.xml"/><Relationship Id="rId17" Type="http://schemas.openxmlformats.org/officeDocument/2006/relationships/slideLayout" Target="../slideLayouts/slideLayout113.xml"/><Relationship Id="rId16" Type="http://schemas.openxmlformats.org/officeDocument/2006/relationships/slideLayout" Target="../slideLayouts/slideLayout112.xml"/><Relationship Id="rId19" Type="http://schemas.openxmlformats.org/officeDocument/2006/relationships/slideLayout" Target="../slideLayouts/slideLayout115.xml"/><Relationship Id="rId18" Type="http://schemas.openxmlformats.org/officeDocument/2006/relationships/slideLayout" Target="../slideLayouts/slideLayout1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b="1" sz="30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b="1" sz="30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b="1" sz="30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b="1" sz="30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b="1" sz="30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b="1" sz="30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b="1" sz="30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b="1" sz="30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b="1" sz="30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●"/>
              <a:defRPr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048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○"/>
              <a:defRPr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048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■"/>
              <a:defRPr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048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●"/>
              <a:defRPr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048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○"/>
              <a:defRPr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048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■"/>
              <a:defRPr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048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●"/>
              <a:defRPr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048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○"/>
              <a:defRPr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048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■"/>
              <a:defRPr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744" name="Shape 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Google Shape;745;p25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b="1" sz="30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b="1" sz="30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b="1" sz="30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b="1" sz="30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b="1" sz="30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b="1" sz="30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b="1" sz="30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b="1" sz="30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b="1" sz="30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9pPr>
          </a:lstStyle>
          <a:p/>
        </p:txBody>
      </p:sp>
      <p:sp>
        <p:nvSpPr>
          <p:cNvPr id="746" name="Google Shape;746;p25"/>
          <p:cNvSpPr txBox="1"/>
          <p:nvPr>
            <p:ph idx="1" type="body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●"/>
              <a:defRPr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048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○"/>
              <a:defRPr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048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■"/>
              <a:defRPr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048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●"/>
              <a:defRPr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048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○"/>
              <a:defRPr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048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■"/>
              <a:defRPr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048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●"/>
              <a:defRPr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048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○"/>
              <a:defRPr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048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■"/>
              <a:defRPr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1" r:id="rId1"/>
    <p:sldLayoutId id="2147483672" r:id="rId2"/>
    <p:sldLayoutId id="2147483673" r:id="rId3"/>
    <p:sldLayoutId id="2147483674" r:id="rId4"/>
    <p:sldLayoutId id="2147483675" r:id="rId5"/>
    <p:sldLayoutId id="2147483676" r:id="rId6"/>
    <p:sldLayoutId id="2147483677" r:id="rId7"/>
    <p:sldLayoutId id="2147483678" r:id="rId8"/>
    <p:sldLayoutId id="2147483679" r:id="rId9"/>
    <p:sldLayoutId id="2147483680" r:id="rId10"/>
    <p:sldLayoutId id="2147483681" r:id="rId11"/>
    <p:sldLayoutId id="2147483682" r:id="rId12"/>
    <p:sldLayoutId id="2147483683" r:id="rId13"/>
    <p:sldLayoutId id="2147483684" r:id="rId14"/>
    <p:sldLayoutId id="2147483685" r:id="rId15"/>
    <p:sldLayoutId id="2147483686" r:id="rId16"/>
    <p:sldLayoutId id="2147483687" r:id="rId17"/>
    <p:sldLayoutId id="2147483688" r:id="rId18"/>
    <p:sldLayoutId id="2147483689" r:id="rId19"/>
    <p:sldLayoutId id="2147483690" r:id="rId20"/>
    <p:sldLayoutId id="2147483691" r:id="rId21"/>
    <p:sldLayoutId id="2147483692" r:id="rId22"/>
    <p:sldLayoutId id="2147483693" r:id="rId23"/>
    <p:sldLayoutId id="2147483694" r:id="rId24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1484" name="Shape 1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5" name="Google Shape;1485;p50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b="1" sz="30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b="1" sz="30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b="1" sz="30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b="1" sz="30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b="1" sz="30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b="1" sz="30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b="1" sz="30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b="1" sz="30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b="1" sz="30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9pPr>
          </a:lstStyle>
          <a:p/>
        </p:txBody>
      </p:sp>
      <p:sp>
        <p:nvSpPr>
          <p:cNvPr id="1486" name="Google Shape;1486;p50"/>
          <p:cNvSpPr txBox="1"/>
          <p:nvPr>
            <p:ph idx="1" type="body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●"/>
              <a:defRPr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048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○"/>
              <a:defRPr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048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■"/>
              <a:defRPr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048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●"/>
              <a:defRPr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048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○"/>
              <a:defRPr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048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■"/>
              <a:defRPr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048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●"/>
              <a:defRPr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048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○"/>
              <a:defRPr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048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■"/>
              <a:defRPr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95" r:id="rId1"/>
    <p:sldLayoutId id="2147483696" r:id="rId2"/>
    <p:sldLayoutId id="2147483697" r:id="rId3"/>
    <p:sldLayoutId id="2147483698" r:id="rId4"/>
    <p:sldLayoutId id="2147483699" r:id="rId5"/>
    <p:sldLayoutId id="2147483700" r:id="rId6"/>
    <p:sldLayoutId id="2147483701" r:id="rId7"/>
    <p:sldLayoutId id="2147483702" r:id="rId8"/>
    <p:sldLayoutId id="2147483703" r:id="rId9"/>
    <p:sldLayoutId id="2147483704" r:id="rId10"/>
    <p:sldLayoutId id="2147483705" r:id="rId11"/>
    <p:sldLayoutId id="2147483706" r:id="rId12"/>
    <p:sldLayoutId id="2147483707" r:id="rId13"/>
    <p:sldLayoutId id="2147483708" r:id="rId14"/>
    <p:sldLayoutId id="2147483709" r:id="rId15"/>
    <p:sldLayoutId id="2147483710" r:id="rId16"/>
    <p:sldLayoutId id="2147483711" r:id="rId17"/>
    <p:sldLayoutId id="2147483712" r:id="rId18"/>
    <p:sldLayoutId id="2147483713" r:id="rId19"/>
    <p:sldLayoutId id="2147483714" r:id="rId20"/>
    <p:sldLayoutId id="2147483715" r:id="rId21"/>
    <p:sldLayoutId id="2147483716" r:id="rId22"/>
    <p:sldLayoutId id="2147483717" r:id="rId23"/>
    <p:sldLayoutId id="2147483718" r:id="rId24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2224" name="Shape 2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5" name="Google Shape;2225;p75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b="1" sz="30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b="1" sz="30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b="1" sz="30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b="1" sz="30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b="1" sz="30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b="1" sz="30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b="1" sz="30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b="1" sz="30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b="1" sz="30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9pPr>
          </a:lstStyle>
          <a:p/>
        </p:txBody>
      </p:sp>
      <p:sp>
        <p:nvSpPr>
          <p:cNvPr id="2226" name="Google Shape;2226;p75"/>
          <p:cNvSpPr txBox="1"/>
          <p:nvPr>
            <p:ph idx="1" type="body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●"/>
              <a:defRPr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048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○"/>
              <a:defRPr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048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■"/>
              <a:defRPr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048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●"/>
              <a:defRPr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048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○"/>
              <a:defRPr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048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■"/>
              <a:defRPr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048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●"/>
              <a:defRPr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048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○"/>
              <a:defRPr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048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■"/>
              <a:defRPr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719" r:id="rId1"/>
    <p:sldLayoutId id="2147483720" r:id="rId2"/>
    <p:sldLayoutId id="2147483721" r:id="rId3"/>
    <p:sldLayoutId id="2147483722" r:id="rId4"/>
    <p:sldLayoutId id="2147483723" r:id="rId5"/>
    <p:sldLayoutId id="2147483724" r:id="rId6"/>
    <p:sldLayoutId id="2147483725" r:id="rId7"/>
    <p:sldLayoutId id="2147483726" r:id="rId8"/>
    <p:sldLayoutId id="2147483727" r:id="rId9"/>
    <p:sldLayoutId id="2147483728" r:id="rId10"/>
    <p:sldLayoutId id="2147483729" r:id="rId11"/>
    <p:sldLayoutId id="2147483730" r:id="rId12"/>
    <p:sldLayoutId id="2147483731" r:id="rId13"/>
    <p:sldLayoutId id="2147483732" r:id="rId14"/>
    <p:sldLayoutId id="2147483733" r:id="rId15"/>
    <p:sldLayoutId id="2147483734" r:id="rId16"/>
    <p:sldLayoutId id="2147483735" r:id="rId17"/>
    <p:sldLayoutId id="2147483736" r:id="rId18"/>
    <p:sldLayoutId id="2147483737" r:id="rId19"/>
    <p:sldLayoutId id="2147483738" r:id="rId20"/>
    <p:sldLayoutId id="2147483739" r:id="rId21"/>
    <p:sldLayoutId id="2147483740" r:id="rId22"/>
    <p:sldLayoutId id="2147483741" r:id="rId23"/>
    <p:sldLayoutId id="2147483742" r:id="rId24"/>
    <p:sldLayoutId id="2147483743" r:id="rId25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2965" name="Shape 29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6" name="Google Shape;2966;p101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b="1" sz="30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b="1" sz="30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b="1" sz="30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b="1" sz="30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b="1" sz="30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b="1" sz="30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b="1" sz="30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b="1" sz="30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b="1" sz="30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9pPr>
          </a:lstStyle>
          <a:p/>
        </p:txBody>
      </p:sp>
      <p:sp>
        <p:nvSpPr>
          <p:cNvPr id="2967" name="Google Shape;2967;p101"/>
          <p:cNvSpPr txBox="1"/>
          <p:nvPr>
            <p:ph idx="1" type="body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●"/>
              <a:defRPr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048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○"/>
              <a:defRPr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048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■"/>
              <a:defRPr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048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●"/>
              <a:defRPr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048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○"/>
              <a:defRPr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048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■"/>
              <a:defRPr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048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●"/>
              <a:defRPr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048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○"/>
              <a:defRPr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048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■"/>
              <a:defRPr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744" r:id="rId1"/>
    <p:sldLayoutId id="2147483745" r:id="rId2"/>
    <p:sldLayoutId id="2147483746" r:id="rId3"/>
    <p:sldLayoutId id="2147483747" r:id="rId4"/>
    <p:sldLayoutId id="2147483748" r:id="rId5"/>
    <p:sldLayoutId id="2147483749" r:id="rId6"/>
    <p:sldLayoutId id="2147483750" r:id="rId7"/>
    <p:sldLayoutId id="2147483751" r:id="rId8"/>
    <p:sldLayoutId id="2147483752" r:id="rId9"/>
    <p:sldLayoutId id="2147483753" r:id="rId10"/>
    <p:sldLayoutId id="2147483754" r:id="rId11"/>
    <p:sldLayoutId id="2147483755" r:id="rId12"/>
    <p:sldLayoutId id="2147483756" r:id="rId13"/>
    <p:sldLayoutId id="2147483757" r:id="rId14"/>
    <p:sldLayoutId id="2147483758" r:id="rId15"/>
    <p:sldLayoutId id="2147483759" r:id="rId16"/>
    <p:sldLayoutId id="2147483760" r:id="rId17"/>
    <p:sldLayoutId id="2147483761" r:id="rId18"/>
    <p:sldLayoutId id="2147483762" r:id="rId19"/>
    <p:sldLayoutId id="2147483763" r:id="rId20"/>
    <p:sldLayoutId id="2147483764" r:id="rId21"/>
    <p:sldLayoutId id="2147483765" r:id="rId22"/>
    <p:sldLayoutId id="2147483766" r:id="rId23"/>
    <p:sldLayoutId id="2147483767" r:id="rId24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4.png"/><Relationship Id="rId4" Type="http://schemas.openxmlformats.org/officeDocument/2006/relationships/image" Target="../media/image2.png"/><Relationship Id="rId5" Type="http://schemas.openxmlformats.org/officeDocument/2006/relationships/image" Target="../media/image1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www.mdpi.com/2079-9292/10/9/1025" TargetMode="External"/><Relationship Id="rId4" Type="http://schemas.openxmlformats.org/officeDocument/2006/relationships/image" Target="../media/image13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1.png"/><Relationship Id="rId4" Type="http://schemas.openxmlformats.org/officeDocument/2006/relationships/image" Target="../media/image30.png"/><Relationship Id="rId9" Type="http://schemas.openxmlformats.org/officeDocument/2006/relationships/image" Target="../media/image41.png"/><Relationship Id="rId5" Type="http://schemas.openxmlformats.org/officeDocument/2006/relationships/image" Target="../media/image6.png"/><Relationship Id="rId6" Type="http://schemas.openxmlformats.org/officeDocument/2006/relationships/image" Target="../media/image12.png"/><Relationship Id="rId7" Type="http://schemas.openxmlformats.org/officeDocument/2006/relationships/image" Target="../media/image8.png"/><Relationship Id="rId8" Type="http://schemas.openxmlformats.org/officeDocument/2006/relationships/image" Target="../media/image10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1.png"/><Relationship Id="rId4" Type="http://schemas.openxmlformats.org/officeDocument/2006/relationships/image" Target="../media/image42.png"/><Relationship Id="rId5" Type="http://schemas.openxmlformats.org/officeDocument/2006/relationships/image" Target="../media/image33.png"/><Relationship Id="rId6" Type="http://schemas.openxmlformats.org/officeDocument/2006/relationships/image" Target="../media/image18.png"/><Relationship Id="rId7" Type="http://schemas.openxmlformats.org/officeDocument/2006/relationships/image" Target="../media/image1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Relationship Id="rId3" Type="http://schemas.openxmlformats.org/officeDocument/2006/relationships/hyperlink" Target="http://drive.google.com/file/d/1vto98BCixgo-WtovFv_T7Y5RsqM4GtKG/view" TargetMode="External"/><Relationship Id="rId4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6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5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7.png"/><Relationship Id="rId4" Type="http://schemas.openxmlformats.org/officeDocument/2006/relationships/image" Target="../media/image19.png"/><Relationship Id="rId5" Type="http://schemas.openxmlformats.org/officeDocument/2006/relationships/image" Target="../media/image25.png"/><Relationship Id="rId6" Type="http://schemas.openxmlformats.org/officeDocument/2006/relationships/image" Target="../media/image2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0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0.png"/><Relationship Id="rId4" Type="http://schemas.openxmlformats.org/officeDocument/2006/relationships/image" Target="../media/image21.png"/><Relationship Id="rId5" Type="http://schemas.openxmlformats.org/officeDocument/2006/relationships/image" Target="../media/image27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40.png"/><Relationship Id="rId6" Type="http://schemas.openxmlformats.org/officeDocument/2006/relationships/image" Target="../media/image43.png"/><Relationship Id="rId7" Type="http://schemas.openxmlformats.org/officeDocument/2006/relationships/image" Target="../media/image39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8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9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7.png"/><Relationship Id="rId4" Type="http://schemas.openxmlformats.org/officeDocument/2006/relationships/image" Target="../media/image19.png"/><Relationship Id="rId5" Type="http://schemas.openxmlformats.org/officeDocument/2006/relationships/image" Target="../media/image25.png"/><Relationship Id="rId6" Type="http://schemas.openxmlformats.org/officeDocument/2006/relationships/image" Target="../media/image26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3.png"/><Relationship Id="rId4" Type="http://schemas.openxmlformats.org/officeDocument/2006/relationships/image" Target="../media/image18.png"/><Relationship Id="rId5" Type="http://schemas.openxmlformats.org/officeDocument/2006/relationships/image" Target="../media/image16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8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2.png"/><Relationship Id="rId4" Type="http://schemas.openxmlformats.org/officeDocument/2006/relationships/image" Target="../media/image34.png"/><Relationship Id="rId5" Type="http://schemas.openxmlformats.org/officeDocument/2006/relationships/image" Target="../media/image36.png"/><Relationship Id="rId6" Type="http://schemas.openxmlformats.org/officeDocument/2006/relationships/image" Target="../media/image3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08" name="Shape 3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9" name="Google Shape;3709;p126"/>
          <p:cNvSpPr txBox="1"/>
          <p:nvPr>
            <p:ph type="ctrTitle"/>
          </p:nvPr>
        </p:nvSpPr>
        <p:spPr>
          <a:xfrm>
            <a:off x="456450" y="1570600"/>
            <a:ext cx="8231100" cy="2208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/>
              <a:t>Smart AI Intelligent Resource Management and Integration of the Intel Agilex FPGA in a </a:t>
            </a:r>
            <a:r>
              <a:rPr lang="en" sz="2200"/>
              <a:t>Reconfigurable Cluster for High-Performance Computing</a:t>
            </a:r>
            <a:endParaRPr sz="5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</p:txBody>
      </p:sp>
      <p:sp>
        <p:nvSpPr>
          <p:cNvPr id="3710" name="Google Shape;3710;p126"/>
          <p:cNvSpPr txBox="1"/>
          <p:nvPr>
            <p:ph idx="1" type="subTitle"/>
          </p:nvPr>
        </p:nvSpPr>
        <p:spPr>
          <a:xfrm>
            <a:off x="2450025" y="3778890"/>
            <a:ext cx="4112100" cy="11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/>
              <a:t>Samip Bhattarai and Pedro Casanova</a:t>
            </a:r>
            <a:endParaRPr sz="19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/>
              <a:t>15/07/2026</a:t>
            </a:r>
            <a:endParaRPr sz="1900"/>
          </a:p>
        </p:txBody>
      </p:sp>
      <p:cxnSp>
        <p:nvCxnSpPr>
          <p:cNvPr id="3711" name="Google Shape;3711;p126"/>
          <p:cNvCxnSpPr/>
          <p:nvPr/>
        </p:nvCxnSpPr>
        <p:spPr>
          <a:xfrm>
            <a:off x="-30750" y="1284575"/>
            <a:ext cx="92055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3712" name="Google Shape;3712;p1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93625" y="139001"/>
            <a:ext cx="1146435" cy="939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13" name="Google Shape;3713;p1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1825" y="139000"/>
            <a:ext cx="1659145" cy="939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17" name="Shape 37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8" name="Google Shape;3718;p12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 &amp; Motivation</a:t>
            </a:r>
            <a:endParaRPr/>
          </a:p>
        </p:txBody>
      </p:sp>
      <p:sp>
        <p:nvSpPr>
          <p:cNvPr id="3719" name="Google Shape;3719;p127"/>
          <p:cNvSpPr txBox="1"/>
          <p:nvPr/>
        </p:nvSpPr>
        <p:spPr>
          <a:xfrm>
            <a:off x="883200" y="1316425"/>
            <a:ext cx="30864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720" name="Google Shape;3720;p127"/>
          <p:cNvSpPr/>
          <p:nvPr/>
        </p:nvSpPr>
        <p:spPr>
          <a:xfrm>
            <a:off x="624575" y="1184850"/>
            <a:ext cx="3430800" cy="2461500"/>
          </a:xfrm>
          <a:prstGeom prst="roundRect">
            <a:avLst>
              <a:gd fmla="val 16667" name="adj"/>
            </a:avLst>
          </a:prstGeom>
          <a:solidFill>
            <a:srgbClr val="35363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61">
                <a:solidFill>
                  <a:srgbClr val="FEF3C7"/>
                </a:solidFill>
                <a:latin typeface="Lato"/>
                <a:ea typeface="Lato"/>
                <a:cs typeface="Lato"/>
                <a:sym typeface="Lato"/>
              </a:rPr>
              <a:t>The </a:t>
            </a:r>
            <a:r>
              <a:rPr b="1" lang="en" sz="1361">
                <a:solidFill>
                  <a:srgbClr val="FEF3C7"/>
                </a:solidFill>
                <a:latin typeface="Lato"/>
                <a:ea typeface="Lato"/>
                <a:cs typeface="Lato"/>
                <a:sym typeface="Lato"/>
              </a:rPr>
              <a:t>Infrastructure</a:t>
            </a:r>
            <a:r>
              <a:rPr b="1" lang="en" sz="1361">
                <a:solidFill>
                  <a:srgbClr val="FEF3C7"/>
                </a:solidFill>
                <a:latin typeface="Lato"/>
                <a:ea typeface="Lato"/>
                <a:cs typeface="Lato"/>
                <a:sym typeface="Lato"/>
              </a:rPr>
              <a:t> Problem</a:t>
            </a:r>
            <a:endParaRPr b="1" sz="1361">
              <a:solidFill>
                <a:srgbClr val="FEF3C7"/>
              </a:solidFill>
              <a:latin typeface="Lato"/>
              <a:ea typeface="Lato"/>
              <a:cs typeface="Lato"/>
              <a:sym typeface="Lato"/>
            </a:endParaRPr>
          </a:p>
          <a:p>
            <a:pPr indent="-271736" lvl="0" marL="421483" rtl="0" algn="l">
              <a:spcBef>
                <a:spcPts val="553"/>
              </a:spcBef>
              <a:spcAft>
                <a:spcPts val="0"/>
              </a:spcAft>
              <a:buClr>
                <a:srgbClr val="EBF5FF"/>
              </a:buClr>
              <a:buSzPts val="961"/>
              <a:buFont typeface="Lato"/>
              <a:buChar char="●"/>
            </a:pPr>
            <a:r>
              <a:rPr b="1" lang="en" sz="961">
                <a:solidFill>
                  <a:srgbClr val="FEF3C7"/>
                </a:solidFill>
                <a:latin typeface="Lato"/>
                <a:ea typeface="Lato"/>
                <a:cs typeface="Lato"/>
                <a:sym typeface="Lato"/>
              </a:rPr>
              <a:t>Manual Allocation:</a:t>
            </a:r>
            <a:r>
              <a:rPr lang="en" sz="961">
                <a:solidFill>
                  <a:srgbClr val="EBF5FF"/>
                </a:solidFill>
                <a:latin typeface="Lato"/>
                <a:ea typeface="Lato"/>
                <a:cs typeface="Lato"/>
                <a:sym typeface="Lato"/>
              </a:rPr>
              <a:t> Lack of a centralized control plane forces users to manually select hardware targets.</a:t>
            </a:r>
            <a:endParaRPr sz="961">
              <a:solidFill>
                <a:srgbClr val="EBF5FF"/>
              </a:solidFill>
              <a:latin typeface="Lato"/>
              <a:ea typeface="Lato"/>
              <a:cs typeface="Lato"/>
              <a:sym typeface="Lato"/>
            </a:endParaRPr>
          </a:p>
          <a:p>
            <a:pPr indent="-271736" lvl="0" marL="421483" rtl="0" algn="l">
              <a:spcBef>
                <a:spcPts val="553"/>
              </a:spcBef>
              <a:spcAft>
                <a:spcPts val="0"/>
              </a:spcAft>
              <a:buClr>
                <a:srgbClr val="EBF5FF"/>
              </a:buClr>
              <a:buSzPts val="961"/>
              <a:buFont typeface="Lato"/>
              <a:buChar char="●"/>
            </a:pPr>
            <a:r>
              <a:rPr b="1" lang="en" sz="961">
                <a:solidFill>
                  <a:srgbClr val="FEF3C7"/>
                </a:solidFill>
                <a:latin typeface="Lato"/>
                <a:ea typeface="Lato"/>
                <a:cs typeface="Lato"/>
                <a:sym typeface="Lato"/>
              </a:rPr>
              <a:t>Concurrency Failures:</a:t>
            </a:r>
            <a:r>
              <a:rPr lang="en" sz="961">
                <a:solidFill>
                  <a:srgbClr val="EBF5FF"/>
                </a:solidFill>
                <a:latin typeface="Lato"/>
                <a:ea typeface="Lato"/>
                <a:cs typeface="Lato"/>
                <a:sym typeface="Lato"/>
              </a:rPr>
              <a:t> Simultaneous job deployments to the same board cause bitstream corruption and crashes.</a:t>
            </a:r>
            <a:endParaRPr sz="961">
              <a:solidFill>
                <a:srgbClr val="EBF5FF"/>
              </a:solidFill>
              <a:latin typeface="Lato"/>
              <a:ea typeface="Lato"/>
              <a:cs typeface="Lato"/>
              <a:sym typeface="Lato"/>
            </a:endParaRPr>
          </a:p>
          <a:p>
            <a:pPr indent="-271736" lvl="0" marL="421483" rtl="0" algn="l">
              <a:spcBef>
                <a:spcPts val="553"/>
              </a:spcBef>
              <a:spcAft>
                <a:spcPts val="0"/>
              </a:spcAft>
              <a:buClr>
                <a:srgbClr val="EBF5FF"/>
              </a:buClr>
              <a:buSzPts val="961"/>
              <a:buFont typeface="Lato"/>
              <a:buChar char="●"/>
            </a:pPr>
            <a:r>
              <a:rPr b="1" lang="en" sz="961">
                <a:solidFill>
                  <a:srgbClr val="FEF3C7"/>
                </a:solidFill>
                <a:latin typeface="Lato"/>
                <a:ea typeface="Lato"/>
                <a:cs typeface="Lato"/>
                <a:sym typeface="Lato"/>
              </a:rPr>
              <a:t>Restricted Scalability:</a:t>
            </a:r>
            <a:r>
              <a:rPr lang="en" sz="961">
                <a:solidFill>
                  <a:srgbClr val="EBF5FF"/>
                </a:solidFill>
                <a:latin typeface="Lato"/>
                <a:ea typeface="Lato"/>
                <a:cs typeface="Lato"/>
                <a:sym typeface="Lato"/>
              </a:rPr>
              <a:t> Unoptimized routing prevents the seamless integration of mixed architectures</a:t>
            </a:r>
            <a:endParaRPr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spcBef>
                <a:spcPts val="553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721" name="Google Shape;3721;p127"/>
          <p:cNvSpPr/>
          <p:nvPr/>
        </p:nvSpPr>
        <p:spPr>
          <a:xfrm>
            <a:off x="4928525" y="1184850"/>
            <a:ext cx="3430800" cy="2461500"/>
          </a:xfrm>
          <a:prstGeom prst="roundRect">
            <a:avLst>
              <a:gd fmla="val 16667" name="adj"/>
            </a:avLst>
          </a:prstGeom>
          <a:solidFill>
            <a:srgbClr val="35363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61">
                <a:solidFill>
                  <a:srgbClr val="FEF3C7"/>
                </a:solidFill>
                <a:latin typeface="Lato"/>
                <a:ea typeface="Lato"/>
                <a:cs typeface="Lato"/>
                <a:sym typeface="Lato"/>
              </a:rPr>
              <a:t>The Physical Impact</a:t>
            </a:r>
            <a:endParaRPr b="1" sz="1361">
              <a:solidFill>
                <a:srgbClr val="FEF3C7"/>
              </a:solidFill>
              <a:latin typeface="Lato"/>
              <a:ea typeface="Lato"/>
              <a:cs typeface="Lato"/>
              <a:sym typeface="Lato"/>
            </a:endParaRPr>
          </a:p>
          <a:p>
            <a:pPr indent="-271736" lvl="0" marL="421483" rtl="0" algn="l">
              <a:spcBef>
                <a:spcPts val="553"/>
              </a:spcBef>
              <a:spcAft>
                <a:spcPts val="0"/>
              </a:spcAft>
              <a:buClr>
                <a:srgbClr val="EBF5FF"/>
              </a:buClr>
              <a:buSzPts val="961"/>
              <a:buFont typeface="Lato"/>
              <a:buChar char="●"/>
            </a:pPr>
            <a:r>
              <a:rPr b="1" lang="en" sz="961">
                <a:solidFill>
                  <a:srgbClr val="FEF3C7"/>
                </a:solidFill>
                <a:latin typeface="Lato"/>
                <a:ea typeface="Lato"/>
                <a:cs typeface="Lato"/>
                <a:sym typeface="Lato"/>
              </a:rPr>
              <a:t>Silicon Waste: </a:t>
            </a:r>
            <a:r>
              <a:rPr lang="en" sz="961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Routing modest tasks to the Agilex 7 wastes over 4,400 unused DSP blocks.</a:t>
            </a:r>
            <a:endParaRPr sz="961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271736" lvl="0" marL="421483" rtl="0" algn="l">
              <a:spcBef>
                <a:spcPts val="553"/>
              </a:spcBef>
              <a:spcAft>
                <a:spcPts val="0"/>
              </a:spcAft>
              <a:buClr>
                <a:srgbClr val="EBF5FF"/>
              </a:buClr>
              <a:buSzPts val="961"/>
              <a:buFont typeface="Lato"/>
              <a:buChar char="●"/>
            </a:pPr>
            <a:r>
              <a:rPr b="1" lang="en" sz="961">
                <a:solidFill>
                  <a:srgbClr val="FEF3C7"/>
                </a:solidFill>
                <a:latin typeface="Lato"/>
                <a:ea typeface="Lato"/>
                <a:cs typeface="Lato"/>
                <a:sym typeface="Lato"/>
              </a:rPr>
              <a:t>Energy Leakage: </a:t>
            </a:r>
            <a:r>
              <a:rPr lang="en" sz="961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Forcing the 680 Gbps memory bus awake for tiny workloads creates dynamic and static power waste.</a:t>
            </a:r>
            <a:endParaRPr sz="961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271736" lvl="0" marL="421483" rtl="0" algn="l">
              <a:spcBef>
                <a:spcPts val="553"/>
              </a:spcBef>
              <a:spcAft>
                <a:spcPts val="0"/>
              </a:spcAft>
              <a:buClr>
                <a:srgbClr val="EBF5FF"/>
              </a:buClr>
              <a:buSzPts val="961"/>
              <a:buFont typeface="Lato"/>
              <a:buChar char="●"/>
            </a:pPr>
            <a:r>
              <a:rPr b="1" lang="en" sz="961">
                <a:solidFill>
                  <a:srgbClr val="FEF3C7"/>
                </a:solidFill>
                <a:latin typeface="Lato"/>
                <a:ea typeface="Lato"/>
                <a:cs typeface="Lato"/>
                <a:sym typeface="Lato"/>
              </a:rPr>
              <a:t>Queue Saturation: </a:t>
            </a:r>
            <a:r>
              <a:rPr lang="en" sz="961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Flashing massive .sof files for minor tasks instantly stalls the server waitlist.</a:t>
            </a:r>
            <a:endParaRPr sz="961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421483" rtl="0" algn="l">
              <a:spcBef>
                <a:spcPts val="553"/>
              </a:spcBef>
              <a:spcAft>
                <a:spcPts val="0"/>
              </a:spcAft>
              <a:buNone/>
            </a:pPr>
            <a:r>
              <a:t/>
            </a:r>
            <a:endParaRPr sz="961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spcBef>
                <a:spcPts val="553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722" name="Google Shape;3722;p127"/>
          <p:cNvSpPr/>
          <p:nvPr/>
        </p:nvSpPr>
        <p:spPr>
          <a:xfrm>
            <a:off x="624575" y="3813475"/>
            <a:ext cx="7814100" cy="1137000"/>
          </a:xfrm>
          <a:prstGeom prst="roundRect">
            <a:avLst>
              <a:gd fmla="val 16667" name="adj"/>
            </a:avLst>
          </a:prstGeom>
          <a:solidFill>
            <a:srgbClr val="35363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723" name="Google Shape;3723;p127"/>
          <p:cNvSpPr txBox="1"/>
          <p:nvPr/>
        </p:nvSpPr>
        <p:spPr>
          <a:xfrm>
            <a:off x="797975" y="3922675"/>
            <a:ext cx="7467300" cy="91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EF3C7"/>
                </a:solidFill>
                <a:latin typeface="Lato"/>
                <a:ea typeface="Lato"/>
                <a:cs typeface="Lato"/>
                <a:sym typeface="Lato"/>
              </a:rPr>
              <a:t>              The </a:t>
            </a:r>
            <a:r>
              <a:rPr lang="en" sz="1200">
                <a:solidFill>
                  <a:srgbClr val="FEF3C7"/>
                </a:solidFill>
                <a:latin typeface="Lato"/>
                <a:ea typeface="Lato"/>
                <a:cs typeface="Lato"/>
                <a:sym typeface="Lato"/>
              </a:rPr>
              <a:t>Motivation</a:t>
            </a:r>
            <a:endParaRPr sz="1200">
              <a:solidFill>
                <a:srgbClr val="FEF3C7"/>
              </a:solidFill>
              <a:latin typeface="Lato"/>
              <a:ea typeface="Lato"/>
              <a:cs typeface="Lato"/>
              <a:sym typeface="Lat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FEF3C7"/>
              </a:buClr>
              <a:buSzPts val="1200"/>
              <a:buFont typeface="Lato"/>
              <a:buChar char="●"/>
            </a:pPr>
            <a:r>
              <a:rPr lang="en" sz="1200">
                <a:solidFill>
                  <a:srgbClr val="FEF3C7"/>
                </a:solidFill>
                <a:latin typeface="Lato"/>
                <a:ea typeface="Lato"/>
                <a:cs typeface="Lato"/>
                <a:sym typeface="Lato"/>
              </a:rPr>
              <a:t>Intelligent Task Orchestrator: </a:t>
            </a:r>
            <a:r>
              <a:rPr lang="en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An agent that could look at an incoming task, understand limitations, and automatically route it to the best hardware in order to save time, power, and silicon.</a:t>
            </a:r>
            <a:endParaRPr sz="12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27" name="Shape 37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8" name="Google Shape;3728;p128"/>
          <p:cNvSpPr txBox="1"/>
          <p:nvPr>
            <p:ph idx="4" type="subTitle"/>
          </p:nvPr>
        </p:nvSpPr>
        <p:spPr>
          <a:xfrm>
            <a:off x="719999" y="1001000"/>
            <a:ext cx="2946300" cy="42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Contents</a:t>
            </a:r>
            <a:endParaRPr/>
          </a:p>
        </p:txBody>
      </p:sp>
      <p:sp>
        <p:nvSpPr>
          <p:cNvPr id="3729" name="Google Shape;3729;p128"/>
          <p:cNvSpPr txBox="1"/>
          <p:nvPr>
            <p:ph type="title"/>
          </p:nvPr>
        </p:nvSpPr>
        <p:spPr>
          <a:xfrm>
            <a:off x="720000" y="3041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objectives</a:t>
            </a:r>
            <a:endParaRPr/>
          </a:p>
        </p:txBody>
      </p:sp>
      <p:sp>
        <p:nvSpPr>
          <p:cNvPr id="3730" name="Google Shape;3730;p128"/>
          <p:cNvSpPr txBox="1"/>
          <p:nvPr>
            <p:ph idx="1" type="subTitle"/>
          </p:nvPr>
        </p:nvSpPr>
        <p:spPr>
          <a:xfrm>
            <a:off x="404550" y="1423688"/>
            <a:ext cx="8334900" cy="219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b="1"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Integrate the Intel Agilex 7 (DE-10) Board:</a:t>
            </a:r>
            <a:r>
              <a:rPr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Establish the hardware architecture within a high-performance reconfigurable cluster. 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b="1"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Develop a Smart Task Orchestrator:</a:t>
            </a:r>
            <a:r>
              <a:rPr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Implement an AI-driven agent for dynamic routing and resource allocation. </a:t>
            </a:r>
            <a:r>
              <a:rPr lang="en" sz="1600"/>
              <a:t> </a:t>
            </a:r>
            <a:endParaRPr sz="16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b="1"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System Integration and Verification:</a:t>
            </a:r>
            <a:r>
              <a:rPr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Conduct rigorous testing to validate the communication between the AI agent, the Ubuntu server, and the FPGA hardware.</a:t>
            </a:r>
            <a: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731" name="Google Shape;3731;p1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3399975"/>
            <a:ext cx="3100549" cy="1676426"/>
          </a:xfrm>
          <a:prstGeom prst="rect">
            <a:avLst/>
          </a:prstGeom>
          <a:noFill/>
          <a:ln>
            <a:noFill/>
          </a:ln>
        </p:spPr>
      </p:pic>
      <p:pic>
        <p:nvPicPr>
          <p:cNvPr id="3732" name="Google Shape;3732;p1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53064" y="3432424"/>
            <a:ext cx="1611538" cy="1611538"/>
          </a:xfrm>
          <a:prstGeom prst="rect">
            <a:avLst/>
          </a:prstGeom>
          <a:noFill/>
          <a:ln>
            <a:noFill/>
          </a:ln>
        </p:spPr>
      </p:pic>
      <p:pic>
        <p:nvPicPr>
          <p:cNvPr id="3733" name="Google Shape;3733;p12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672000" y="3332721"/>
            <a:ext cx="1711251" cy="1711229"/>
          </a:xfrm>
          <a:prstGeom prst="rect">
            <a:avLst/>
          </a:prstGeom>
          <a:noFill/>
          <a:ln>
            <a:noFill/>
          </a:ln>
        </p:spPr>
      </p:pic>
      <p:sp>
        <p:nvSpPr>
          <p:cNvPr id="3734" name="Google Shape;3734;p128"/>
          <p:cNvSpPr/>
          <p:nvPr/>
        </p:nvSpPr>
        <p:spPr>
          <a:xfrm>
            <a:off x="3100550" y="4192138"/>
            <a:ext cx="458100" cy="422700"/>
          </a:xfrm>
          <a:prstGeom prst="mathPlus">
            <a:avLst>
              <a:gd fmla="val 23520" name="adj1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735" name="Google Shape;3735;p128"/>
          <p:cNvSpPr/>
          <p:nvPr/>
        </p:nvSpPr>
        <p:spPr>
          <a:xfrm>
            <a:off x="5839238" y="4161775"/>
            <a:ext cx="458100" cy="345000"/>
          </a:xfrm>
          <a:prstGeom prst="mathEqual">
            <a:avLst>
              <a:gd fmla="val 23520" name="adj1"/>
              <a:gd fmla="val 1176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39" name="Shape 37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0" name="Google Shape;3740;p12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State of the Art</a:t>
            </a:r>
            <a:endParaRPr/>
          </a:p>
        </p:txBody>
      </p:sp>
      <p:sp>
        <p:nvSpPr>
          <p:cNvPr id="3741" name="Google Shape;3741;p129"/>
          <p:cNvSpPr txBox="1"/>
          <p:nvPr/>
        </p:nvSpPr>
        <p:spPr>
          <a:xfrm>
            <a:off x="577700" y="1229975"/>
            <a:ext cx="5255400" cy="29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❏"/>
            </a:pPr>
            <a:r>
              <a:rPr b="1" lang="en"/>
              <a:t>Reconfigurable HPC:</a:t>
            </a:r>
            <a:r>
              <a:rPr lang="en"/>
              <a:t> FPGAs provide low-power, parallel acceleration for AI and data centers [1, 2].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❏"/>
            </a:pPr>
            <a:r>
              <a:rPr b="1" lang="en"/>
              <a:t>Heterogeneous Farms:</a:t>
            </a:r>
            <a:r>
              <a:rPr lang="en"/>
              <a:t> Modern clusters use multi-FPGA architectures and virtualization to share workloads [3].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❏"/>
            </a:pPr>
            <a:r>
              <a:rPr b="1" lang="en"/>
              <a:t>The Integration Bottleneck:</a:t>
            </a:r>
            <a:r>
              <a:rPr lang="en"/>
              <a:t> Integrating next-gen nodes (like Intel Agilex) into legacy infrastructures remains a critical challenge especially at scale.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❏"/>
            </a:pPr>
            <a:r>
              <a:rPr b="1" lang="en"/>
              <a:t>LLM Orchestration:</a:t>
            </a:r>
            <a:r>
              <a:rPr lang="en"/>
              <a:t> Autonomous AI agents can interpret parameters and dynamically assign workloads without manual intervention [4].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❏"/>
            </a:pPr>
            <a:r>
              <a:rPr b="1" lang="en"/>
              <a:t>Proposed Solution:</a:t>
            </a:r>
            <a:r>
              <a:rPr lang="en"/>
              <a:t> Deploying an LLM to autonomously route intensive logic to the Agilex and lighter tasks to Cyclone V boards.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742" name="Google Shape;3742;p129"/>
          <p:cNvSpPr txBox="1"/>
          <p:nvPr/>
        </p:nvSpPr>
        <p:spPr>
          <a:xfrm>
            <a:off x="806200" y="4235225"/>
            <a:ext cx="7704000" cy="83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[1] J. Peltenburg, J. van Straten, M. Brobbel, Z. Al-Ars, and H. P. Hofstee, “Generating high-performance FPGA accelerator designs for big data analytics with Fletcher and Apache Arrow,” Journal of Signal Processing Systems, vol. 93, no. 5, pp. 565–586, 2021.</a:t>
            </a:r>
            <a:endParaRPr sz="8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[2] R. Wu, X. Guo, J. Du, and J. Li, “Accelerating neural network inference on fpga-based platforms—a survey,” Electronics, vol. 10, no. 9, p. 1025, April 2021. [Online]. Available: </a:t>
            </a:r>
            <a:r>
              <a:rPr lang="en" sz="800" u="sng">
                <a:solidFill>
                  <a:schemeClr val="hlink"/>
                </a:solidFill>
                <a:latin typeface="Lato"/>
                <a:ea typeface="Lato"/>
                <a:cs typeface="Lato"/>
                <a:sym typeface="Lato"/>
                <a:hlinkClick r:id="rId3"/>
              </a:rPr>
              <a:t>https://www.mdpi.com/2079-9292/10/9/1025</a:t>
            </a:r>
            <a:endParaRPr sz="8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[3] W. F. Samayoa et al., “A survey on fpga-based heterogeneous clusters architectures,” IEEE Access, 2023.</a:t>
            </a:r>
            <a:endParaRPr sz="8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[4] L. Wang et al., “A survey on large language model based autonomous agents,” Frontiers of Computer Science, 2024.</a:t>
            </a:r>
            <a:endParaRPr sz="8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descr="This is a classic computer architecture diagram style that shows how the software abstraction layer manages the physical hardware. It highlights the &quot;Integration Bottleneck&quot; and your solution. Top Layer (Application Layer): A block labeled &quot;Dynamic Workloads&quot; with sub-blocks for &quot;Intensive AI/Data&quot; and &quot;Control Logic&quot; . Middle Layer (The Proposed Orchestration Layer): A large block spanning the middle labeled &quot;LLM-Based Autonomous Orchestrator&quot; . Show an arrow coming from the Application Layer into this block. Bottom Layer (Heterogeneous Hardware Pool): A dashed-line box labeled &quot;FPGA Farm&quot; containing two distinct server racks or blocks. One labeled &quot;Intel Agilex (High-Capacity Node)&quot; and multiple smaller blocks labeled &quot;Cyclone V (Legacy Nodes)&quot;. The Connections: Draw routing arrows from the Middle Layer to the specific nodes in the Bottom Layer." id="3743" name="Google Shape;3743;p1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18039" y="1255175"/>
            <a:ext cx="2895872" cy="2895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47" name="Shape 37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8" name="Google Shape;3748;p130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Methodology: AI Orchestrator Agent</a:t>
            </a:r>
            <a:endParaRPr/>
          </a:p>
        </p:txBody>
      </p:sp>
      <p:sp>
        <p:nvSpPr>
          <p:cNvPr id="3749" name="Google Shape;3749;p130"/>
          <p:cNvSpPr/>
          <p:nvPr/>
        </p:nvSpPr>
        <p:spPr>
          <a:xfrm>
            <a:off x="405525" y="1704600"/>
            <a:ext cx="2647800" cy="2525400"/>
          </a:xfrm>
          <a:prstGeom prst="roundRect">
            <a:avLst>
              <a:gd fmla="val 16667" name="adj"/>
            </a:avLst>
          </a:prstGeom>
          <a:solidFill>
            <a:srgbClr val="42444F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750" name="Google Shape;3750;p130"/>
          <p:cNvSpPr/>
          <p:nvPr/>
        </p:nvSpPr>
        <p:spPr>
          <a:xfrm>
            <a:off x="3248100" y="1704600"/>
            <a:ext cx="2647800" cy="2525400"/>
          </a:xfrm>
          <a:prstGeom prst="roundRect">
            <a:avLst>
              <a:gd fmla="val 16667" name="adj"/>
            </a:avLst>
          </a:prstGeom>
          <a:solidFill>
            <a:srgbClr val="4244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751" name="Google Shape;3751;p130"/>
          <p:cNvSpPr/>
          <p:nvPr/>
        </p:nvSpPr>
        <p:spPr>
          <a:xfrm>
            <a:off x="6090675" y="1704600"/>
            <a:ext cx="2647800" cy="2525400"/>
          </a:xfrm>
          <a:prstGeom prst="roundRect">
            <a:avLst>
              <a:gd fmla="val 16667" name="adj"/>
            </a:avLst>
          </a:prstGeom>
          <a:solidFill>
            <a:srgbClr val="4244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752" name="Google Shape;3752;p130"/>
          <p:cNvSpPr txBox="1"/>
          <p:nvPr/>
        </p:nvSpPr>
        <p:spPr>
          <a:xfrm>
            <a:off x="604275" y="2040900"/>
            <a:ext cx="2250300" cy="185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EF3C7"/>
                </a:solidFill>
                <a:latin typeface="Lato"/>
                <a:ea typeface="Lato"/>
                <a:cs typeface="Lato"/>
                <a:sym typeface="Lato"/>
              </a:rPr>
              <a:t>Agentic Analysis</a:t>
            </a:r>
            <a:endParaRPr b="1">
              <a:solidFill>
                <a:srgbClr val="FEF3C7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- A routing agent analyzes the .rpt file to classify the intended board.</a:t>
            </a:r>
            <a:endParaRPr sz="12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- A </a:t>
            </a:r>
            <a:r>
              <a:rPr lang="en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gatekeeper</a:t>
            </a:r>
            <a:r>
              <a:rPr lang="en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 agent reads verilog code to classify malicious intent and analyzes </a:t>
            </a:r>
            <a:r>
              <a:rPr lang="en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efficiency</a:t>
            </a:r>
            <a:r>
              <a:rPr lang="en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sz="12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753" name="Google Shape;3753;p130"/>
          <p:cNvSpPr txBox="1"/>
          <p:nvPr/>
        </p:nvSpPr>
        <p:spPr>
          <a:xfrm>
            <a:off x="3446850" y="2040900"/>
            <a:ext cx="2250300" cy="185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EF3C7"/>
                </a:solidFill>
                <a:latin typeface="Lato"/>
                <a:ea typeface="Lato"/>
                <a:cs typeface="Lato"/>
                <a:sym typeface="Lato"/>
              </a:rPr>
              <a:t>Centralized</a:t>
            </a:r>
            <a:r>
              <a:rPr b="1" lang="en">
                <a:solidFill>
                  <a:srgbClr val="FEF3C7"/>
                </a:solidFill>
                <a:latin typeface="Lato"/>
                <a:ea typeface="Lato"/>
                <a:cs typeface="Lato"/>
                <a:sym typeface="Lato"/>
              </a:rPr>
              <a:t> API</a:t>
            </a:r>
            <a:endParaRPr b="1">
              <a:solidFill>
                <a:srgbClr val="FEF3C7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- The Flask based API handles the workflow between remote connections and the physical lab.</a:t>
            </a:r>
            <a:endParaRPr sz="12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- Automates board assignment and tracking.</a:t>
            </a:r>
            <a:endParaRPr sz="12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754" name="Google Shape;3754;p130"/>
          <p:cNvSpPr txBox="1"/>
          <p:nvPr/>
        </p:nvSpPr>
        <p:spPr>
          <a:xfrm>
            <a:off x="6289425" y="1912325"/>
            <a:ext cx="2316600" cy="185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EF3C7"/>
                </a:solidFill>
                <a:latin typeface="Lato"/>
                <a:ea typeface="Lato"/>
                <a:cs typeface="Lato"/>
                <a:sym typeface="Lato"/>
              </a:rPr>
              <a:t>Smart Queue </a:t>
            </a:r>
            <a:r>
              <a:rPr b="1" lang="en">
                <a:solidFill>
                  <a:srgbClr val="FEF3C7"/>
                </a:solidFill>
                <a:latin typeface="Lato"/>
                <a:ea typeface="Lato"/>
                <a:cs typeface="Lato"/>
                <a:sym typeface="Lato"/>
              </a:rPr>
              <a:t>Management</a:t>
            </a:r>
            <a:endParaRPr b="1">
              <a:solidFill>
                <a:srgbClr val="FEF3C7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- Manages a waitlist of incoming tasks while the server is at maximum capacity</a:t>
            </a:r>
            <a:endParaRPr sz="12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- Automatically cuts power to idle boards when the queue is empty to reduce energy waste.</a:t>
            </a:r>
            <a:endParaRPr sz="12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58" name="Shape 37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9" name="Google Shape;3759;p131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Methodology</a:t>
            </a:r>
            <a:r>
              <a:rPr lang="en"/>
              <a:t>: </a:t>
            </a:r>
            <a:r>
              <a:rPr lang="en"/>
              <a:t>Automated Resource Profiling</a:t>
            </a:r>
            <a:endParaRPr/>
          </a:p>
        </p:txBody>
      </p:sp>
      <p:pic>
        <p:nvPicPr>
          <p:cNvPr id="3760" name="Google Shape;3760;p1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2475" y="1480275"/>
            <a:ext cx="3621300" cy="26214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  <p:sp>
        <p:nvSpPr>
          <p:cNvPr id="3761" name="Google Shape;3761;p131"/>
          <p:cNvSpPr txBox="1"/>
          <p:nvPr/>
        </p:nvSpPr>
        <p:spPr>
          <a:xfrm>
            <a:off x="4293525" y="1344375"/>
            <a:ext cx="4632000" cy="289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Pre-Deployment Processing:</a:t>
            </a:r>
            <a:endParaRPr b="1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The client parses the project's compilation reports locally on the user's machine.</a:t>
            </a:r>
            <a:endParaRPr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Data Extraction:</a:t>
            </a:r>
            <a:endParaRPr b="1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Resource allocation data such as ALM count, DSP block utilization, and Target Family are pulled from the .flow.rpt file. Icarus Verilog is used to analyze the raw </a:t>
            </a:r>
            <a:r>
              <a:rPr lang="en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verilog</a:t>
            </a:r>
            <a:r>
              <a:rPr lang="en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code.</a:t>
            </a:r>
            <a:endParaRPr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Information Bundling:</a:t>
            </a:r>
            <a:endParaRPr b="1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Locally extracted data gets packaged as a JSON and Verilog </a:t>
            </a:r>
            <a:r>
              <a:rPr lang="en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payload</a:t>
            </a:r>
            <a:r>
              <a:rPr lang="en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65" name="Shape 3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6" name="Google Shape;3766;p13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767" name="Google Shape;3767;p1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561975" y="4019550"/>
            <a:ext cx="1738200" cy="1124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68" name="Google Shape;3768;p1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015163" y="-681037"/>
            <a:ext cx="2128800" cy="2595600"/>
          </a:xfrm>
          <a:prstGeom prst="rect">
            <a:avLst/>
          </a:prstGeom>
          <a:noFill/>
          <a:ln>
            <a:noFill/>
          </a:ln>
        </p:spPr>
      </p:pic>
      <p:sp>
        <p:nvSpPr>
          <p:cNvPr id="3769" name="Google Shape;3769;p132"/>
          <p:cNvSpPr txBox="1"/>
          <p:nvPr/>
        </p:nvSpPr>
        <p:spPr>
          <a:xfrm>
            <a:off x="476250" y="381000"/>
            <a:ext cx="81915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300"/>
              </a:spcAft>
              <a:buNone/>
            </a:pPr>
            <a:r>
              <a:rPr b="1" lang="en" sz="2400">
                <a:solidFill>
                  <a:srgbClr val="35363B"/>
                </a:solidFill>
                <a:latin typeface="Epilogue"/>
                <a:ea typeface="Epilogue"/>
                <a:cs typeface="Epilogue"/>
                <a:sym typeface="Epilogue"/>
              </a:rPr>
              <a:t>Methodology: AI Orchestrator Testing &amp; Validation</a:t>
            </a:r>
            <a:endParaRPr b="1" sz="2400">
              <a:solidFill>
                <a:srgbClr val="35363B"/>
              </a:solidFill>
              <a:latin typeface="Epilogue"/>
              <a:ea typeface="Epilogue"/>
              <a:cs typeface="Epilogue"/>
              <a:sym typeface="Epilogue"/>
            </a:endParaRPr>
          </a:p>
        </p:txBody>
      </p:sp>
      <p:grpSp>
        <p:nvGrpSpPr>
          <p:cNvPr id="3770" name="Google Shape;3770;p132"/>
          <p:cNvGrpSpPr/>
          <p:nvPr/>
        </p:nvGrpSpPr>
        <p:grpSpPr>
          <a:xfrm>
            <a:off x="476250" y="1047750"/>
            <a:ext cx="4286400" cy="809700"/>
            <a:chOff x="0" y="0"/>
            <a:chExt cx="4286400" cy="809700"/>
          </a:xfrm>
        </p:grpSpPr>
        <p:sp>
          <p:nvSpPr>
            <p:cNvPr id="3771" name="Google Shape;3771;p132"/>
            <p:cNvSpPr/>
            <p:nvPr/>
          </p:nvSpPr>
          <p:spPr>
            <a:xfrm>
              <a:off x="0" y="0"/>
              <a:ext cx="4286400" cy="809700"/>
            </a:xfrm>
            <a:prstGeom prst="roundRect">
              <a:avLst>
                <a:gd fmla="val 11764" name="adj"/>
              </a:avLst>
            </a:prstGeom>
            <a:solidFill>
              <a:srgbClr val="FFFFFF">
                <a:alpha val="9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72" name="Google Shape;3772;p132"/>
            <p:cNvSpPr txBox="1"/>
            <p:nvPr/>
          </p:nvSpPr>
          <p:spPr>
            <a:xfrm>
              <a:off x="142875" y="95250"/>
              <a:ext cx="4000500" cy="619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18">
                  <a:solidFill>
                    <a:srgbClr val="35363B"/>
                  </a:solidFill>
                  <a:latin typeface="Epilogue"/>
                  <a:ea typeface="Epilogue"/>
                  <a:cs typeface="Epilogue"/>
                  <a:sym typeface="Epilogue"/>
                </a:rPr>
                <a:t>Synthetic Data Generation</a:t>
              </a:r>
              <a:endParaRPr b="1" sz="1018">
                <a:solidFill>
                  <a:srgbClr val="35363B"/>
                </a:solidFill>
                <a:latin typeface="Epilogue"/>
                <a:ea typeface="Epilogue"/>
                <a:cs typeface="Epilogue"/>
                <a:sym typeface="Epilogue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300"/>
                </a:spcAft>
                <a:buNone/>
              </a:pPr>
              <a:r>
                <a:rPr b="0" lang="en" sz="879">
                  <a:solidFill>
                    <a:srgbClr val="555555"/>
                  </a:solidFill>
                  <a:latin typeface="Lato"/>
                  <a:ea typeface="Lato"/>
                  <a:cs typeface="Lato"/>
                  <a:sym typeface="Lato"/>
                </a:rPr>
                <a:t>A custom Python script procedurally generated diverse .flow.rpt files representing multiple FPGA target families and logic capacities.</a:t>
              </a:r>
              <a:endParaRPr b="0" sz="879">
                <a:solidFill>
                  <a:srgbClr val="555555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3773" name="Google Shape;3773;p132"/>
          <p:cNvGrpSpPr/>
          <p:nvPr/>
        </p:nvGrpSpPr>
        <p:grpSpPr>
          <a:xfrm>
            <a:off x="476250" y="2000250"/>
            <a:ext cx="4286400" cy="809700"/>
            <a:chOff x="0" y="0"/>
            <a:chExt cx="4286400" cy="809700"/>
          </a:xfrm>
        </p:grpSpPr>
        <p:sp>
          <p:nvSpPr>
            <p:cNvPr id="3774" name="Google Shape;3774;p132"/>
            <p:cNvSpPr/>
            <p:nvPr/>
          </p:nvSpPr>
          <p:spPr>
            <a:xfrm>
              <a:off x="0" y="0"/>
              <a:ext cx="4286400" cy="809700"/>
            </a:xfrm>
            <a:prstGeom prst="roundRect">
              <a:avLst>
                <a:gd fmla="val 11764" name="adj"/>
              </a:avLst>
            </a:prstGeom>
            <a:solidFill>
              <a:srgbClr val="FFFFFF">
                <a:alpha val="9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75" name="Google Shape;3775;p132"/>
            <p:cNvSpPr txBox="1"/>
            <p:nvPr/>
          </p:nvSpPr>
          <p:spPr>
            <a:xfrm>
              <a:off x="142875" y="95250"/>
              <a:ext cx="4000500" cy="619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18">
                  <a:solidFill>
                    <a:srgbClr val="35363B"/>
                  </a:solidFill>
                  <a:latin typeface="Epilogue"/>
                  <a:ea typeface="Epilogue"/>
                  <a:cs typeface="Epilogue"/>
                  <a:sym typeface="Epilogue"/>
                </a:rPr>
                <a:t>Edge Case Injection</a:t>
              </a:r>
              <a:endParaRPr b="1" sz="1018">
                <a:solidFill>
                  <a:srgbClr val="35363B"/>
                </a:solidFill>
                <a:latin typeface="Epilogue"/>
                <a:ea typeface="Epilogue"/>
                <a:cs typeface="Epilogue"/>
                <a:sym typeface="Epilogue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300"/>
                </a:spcAft>
                <a:buNone/>
              </a:pPr>
              <a:r>
                <a:rPr b="0" lang="en" sz="879">
                  <a:solidFill>
                    <a:srgbClr val="555555"/>
                  </a:solidFill>
                  <a:latin typeface="Lato"/>
                  <a:ea typeface="Lato"/>
                  <a:cs typeface="Lato"/>
                  <a:sym typeface="Lato"/>
                </a:rPr>
                <a:t>Invalid and out-of-bounds compilation reports were intentionally created to stress-test the agent's constraints and trigger controlled rejections.</a:t>
              </a:r>
              <a:endParaRPr b="0" sz="879">
                <a:solidFill>
                  <a:srgbClr val="555555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3776" name="Google Shape;3776;p132"/>
          <p:cNvGrpSpPr/>
          <p:nvPr/>
        </p:nvGrpSpPr>
        <p:grpSpPr>
          <a:xfrm>
            <a:off x="476250" y="2952750"/>
            <a:ext cx="4286400" cy="809700"/>
            <a:chOff x="0" y="0"/>
            <a:chExt cx="4286400" cy="809700"/>
          </a:xfrm>
        </p:grpSpPr>
        <p:sp>
          <p:nvSpPr>
            <p:cNvPr id="3777" name="Google Shape;3777;p132"/>
            <p:cNvSpPr/>
            <p:nvPr/>
          </p:nvSpPr>
          <p:spPr>
            <a:xfrm>
              <a:off x="0" y="0"/>
              <a:ext cx="4286400" cy="809700"/>
            </a:xfrm>
            <a:prstGeom prst="roundRect">
              <a:avLst>
                <a:gd fmla="val 11764" name="adj"/>
              </a:avLst>
            </a:prstGeom>
            <a:solidFill>
              <a:srgbClr val="FFFFFF">
                <a:alpha val="9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78" name="Google Shape;3778;p132"/>
            <p:cNvSpPr txBox="1"/>
            <p:nvPr/>
          </p:nvSpPr>
          <p:spPr>
            <a:xfrm>
              <a:off x="142875" y="95250"/>
              <a:ext cx="4000500" cy="619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18">
                  <a:solidFill>
                    <a:srgbClr val="35363B"/>
                  </a:solidFill>
                  <a:latin typeface="Epilogue"/>
                  <a:ea typeface="Epilogue"/>
                  <a:cs typeface="Epilogue"/>
                  <a:sym typeface="Epilogue"/>
                </a:rPr>
                <a:t>Automated Answer Validation</a:t>
              </a:r>
              <a:endParaRPr b="1" sz="1018">
                <a:solidFill>
                  <a:srgbClr val="35363B"/>
                </a:solidFill>
                <a:latin typeface="Epilogue"/>
                <a:ea typeface="Epilogue"/>
                <a:cs typeface="Epilogue"/>
                <a:sym typeface="Epilogue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300"/>
                </a:spcAft>
                <a:buNone/>
              </a:pPr>
              <a:r>
                <a:rPr b="0" lang="en" sz="879">
                  <a:solidFill>
                    <a:srgbClr val="555555"/>
                  </a:solidFill>
                  <a:latin typeface="Lato"/>
                  <a:ea typeface="Lato"/>
                  <a:cs typeface="Lato"/>
                  <a:sym typeface="Lato"/>
                </a:rPr>
                <a:t>The testing framework programmatically verified routing accuracy by cross-referencing the LLM's output against the known target family of the synthetic .flow.rpt.</a:t>
              </a:r>
              <a:endParaRPr b="0" sz="879">
                <a:solidFill>
                  <a:srgbClr val="555555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3779" name="Google Shape;3779;p132"/>
          <p:cNvGrpSpPr/>
          <p:nvPr/>
        </p:nvGrpSpPr>
        <p:grpSpPr>
          <a:xfrm>
            <a:off x="476250" y="3905250"/>
            <a:ext cx="4286400" cy="809700"/>
            <a:chOff x="0" y="0"/>
            <a:chExt cx="4286400" cy="809700"/>
          </a:xfrm>
        </p:grpSpPr>
        <p:sp>
          <p:nvSpPr>
            <p:cNvPr id="3780" name="Google Shape;3780;p132"/>
            <p:cNvSpPr/>
            <p:nvPr/>
          </p:nvSpPr>
          <p:spPr>
            <a:xfrm>
              <a:off x="0" y="0"/>
              <a:ext cx="4286400" cy="809700"/>
            </a:xfrm>
            <a:prstGeom prst="roundRect">
              <a:avLst>
                <a:gd fmla="val 11764" name="adj"/>
              </a:avLst>
            </a:prstGeom>
            <a:solidFill>
              <a:srgbClr val="FFFFFF">
                <a:alpha val="9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81" name="Google Shape;3781;p132"/>
            <p:cNvSpPr txBox="1"/>
            <p:nvPr/>
          </p:nvSpPr>
          <p:spPr>
            <a:xfrm>
              <a:off x="142875" y="95250"/>
              <a:ext cx="4000500" cy="619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18">
                  <a:solidFill>
                    <a:srgbClr val="35363B"/>
                  </a:solidFill>
                  <a:latin typeface="Epilogue"/>
                  <a:ea typeface="Epilogue"/>
                  <a:cs typeface="Epilogue"/>
                  <a:sym typeface="Epilogue"/>
                </a:rPr>
                <a:t>Iterative Prompt Engineering</a:t>
              </a:r>
              <a:endParaRPr b="1" sz="1018">
                <a:solidFill>
                  <a:srgbClr val="35363B"/>
                </a:solidFill>
                <a:latin typeface="Epilogue"/>
                <a:ea typeface="Epilogue"/>
                <a:cs typeface="Epilogue"/>
                <a:sym typeface="Epilogue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300"/>
                </a:spcAft>
                <a:buNone/>
              </a:pPr>
              <a:r>
                <a:rPr b="0" lang="en" sz="879">
                  <a:solidFill>
                    <a:srgbClr val="555555"/>
                  </a:solidFill>
                  <a:latin typeface="Lato"/>
                  <a:ea typeface="Lato"/>
                  <a:cs typeface="Lato"/>
                  <a:sym typeface="Lato"/>
                </a:rPr>
                <a:t>The error classification results drove iterative updates to the system prompt, transitioning the model from list-based rules to strict, step-by-step algorithmic evaluations.</a:t>
              </a:r>
              <a:endParaRPr b="0" sz="879">
                <a:solidFill>
                  <a:srgbClr val="555555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3782" name="Google Shape;3782;p132"/>
          <p:cNvGrpSpPr/>
          <p:nvPr/>
        </p:nvGrpSpPr>
        <p:grpSpPr>
          <a:xfrm>
            <a:off x="5048250" y="1047750"/>
            <a:ext cx="3619575" cy="1143000"/>
            <a:chOff x="0" y="0"/>
            <a:chExt cx="3619575" cy="1143000"/>
          </a:xfrm>
        </p:grpSpPr>
        <p:pic>
          <p:nvPicPr>
            <p:cNvPr id="3783" name="Google Shape;3783;p132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0" y="0"/>
              <a:ext cx="1571700" cy="381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84" name="Google Shape;3784;p132"/>
            <p:cNvSpPr txBox="1"/>
            <p:nvPr/>
          </p:nvSpPr>
          <p:spPr>
            <a:xfrm>
              <a:off x="0" y="0"/>
              <a:ext cx="15717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300"/>
                </a:spcAft>
                <a:buNone/>
              </a:pPr>
              <a:r>
                <a:rPr b="1" lang="en" sz="850">
                  <a:solidFill>
                    <a:srgbClr val="FFFFFF"/>
                  </a:solidFill>
                  <a:latin typeface="Epilogue"/>
                  <a:ea typeface="Epilogue"/>
                  <a:cs typeface="Epilogue"/>
                  <a:sym typeface="Epilogue"/>
                </a:rPr>
                <a:t>Python Data Gen</a:t>
              </a:r>
              <a:endParaRPr b="1" sz="850">
                <a:solidFill>
                  <a:srgbClr val="FFFFFF"/>
                </a:solidFill>
                <a:latin typeface="Epilogue"/>
                <a:ea typeface="Epilogue"/>
                <a:cs typeface="Epilogue"/>
                <a:sym typeface="Epilogue"/>
              </a:endParaRPr>
            </a:p>
          </p:txBody>
        </p:sp>
        <p:pic>
          <p:nvPicPr>
            <p:cNvPr id="3785" name="Google Shape;3785;p132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2047875" y="0"/>
              <a:ext cx="1571700" cy="381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86" name="Google Shape;3786;p132"/>
            <p:cNvSpPr txBox="1"/>
            <p:nvPr/>
          </p:nvSpPr>
          <p:spPr>
            <a:xfrm>
              <a:off x="2047875" y="0"/>
              <a:ext cx="15717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300"/>
                </a:spcAft>
                <a:buNone/>
              </a:pPr>
              <a:r>
                <a:rPr b="1" lang="en" sz="850">
                  <a:solidFill>
                    <a:srgbClr val="FFFFFF"/>
                  </a:solidFill>
                  <a:latin typeface="Epilogue"/>
                  <a:ea typeface="Epilogue"/>
                  <a:cs typeface="Epilogue"/>
                  <a:sym typeface="Epilogue"/>
                </a:rPr>
                <a:t>LLM Routing Agent</a:t>
              </a:r>
              <a:endParaRPr b="1" sz="850">
                <a:solidFill>
                  <a:srgbClr val="FFFFFF"/>
                </a:solidFill>
                <a:latin typeface="Epilogue"/>
                <a:ea typeface="Epilogue"/>
                <a:cs typeface="Epilogue"/>
                <a:sym typeface="Epilogue"/>
              </a:endParaRPr>
            </a:p>
          </p:txBody>
        </p:sp>
        <p:pic>
          <p:nvPicPr>
            <p:cNvPr id="3787" name="Google Shape;3787;p132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2047875" y="762000"/>
              <a:ext cx="1571700" cy="381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88" name="Google Shape;3788;p132"/>
            <p:cNvSpPr txBox="1"/>
            <p:nvPr/>
          </p:nvSpPr>
          <p:spPr>
            <a:xfrm>
              <a:off x="2047875" y="762000"/>
              <a:ext cx="15717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300"/>
                </a:spcAft>
                <a:buNone/>
              </a:pPr>
              <a:r>
                <a:rPr b="1" lang="en" sz="850">
                  <a:solidFill>
                    <a:srgbClr val="FFFFFF"/>
                  </a:solidFill>
                  <a:latin typeface="Epilogue"/>
                  <a:ea typeface="Epilogue"/>
                  <a:cs typeface="Epilogue"/>
                  <a:sym typeface="Epilogue"/>
                </a:rPr>
                <a:t>Answer Validation</a:t>
              </a:r>
              <a:endParaRPr b="1" sz="850">
                <a:solidFill>
                  <a:srgbClr val="FFFFFF"/>
                </a:solidFill>
                <a:latin typeface="Epilogue"/>
                <a:ea typeface="Epilogue"/>
                <a:cs typeface="Epilogue"/>
                <a:sym typeface="Epilogue"/>
              </a:endParaRPr>
            </a:p>
          </p:txBody>
        </p:sp>
        <p:pic>
          <p:nvPicPr>
            <p:cNvPr id="3789" name="Google Shape;3789;p132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0" y="762000"/>
              <a:ext cx="1571700" cy="381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90" name="Google Shape;3790;p132"/>
            <p:cNvSpPr txBox="1"/>
            <p:nvPr/>
          </p:nvSpPr>
          <p:spPr>
            <a:xfrm>
              <a:off x="0" y="762000"/>
              <a:ext cx="15717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300"/>
                </a:spcAft>
                <a:buNone/>
              </a:pPr>
              <a:r>
                <a:rPr b="1" lang="en" sz="850">
                  <a:solidFill>
                    <a:srgbClr val="FFFFFF"/>
                  </a:solidFill>
                  <a:latin typeface="Epilogue"/>
                  <a:ea typeface="Epilogue"/>
                  <a:cs typeface="Epilogue"/>
                  <a:sym typeface="Epilogue"/>
                </a:rPr>
                <a:t>Prompt Refinement</a:t>
              </a:r>
              <a:endParaRPr b="1" sz="850">
                <a:solidFill>
                  <a:srgbClr val="FFFFFF"/>
                </a:solidFill>
                <a:latin typeface="Epilogue"/>
                <a:ea typeface="Epilogue"/>
                <a:cs typeface="Epilogue"/>
                <a:sym typeface="Epilogue"/>
              </a:endParaRPr>
            </a:p>
          </p:txBody>
        </p:sp>
        <p:pic>
          <p:nvPicPr>
            <p:cNvPr id="3791" name="Google Shape;3791;p132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562100" y="180975"/>
              <a:ext cx="419100" cy="19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92" name="Google Shape;3792;p132"/>
            <p:cNvSpPr/>
            <p:nvPr/>
          </p:nvSpPr>
          <p:spPr>
            <a:xfrm>
              <a:off x="1952625" y="142875"/>
              <a:ext cx="95400" cy="95400"/>
            </a:xfrm>
            <a:custGeom>
              <a:rect b="b" l="l" r="r" t="t"/>
              <a:pathLst>
                <a:path extrusionOk="0" h="120000" w="120000">
                  <a:moveTo>
                    <a:pt x="120000" y="60000"/>
                  </a:moveTo>
                  <a:lnTo>
                    <a:pt x="0" y="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35363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3793" name="Google Shape;3793;p132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2824163" y="371475"/>
              <a:ext cx="19200" cy="324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94" name="Google Shape;3794;p132"/>
            <p:cNvSpPr/>
            <p:nvPr/>
          </p:nvSpPr>
          <p:spPr>
            <a:xfrm>
              <a:off x="2786063" y="666750"/>
              <a:ext cx="95400" cy="95400"/>
            </a:xfrm>
            <a:custGeom>
              <a:rect b="b" l="l" r="r" t="t"/>
              <a:pathLst>
                <a:path extrusionOk="0" h="120000" w="120000">
                  <a:moveTo>
                    <a:pt x="60000" y="120000"/>
                  </a:moveTo>
                  <a:lnTo>
                    <a:pt x="0" y="0"/>
                  </a:lnTo>
                  <a:lnTo>
                    <a:pt x="120000" y="0"/>
                  </a:lnTo>
                  <a:close/>
                </a:path>
              </a:pathLst>
            </a:custGeom>
            <a:solidFill>
              <a:srgbClr val="35363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3795" name="Google Shape;3795;p132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638300" y="942975"/>
              <a:ext cx="419100" cy="19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96" name="Google Shape;3796;p132"/>
            <p:cNvSpPr/>
            <p:nvPr/>
          </p:nvSpPr>
          <p:spPr>
            <a:xfrm>
              <a:off x="1571625" y="904875"/>
              <a:ext cx="95400" cy="95400"/>
            </a:xfrm>
            <a:custGeom>
              <a:rect b="b" l="l" r="r" t="t"/>
              <a:pathLst>
                <a:path extrusionOk="0" h="120000" w="120000">
                  <a:moveTo>
                    <a:pt x="0" y="60000"/>
                  </a:moveTo>
                  <a:lnTo>
                    <a:pt x="120000" y="0"/>
                  </a:lnTo>
                  <a:lnTo>
                    <a:pt x="120000" y="120000"/>
                  </a:lnTo>
                  <a:close/>
                </a:path>
              </a:pathLst>
            </a:custGeom>
            <a:solidFill>
              <a:srgbClr val="35363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3797" name="Google Shape;3797;p132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776288" y="447675"/>
              <a:ext cx="19200" cy="324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98" name="Google Shape;3798;p132"/>
            <p:cNvSpPr/>
            <p:nvPr/>
          </p:nvSpPr>
          <p:spPr>
            <a:xfrm>
              <a:off x="738188" y="381000"/>
              <a:ext cx="95400" cy="95400"/>
            </a:xfrm>
            <a:custGeom>
              <a:rect b="b" l="l" r="r" t="t"/>
              <a:pathLst>
                <a:path extrusionOk="0" h="120000" w="120000">
                  <a:moveTo>
                    <a:pt x="60000" y="0"/>
                  </a:moveTo>
                  <a:lnTo>
                    <a:pt x="0" y="120000"/>
                  </a:lnTo>
                  <a:lnTo>
                    <a:pt x="120000" y="120000"/>
                  </a:lnTo>
                  <a:close/>
                </a:path>
              </a:pathLst>
            </a:custGeom>
            <a:solidFill>
              <a:srgbClr val="35363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799" name="Google Shape;3799;p132"/>
          <p:cNvGrpSpPr/>
          <p:nvPr/>
        </p:nvGrpSpPr>
        <p:grpSpPr>
          <a:xfrm>
            <a:off x="5048250" y="2571750"/>
            <a:ext cx="3619500" cy="2095500"/>
            <a:chOff x="0" y="0"/>
            <a:chExt cx="3619500" cy="2095500"/>
          </a:xfrm>
        </p:grpSpPr>
        <p:pic>
          <p:nvPicPr>
            <p:cNvPr descr="A high-quality scatter plot showing response times and error classifications of LLM routing models, with a clean visual style and a distinct distribution of points" id="3800" name="Google Shape;3800;p132"/>
            <p:cNvPicPr preferRelativeResize="0"/>
            <p:nvPr/>
          </p:nvPicPr>
          <p:blipFill rotWithShape="1">
            <a:blip r:embed="rId8">
              <a:alphaModFix/>
            </a:blip>
            <a:srcRect b="7899" l="0" r="0" t="7891"/>
            <a:stretch/>
          </p:blipFill>
          <p:spPr>
            <a:xfrm>
              <a:off x="0" y="381000"/>
              <a:ext cx="3619500" cy="1714500"/>
            </a:xfrm>
            <a:prstGeom prst="roundRect">
              <a:avLst>
                <a:gd fmla="val 6666" name="adj"/>
              </a:avLst>
            </a:prstGeom>
            <a:noFill/>
            <a:ln>
              <a:noFill/>
            </a:ln>
          </p:spPr>
        </p:pic>
        <p:sp>
          <p:nvSpPr>
            <p:cNvPr id="3801" name="Google Shape;3801;p132"/>
            <p:cNvSpPr/>
            <p:nvPr/>
          </p:nvSpPr>
          <p:spPr>
            <a:xfrm>
              <a:off x="0" y="381000"/>
              <a:ext cx="3619500" cy="1714500"/>
            </a:xfrm>
            <a:prstGeom prst="roundRect">
              <a:avLst>
                <a:gd fmla="val 6666" name="adj"/>
              </a:avLst>
            </a:prstGeom>
            <a:solidFill>
              <a:srgbClr val="000000">
                <a:alpha val="0"/>
              </a:srgbClr>
            </a:solidFill>
            <a:ln cap="flat" cmpd="sng" w="14300">
              <a:solidFill>
                <a:srgbClr val="D9DDE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02" name="Google Shape;3802;p132"/>
            <p:cNvSpPr txBox="1"/>
            <p:nvPr/>
          </p:nvSpPr>
          <p:spPr>
            <a:xfrm>
              <a:off x="0" y="0"/>
              <a:ext cx="36195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300"/>
                </a:spcAft>
                <a:buNone/>
              </a:pPr>
              <a:r>
                <a:rPr b="1" lang="en" sz="1018">
                  <a:solidFill>
                    <a:srgbClr val="35363B"/>
                  </a:solidFill>
                  <a:latin typeface="Epilogue"/>
                  <a:ea typeface="Epilogue"/>
                  <a:cs typeface="Epilogue"/>
                  <a:sym typeface="Epilogue"/>
                </a:rPr>
                <a:t>Response Time &amp; Error Classification</a:t>
              </a:r>
              <a:endParaRPr b="1" sz="1018">
                <a:solidFill>
                  <a:srgbClr val="35363B"/>
                </a:solidFill>
                <a:latin typeface="Epilogue"/>
                <a:ea typeface="Epilogue"/>
                <a:cs typeface="Epilogue"/>
                <a:sym typeface="Epilogue"/>
              </a:endParaRPr>
            </a:p>
          </p:txBody>
        </p:sp>
      </p:grpSp>
      <p:pic>
        <p:nvPicPr>
          <p:cNvPr id="3803" name="Google Shape;3803;p132" title="qwen2.57b.pn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5048250" y="2952750"/>
            <a:ext cx="3619500" cy="1714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3F3"/>
        </a:solidFill>
      </p:bgPr>
    </p:bg>
    <p:spTree>
      <p:nvGrpSpPr>
        <p:cNvPr id="3807" name="Shape 38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8" name="Google Shape;3808;p133"/>
          <p:cNvSpPr/>
          <p:nvPr/>
        </p:nvSpPr>
        <p:spPr>
          <a:xfrm rot="3259944">
            <a:off x="7063028" y="-804482"/>
            <a:ext cx="3168338" cy="2562082"/>
          </a:xfrm>
          <a:custGeom>
            <a:rect b="b" l="l" r="r" t="t"/>
            <a:pathLst>
              <a:path extrusionOk="0" h="120000" w="120000">
                <a:moveTo>
                  <a:pt x="65228" y="0"/>
                </a:moveTo>
                <a:cubicBezTo>
                  <a:pt x="58742" y="0"/>
                  <a:pt x="50697" y="1586"/>
                  <a:pt x="42714" y="7281"/>
                </a:cubicBezTo>
                <a:cubicBezTo>
                  <a:pt x="24706" y="20127"/>
                  <a:pt x="15627" y="45624"/>
                  <a:pt x="7816" y="66053"/>
                </a:cubicBezTo>
                <a:cubicBezTo>
                  <a:pt x="0" y="86490"/>
                  <a:pt x="4499" y="107244"/>
                  <a:pt x="18250" y="116719"/>
                </a:cubicBezTo>
                <a:cubicBezTo>
                  <a:pt x="21711" y="119102"/>
                  <a:pt x="24891" y="120000"/>
                  <a:pt x="28024" y="120000"/>
                </a:cubicBezTo>
                <a:cubicBezTo>
                  <a:pt x="37336" y="120000"/>
                  <a:pt x="46197" y="112050"/>
                  <a:pt x="60628" y="111540"/>
                </a:cubicBezTo>
                <a:cubicBezTo>
                  <a:pt x="62970" y="111458"/>
                  <a:pt x="65103" y="111434"/>
                  <a:pt x="67075" y="111434"/>
                </a:cubicBezTo>
                <a:cubicBezTo>
                  <a:pt x="69490" y="111434"/>
                  <a:pt x="71660" y="111468"/>
                  <a:pt x="73665" y="111468"/>
                </a:cubicBezTo>
                <a:cubicBezTo>
                  <a:pt x="83509" y="111468"/>
                  <a:pt x="89425" y="110634"/>
                  <a:pt x="101103" y="100797"/>
                </a:cubicBezTo>
                <a:cubicBezTo>
                  <a:pt x="117106" y="87313"/>
                  <a:pt x="120000" y="55506"/>
                  <a:pt x="107378" y="31973"/>
                </a:cubicBezTo>
                <a:cubicBezTo>
                  <a:pt x="94748" y="8441"/>
                  <a:pt x="79065" y="2502"/>
                  <a:pt x="79065" y="2502"/>
                </a:cubicBezTo>
                <a:cubicBezTo>
                  <a:pt x="79065" y="2502"/>
                  <a:pt x="73378" y="0"/>
                  <a:pt x="65228" y="0"/>
                </a:cubicBezTo>
                <a:close/>
              </a:path>
            </a:pathLst>
          </a:custGeom>
          <a:solidFill>
            <a:srgbClr val="E2E2E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9" name="Google Shape;3809;p133"/>
          <p:cNvSpPr txBox="1"/>
          <p:nvPr/>
        </p:nvSpPr>
        <p:spPr>
          <a:xfrm>
            <a:off x="476250" y="381000"/>
            <a:ext cx="81915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rgbClr val="35363B"/>
                </a:solidFill>
                <a:latin typeface="Epilogue"/>
                <a:ea typeface="Epilogue"/>
                <a:cs typeface="Epilogue"/>
                <a:sym typeface="Epilogue"/>
              </a:rPr>
              <a:t>AI Performance &amp; Optimization Metrics</a:t>
            </a:r>
            <a:endParaRPr b="1" sz="2600">
              <a:solidFill>
                <a:srgbClr val="35363B"/>
              </a:solidFill>
              <a:latin typeface="Epilogue"/>
              <a:ea typeface="Epilogue"/>
              <a:cs typeface="Epilogue"/>
              <a:sym typeface="Epilogue"/>
            </a:endParaRPr>
          </a:p>
        </p:txBody>
      </p:sp>
      <p:pic>
        <p:nvPicPr>
          <p:cNvPr id="3810" name="Google Shape;3810;p133" title="qwen2.57b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27125" y="857399"/>
            <a:ext cx="4133850" cy="1705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11" name="Google Shape;3811;p1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71050" y="3297225"/>
            <a:ext cx="4170251" cy="1668101"/>
          </a:xfrm>
          <a:prstGeom prst="rect">
            <a:avLst/>
          </a:prstGeom>
          <a:noFill/>
          <a:ln>
            <a:noFill/>
          </a:ln>
        </p:spPr>
      </p:pic>
      <p:sp>
        <p:nvSpPr>
          <p:cNvPr id="3812" name="Google Shape;3812;p133"/>
          <p:cNvSpPr/>
          <p:nvPr/>
        </p:nvSpPr>
        <p:spPr>
          <a:xfrm rot="5552187">
            <a:off x="-721657" y="4084626"/>
            <a:ext cx="2054012" cy="1765200"/>
          </a:xfrm>
          <a:custGeom>
            <a:rect b="b" l="l" r="r" t="t"/>
            <a:pathLst>
              <a:path extrusionOk="0" h="120000" w="120000">
                <a:moveTo>
                  <a:pt x="75012" y="0"/>
                </a:moveTo>
                <a:cubicBezTo>
                  <a:pt x="72786" y="0"/>
                  <a:pt x="70430" y="318"/>
                  <a:pt x="67976" y="1069"/>
                </a:cubicBezTo>
                <a:cubicBezTo>
                  <a:pt x="52187" y="5908"/>
                  <a:pt x="45155" y="22858"/>
                  <a:pt x="35847" y="34304"/>
                </a:cubicBezTo>
                <a:cubicBezTo>
                  <a:pt x="30971" y="40298"/>
                  <a:pt x="23977" y="42268"/>
                  <a:pt x="18264" y="46787"/>
                </a:cubicBezTo>
                <a:cubicBezTo>
                  <a:pt x="0" y="61249"/>
                  <a:pt x="1664" y="95735"/>
                  <a:pt x="15048" y="109354"/>
                </a:cubicBezTo>
                <a:cubicBezTo>
                  <a:pt x="22074" y="116499"/>
                  <a:pt x="30302" y="120000"/>
                  <a:pt x="40060" y="120000"/>
                </a:cubicBezTo>
                <a:cubicBezTo>
                  <a:pt x="46386" y="120000"/>
                  <a:pt x="53354" y="118528"/>
                  <a:pt x="61060" y="115628"/>
                </a:cubicBezTo>
                <a:cubicBezTo>
                  <a:pt x="80649" y="108249"/>
                  <a:pt x="94645" y="103929"/>
                  <a:pt x="107323" y="80759"/>
                </a:cubicBezTo>
                <a:cubicBezTo>
                  <a:pt x="120000" y="57597"/>
                  <a:pt x="109735" y="27135"/>
                  <a:pt x="95419" y="9366"/>
                </a:cubicBezTo>
                <a:cubicBezTo>
                  <a:pt x="95419" y="9366"/>
                  <a:pt x="87108" y="0"/>
                  <a:pt x="75012" y="0"/>
                </a:cubicBezTo>
                <a:close/>
              </a:path>
            </a:pathLst>
          </a:custGeom>
          <a:solidFill>
            <a:srgbClr val="E2E2E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813" name="Google Shape;3813;p133"/>
          <p:cNvPicPr preferRelativeResize="0"/>
          <p:nvPr/>
        </p:nvPicPr>
        <p:blipFill rotWithShape="1">
          <a:blip r:embed="rId5">
            <a:alphaModFix/>
          </a:blip>
          <a:srcRect b="30340" l="0" r="63929" t="30123"/>
          <a:stretch/>
        </p:blipFill>
        <p:spPr>
          <a:xfrm>
            <a:off x="261450" y="1220525"/>
            <a:ext cx="848050" cy="929501"/>
          </a:xfrm>
          <a:prstGeom prst="rect">
            <a:avLst/>
          </a:prstGeom>
          <a:noFill/>
          <a:ln>
            <a:noFill/>
          </a:ln>
        </p:spPr>
      </p:pic>
      <p:sp>
        <p:nvSpPr>
          <p:cNvPr id="3814" name="Google Shape;3814;p133"/>
          <p:cNvSpPr txBox="1"/>
          <p:nvPr/>
        </p:nvSpPr>
        <p:spPr>
          <a:xfrm>
            <a:off x="1319575" y="1250550"/>
            <a:ext cx="3341400" cy="82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Qwen 2.5 (7B Parameters)</a:t>
            </a:r>
            <a:endParaRPr b="1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Chose an open sourced general purpose model for its speed and accuracy.</a:t>
            </a:r>
            <a:endParaRPr sz="12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3815" name="Google Shape;3815;p13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83700" y="2265675"/>
            <a:ext cx="1003550" cy="1148650"/>
          </a:xfrm>
          <a:prstGeom prst="rect">
            <a:avLst/>
          </a:prstGeom>
          <a:noFill/>
          <a:ln>
            <a:noFill/>
          </a:ln>
        </p:spPr>
      </p:pic>
      <p:sp>
        <p:nvSpPr>
          <p:cNvPr id="3816" name="Google Shape;3816;p133"/>
          <p:cNvSpPr txBox="1"/>
          <p:nvPr/>
        </p:nvSpPr>
        <p:spPr>
          <a:xfrm>
            <a:off x="1319575" y="2308675"/>
            <a:ext cx="3341400" cy="11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Routing Accuracy (98%)</a:t>
            </a:r>
            <a:endParaRPr b="1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Mix of synthetic and real .flow.rpt files were tested on the model to correctly categorize hardware limits, route tasks, and run safety and efficiency evaluations.</a:t>
            </a:r>
            <a:endParaRPr sz="12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3817" name="Google Shape;3817;p13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61450" y="3529975"/>
            <a:ext cx="848050" cy="1023057"/>
          </a:xfrm>
          <a:prstGeom prst="rect">
            <a:avLst/>
          </a:prstGeom>
          <a:noFill/>
          <a:ln>
            <a:noFill/>
          </a:ln>
        </p:spPr>
      </p:pic>
      <p:sp>
        <p:nvSpPr>
          <p:cNvPr id="3818" name="Google Shape;3818;p133"/>
          <p:cNvSpPr txBox="1"/>
          <p:nvPr/>
        </p:nvSpPr>
        <p:spPr>
          <a:xfrm>
            <a:off x="1300225" y="3690200"/>
            <a:ext cx="3380100" cy="97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Average Response Time (1031 ms)</a:t>
            </a:r>
            <a:endParaRPr b="1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A general purpose model was quicker in response compared to a deep reasoning model.</a:t>
            </a:r>
            <a:endParaRPr sz="12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819" name="Google Shape;3819;p133"/>
          <p:cNvSpPr/>
          <p:nvPr/>
        </p:nvSpPr>
        <p:spPr>
          <a:xfrm>
            <a:off x="6664100" y="2694225"/>
            <a:ext cx="285900" cy="4764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CC0000"/>
          </a:solidFill>
          <a:ln cap="flat" cmpd="sng" w="71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23" name="Shape 38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4" name="Google Shape;3824;p13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Results (Video)</a:t>
            </a:r>
            <a:endParaRPr/>
          </a:p>
        </p:txBody>
      </p:sp>
      <p:pic>
        <p:nvPicPr>
          <p:cNvPr id="3825" name="Google Shape;3825;p134" title="Video_FPGA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20000" y="1017725"/>
            <a:ext cx="7704000" cy="3990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8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29" name="Shape 38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0" name="Google Shape;3830;p13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1" name="Google Shape;3831;p135"/>
          <p:cNvSpPr/>
          <p:nvPr/>
        </p:nvSpPr>
        <p:spPr>
          <a:xfrm rot="5552187">
            <a:off x="-721607" y="4084626"/>
            <a:ext cx="2054012" cy="1765200"/>
          </a:xfrm>
          <a:custGeom>
            <a:rect b="b" l="l" r="r" t="t"/>
            <a:pathLst>
              <a:path extrusionOk="0" h="120000" w="120000">
                <a:moveTo>
                  <a:pt x="75012" y="0"/>
                </a:moveTo>
                <a:cubicBezTo>
                  <a:pt x="72786" y="0"/>
                  <a:pt x="70430" y="318"/>
                  <a:pt x="67976" y="1072"/>
                </a:cubicBezTo>
                <a:cubicBezTo>
                  <a:pt x="52187" y="5911"/>
                  <a:pt x="45155" y="22861"/>
                  <a:pt x="35846" y="34307"/>
                </a:cubicBezTo>
                <a:cubicBezTo>
                  <a:pt x="30971" y="40301"/>
                  <a:pt x="23976" y="42271"/>
                  <a:pt x="18265" y="46790"/>
                </a:cubicBezTo>
                <a:cubicBezTo>
                  <a:pt x="0" y="61251"/>
                  <a:pt x="1663" y="95736"/>
                  <a:pt x="15048" y="109354"/>
                </a:cubicBezTo>
                <a:cubicBezTo>
                  <a:pt x="22074" y="116499"/>
                  <a:pt x="30302" y="120000"/>
                  <a:pt x="40061" y="120000"/>
                </a:cubicBezTo>
                <a:cubicBezTo>
                  <a:pt x="46386" y="120000"/>
                  <a:pt x="53354" y="118528"/>
                  <a:pt x="61060" y="115629"/>
                </a:cubicBezTo>
                <a:cubicBezTo>
                  <a:pt x="80649" y="108249"/>
                  <a:pt x="94645" y="103929"/>
                  <a:pt x="107323" y="80760"/>
                </a:cubicBezTo>
                <a:cubicBezTo>
                  <a:pt x="120000" y="57599"/>
                  <a:pt x="109735" y="27138"/>
                  <a:pt x="95419" y="9370"/>
                </a:cubicBezTo>
                <a:cubicBezTo>
                  <a:pt x="95419" y="9370"/>
                  <a:pt x="87108" y="0"/>
                  <a:pt x="75012" y="0"/>
                </a:cubicBezTo>
                <a:close/>
              </a:path>
            </a:pathLst>
          </a:custGeom>
          <a:solidFill>
            <a:srgbClr val="E2E2E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2" name="Google Shape;3832;p135"/>
          <p:cNvSpPr/>
          <p:nvPr/>
        </p:nvSpPr>
        <p:spPr>
          <a:xfrm rot="3259944">
            <a:off x="7063022" y="-804493"/>
            <a:ext cx="3168338" cy="2562082"/>
          </a:xfrm>
          <a:custGeom>
            <a:rect b="b" l="l" r="r" t="t"/>
            <a:pathLst>
              <a:path extrusionOk="0" h="120000" w="120000">
                <a:moveTo>
                  <a:pt x="65228" y="0"/>
                </a:moveTo>
                <a:cubicBezTo>
                  <a:pt x="58742" y="0"/>
                  <a:pt x="50697" y="1586"/>
                  <a:pt x="42715" y="7281"/>
                </a:cubicBezTo>
                <a:cubicBezTo>
                  <a:pt x="24706" y="20127"/>
                  <a:pt x="15628" y="45624"/>
                  <a:pt x="7817" y="66053"/>
                </a:cubicBezTo>
                <a:cubicBezTo>
                  <a:pt x="0" y="86490"/>
                  <a:pt x="4499" y="107244"/>
                  <a:pt x="18250" y="116719"/>
                </a:cubicBezTo>
                <a:cubicBezTo>
                  <a:pt x="21711" y="119102"/>
                  <a:pt x="24892" y="120000"/>
                  <a:pt x="28024" y="120000"/>
                </a:cubicBezTo>
                <a:cubicBezTo>
                  <a:pt x="37337" y="120000"/>
                  <a:pt x="46197" y="112050"/>
                  <a:pt x="60628" y="111540"/>
                </a:cubicBezTo>
                <a:cubicBezTo>
                  <a:pt x="62970" y="111458"/>
                  <a:pt x="65103" y="111434"/>
                  <a:pt x="67076" y="111434"/>
                </a:cubicBezTo>
                <a:cubicBezTo>
                  <a:pt x="69490" y="111434"/>
                  <a:pt x="71660" y="111468"/>
                  <a:pt x="73665" y="111468"/>
                </a:cubicBezTo>
                <a:cubicBezTo>
                  <a:pt x="83509" y="111468"/>
                  <a:pt x="89425" y="110634"/>
                  <a:pt x="101103" y="100797"/>
                </a:cubicBezTo>
                <a:cubicBezTo>
                  <a:pt x="117106" y="87313"/>
                  <a:pt x="120000" y="55506"/>
                  <a:pt x="107378" y="31973"/>
                </a:cubicBezTo>
                <a:cubicBezTo>
                  <a:pt x="94748" y="8441"/>
                  <a:pt x="79065" y="2502"/>
                  <a:pt x="79065" y="2502"/>
                </a:cubicBezTo>
                <a:cubicBezTo>
                  <a:pt x="79065" y="2502"/>
                  <a:pt x="73378" y="0"/>
                  <a:pt x="65228" y="0"/>
                </a:cubicBezTo>
                <a:close/>
              </a:path>
            </a:pathLst>
          </a:custGeom>
          <a:solidFill>
            <a:srgbClr val="E2E2E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3" name="Google Shape;3833;p135"/>
          <p:cNvSpPr txBox="1"/>
          <p:nvPr/>
        </p:nvSpPr>
        <p:spPr>
          <a:xfrm>
            <a:off x="476250" y="381000"/>
            <a:ext cx="81915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rgbClr val="35363B"/>
                </a:solidFill>
                <a:latin typeface="Epilogue"/>
                <a:ea typeface="Epilogue"/>
                <a:cs typeface="Epilogue"/>
                <a:sym typeface="Epilogue"/>
              </a:rPr>
              <a:t>Challenges &amp; Reflection</a:t>
            </a:r>
            <a:endParaRPr b="1" sz="2600">
              <a:solidFill>
                <a:srgbClr val="35363B"/>
              </a:solidFill>
              <a:latin typeface="Epilogue"/>
              <a:ea typeface="Epilogue"/>
              <a:cs typeface="Epilogue"/>
              <a:sym typeface="Epilogue"/>
            </a:endParaRPr>
          </a:p>
        </p:txBody>
      </p:sp>
      <p:grpSp>
        <p:nvGrpSpPr>
          <p:cNvPr id="3834" name="Google Shape;3834;p135"/>
          <p:cNvGrpSpPr/>
          <p:nvPr/>
        </p:nvGrpSpPr>
        <p:grpSpPr>
          <a:xfrm>
            <a:off x="476250" y="1047750"/>
            <a:ext cx="3952800" cy="1666800"/>
            <a:chOff x="0" y="0"/>
            <a:chExt cx="3952800" cy="1666800"/>
          </a:xfrm>
        </p:grpSpPr>
        <p:sp>
          <p:nvSpPr>
            <p:cNvPr id="3835" name="Google Shape;3835;p135"/>
            <p:cNvSpPr/>
            <p:nvPr/>
          </p:nvSpPr>
          <p:spPr>
            <a:xfrm>
              <a:off x="0" y="0"/>
              <a:ext cx="3952800" cy="1666800"/>
            </a:xfrm>
            <a:prstGeom prst="roundRect">
              <a:avLst>
                <a:gd fmla="val 6857" name="adj"/>
              </a:avLst>
            </a:prstGeom>
            <a:solidFill>
              <a:srgbClr val="FFFFFF"/>
            </a:solidFill>
            <a:ln cap="flat" cmpd="sng" w="9525">
              <a:solidFill>
                <a:srgbClr val="D9DDE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36" name="Google Shape;3836;p135"/>
            <p:cNvSpPr txBox="1"/>
            <p:nvPr/>
          </p:nvSpPr>
          <p:spPr>
            <a:xfrm>
              <a:off x="190500" y="237236"/>
              <a:ext cx="5715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200">
                  <a:solidFill>
                    <a:srgbClr val="10B981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timer</a:t>
              </a:r>
              <a:endParaRPr sz="3200">
                <a:solidFill>
                  <a:srgbClr val="10B981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3837" name="Google Shape;3837;p135"/>
            <p:cNvSpPr txBox="1"/>
            <p:nvPr/>
          </p:nvSpPr>
          <p:spPr>
            <a:xfrm>
              <a:off x="857250" y="190500"/>
              <a:ext cx="2905200" cy="1285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35363B"/>
                  </a:solidFill>
                  <a:latin typeface="Epilogue"/>
                  <a:ea typeface="Epilogue"/>
                  <a:cs typeface="Epilogue"/>
                  <a:sym typeface="Epilogue"/>
                </a:rPr>
                <a:t>Testing Bottleneck</a:t>
              </a:r>
              <a:endParaRPr b="1" sz="1200">
                <a:solidFill>
                  <a:srgbClr val="35363B"/>
                </a:solidFill>
                <a:latin typeface="Epilogue"/>
                <a:ea typeface="Epilogue"/>
                <a:cs typeface="Epilogue"/>
                <a:sym typeface="Epilogue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1" lang="en" sz="1000"/>
                <a:t>The Problem:</a:t>
              </a:r>
              <a:r>
                <a:rPr lang="en" sz="1000"/>
                <a:t> Initially, validating the LLM agent required manually compiling dozens of full Quartus projects, consuming massive amounts of time.</a:t>
              </a:r>
              <a:endParaRPr sz="1000"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00"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/>
                <a:t>The Solution:</a:t>
              </a:r>
              <a:r>
                <a:rPr lang="en" sz="1000"/>
                <a:t> Pivoted to a synthetic testing model by writing a Python script to instantly generate fake </a:t>
              </a:r>
              <a:r>
                <a:rPr lang="en" sz="1000">
                  <a:solidFill>
                    <a:srgbClr val="188038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.flow.rpt</a:t>
              </a:r>
              <a:r>
                <a:rPr lang="en" sz="1000"/>
                <a:t> files for rapid AI benchmarking.</a:t>
              </a:r>
              <a:endParaRPr sz="1000"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50">
                <a:solidFill>
                  <a:srgbClr val="555555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3838" name="Google Shape;3838;p135"/>
          <p:cNvGrpSpPr/>
          <p:nvPr/>
        </p:nvGrpSpPr>
        <p:grpSpPr>
          <a:xfrm>
            <a:off x="4714875" y="1047750"/>
            <a:ext cx="3952800" cy="1666800"/>
            <a:chOff x="0" y="0"/>
            <a:chExt cx="3952800" cy="1666800"/>
          </a:xfrm>
        </p:grpSpPr>
        <p:sp>
          <p:nvSpPr>
            <p:cNvPr id="3839" name="Google Shape;3839;p135"/>
            <p:cNvSpPr/>
            <p:nvPr/>
          </p:nvSpPr>
          <p:spPr>
            <a:xfrm>
              <a:off x="0" y="0"/>
              <a:ext cx="3952800" cy="1666800"/>
            </a:xfrm>
            <a:prstGeom prst="roundRect">
              <a:avLst>
                <a:gd fmla="val 6857" name="adj"/>
              </a:avLst>
            </a:prstGeom>
            <a:solidFill>
              <a:srgbClr val="FFFFFF"/>
            </a:solidFill>
            <a:ln cap="flat" cmpd="sng" w="9525">
              <a:solidFill>
                <a:srgbClr val="D9DDE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40" name="Google Shape;3840;p135"/>
            <p:cNvSpPr txBox="1"/>
            <p:nvPr/>
          </p:nvSpPr>
          <p:spPr>
            <a:xfrm>
              <a:off x="190500" y="237236"/>
              <a:ext cx="5715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200">
                  <a:solidFill>
                    <a:srgbClr val="10B981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security</a:t>
              </a:r>
              <a:endParaRPr sz="3200">
                <a:solidFill>
                  <a:srgbClr val="10B981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3841" name="Google Shape;3841;p135"/>
            <p:cNvSpPr txBox="1"/>
            <p:nvPr/>
          </p:nvSpPr>
          <p:spPr>
            <a:xfrm>
              <a:off x="857250" y="190500"/>
              <a:ext cx="2905200" cy="1285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35363B"/>
                  </a:solidFill>
                  <a:latin typeface="Epilogue"/>
                  <a:ea typeface="Epilogue"/>
                  <a:cs typeface="Epilogue"/>
                  <a:sym typeface="Epilogue"/>
                </a:rPr>
                <a:t>Hardware Security</a:t>
              </a:r>
              <a:endParaRPr b="1" sz="1200">
                <a:solidFill>
                  <a:srgbClr val="35363B"/>
                </a:solidFill>
                <a:latin typeface="Epilogue"/>
                <a:ea typeface="Epilogue"/>
                <a:cs typeface="Epilogue"/>
                <a:sym typeface="Epilogue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1" lang="en" sz="1000"/>
                <a:t>The Problem:</a:t>
              </a:r>
              <a:r>
                <a:rPr lang="en" sz="1000"/>
                <a:t> The Agilex 7 features a strict Secure Device Manager (SDM) that blocked deployments without precise Voltage Identification (VID) handshakes over PMBus.</a:t>
              </a:r>
              <a:endParaRPr sz="1000"/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00"/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/>
                <a:t>The Solution:</a:t>
              </a:r>
              <a:r>
                <a:rPr lang="en" sz="1000"/>
                <a:t> Used Altera's SystemBuilder to automatically generate the VID assignments.</a:t>
              </a:r>
              <a:endParaRPr sz="1000"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50">
                <a:solidFill>
                  <a:srgbClr val="555555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3842" name="Google Shape;3842;p135"/>
          <p:cNvGrpSpPr/>
          <p:nvPr/>
        </p:nvGrpSpPr>
        <p:grpSpPr>
          <a:xfrm>
            <a:off x="476250" y="2905125"/>
            <a:ext cx="3952800" cy="1666800"/>
            <a:chOff x="0" y="0"/>
            <a:chExt cx="3952800" cy="1666800"/>
          </a:xfrm>
        </p:grpSpPr>
        <p:sp>
          <p:nvSpPr>
            <p:cNvPr id="3843" name="Google Shape;3843;p135"/>
            <p:cNvSpPr/>
            <p:nvPr/>
          </p:nvSpPr>
          <p:spPr>
            <a:xfrm>
              <a:off x="0" y="0"/>
              <a:ext cx="3952800" cy="1666800"/>
            </a:xfrm>
            <a:prstGeom prst="roundRect">
              <a:avLst>
                <a:gd fmla="val 6857" name="adj"/>
              </a:avLst>
            </a:prstGeom>
            <a:solidFill>
              <a:srgbClr val="FFFFFF"/>
            </a:solidFill>
            <a:ln cap="flat" cmpd="sng" w="9525">
              <a:solidFill>
                <a:srgbClr val="D9DDE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44" name="Google Shape;3844;p135"/>
            <p:cNvSpPr txBox="1"/>
            <p:nvPr/>
          </p:nvSpPr>
          <p:spPr>
            <a:xfrm>
              <a:off x="190500" y="237236"/>
              <a:ext cx="5715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200">
                  <a:solidFill>
                    <a:srgbClr val="10B981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dns</a:t>
              </a:r>
              <a:endParaRPr sz="3200">
                <a:solidFill>
                  <a:srgbClr val="10B981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3845" name="Google Shape;3845;p135"/>
            <p:cNvSpPr txBox="1"/>
            <p:nvPr/>
          </p:nvSpPr>
          <p:spPr>
            <a:xfrm>
              <a:off x="857250" y="190500"/>
              <a:ext cx="2905200" cy="1285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35363B"/>
                  </a:solidFill>
                  <a:latin typeface="Epilogue"/>
                  <a:ea typeface="Epilogue"/>
                  <a:cs typeface="Epilogue"/>
                  <a:sym typeface="Epilogue"/>
                </a:rPr>
                <a:t>API Stability</a:t>
              </a:r>
              <a:endParaRPr b="1" sz="1200">
                <a:solidFill>
                  <a:srgbClr val="35363B"/>
                </a:solidFill>
                <a:latin typeface="Epilogue"/>
                <a:ea typeface="Epilogue"/>
                <a:cs typeface="Epilogue"/>
                <a:sym typeface="Epilogue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1" lang="en" sz="1000"/>
                <a:t>The Problem:</a:t>
              </a:r>
              <a:r>
                <a:rPr lang="en" sz="1000"/>
                <a:t> The Flask API was executed as a standard Python script, which caused the routing server to unexpectedly shut off.</a:t>
              </a:r>
              <a:endParaRPr sz="1000"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00"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/>
                <a:t>The Solution:</a:t>
              </a:r>
              <a:r>
                <a:rPr lang="en" sz="1000"/>
                <a:t> Reconfigured the environment to run the API as a dedicated background service to ensure 24/7 </a:t>
              </a:r>
              <a:r>
                <a:rPr lang="en" sz="1000"/>
                <a:t>avalability</a:t>
              </a:r>
              <a:r>
                <a:rPr lang="en" sz="1000"/>
                <a:t>.</a:t>
              </a:r>
              <a:endParaRPr sz="1150">
                <a:solidFill>
                  <a:srgbClr val="555555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3846" name="Google Shape;3846;p135"/>
          <p:cNvGrpSpPr/>
          <p:nvPr/>
        </p:nvGrpSpPr>
        <p:grpSpPr>
          <a:xfrm>
            <a:off x="4714875" y="2905125"/>
            <a:ext cx="3952800" cy="1666800"/>
            <a:chOff x="0" y="0"/>
            <a:chExt cx="3952800" cy="1666800"/>
          </a:xfrm>
        </p:grpSpPr>
        <p:sp>
          <p:nvSpPr>
            <p:cNvPr id="3847" name="Google Shape;3847;p135"/>
            <p:cNvSpPr/>
            <p:nvPr/>
          </p:nvSpPr>
          <p:spPr>
            <a:xfrm>
              <a:off x="0" y="0"/>
              <a:ext cx="3952800" cy="1666800"/>
            </a:xfrm>
            <a:prstGeom prst="roundRect">
              <a:avLst>
                <a:gd fmla="val 6857" name="adj"/>
              </a:avLst>
            </a:prstGeom>
            <a:solidFill>
              <a:srgbClr val="FFFFFF"/>
            </a:solidFill>
            <a:ln cap="flat" cmpd="sng" w="9525">
              <a:solidFill>
                <a:srgbClr val="D9DDE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48" name="Google Shape;3848;p135"/>
            <p:cNvSpPr txBox="1"/>
            <p:nvPr/>
          </p:nvSpPr>
          <p:spPr>
            <a:xfrm>
              <a:off x="190500" y="237236"/>
              <a:ext cx="5715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200">
                  <a:solidFill>
                    <a:srgbClr val="10B981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lightbulb</a:t>
              </a:r>
              <a:endParaRPr sz="3200">
                <a:solidFill>
                  <a:srgbClr val="10B981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3849" name="Google Shape;3849;p135"/>
            <p:cNvSpPr txBox="1"/>
            <p:nvPr/>
          </p:nvSpPr>
          <p:spPr>
            <a:xfrm>
              <a:off x="857250" y="190500"/>
              <a:ext cx="2905200" cy="1285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35363B"/>
                  </a:solidFill>
                  <a:latin typeface="Epilogue"/>
                  <a:ea typeface="Epilogue"/>
                  <a:cs typeface="Epilogue"/>
                  <a:sym typeface="Epilogue"/>
                </a:rPr>
                <a:t>Reflection: Ecosystem Transition</a:t>
              </a:r>
              <a:endParaRPr b="1" sz="1200">
                <a:solidFill>
                  <a:srgbClr val="35363B"/>
                </a:solidFill>
                <a:latin typeface="Epilogue"/>
                <a:ea typeface="Epilogue"/>
                <a:cs typeface="Epilogue"/>
                <a:sym typeface="Epilogue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1150">
                  <a:solidFill>
                    <a:schemeClr val="dk1"/>
                  </a:solidFill>
                  <a:latin typeface="Lato"/>
                  <a:ea typeface="Lato"/>
                  <a:cs typeface="Lato"/>
                  <a:sym typeface="Lato"/>
                </a:rPr>
                <a:t>Transitioning from AMD Vivado to Intel Quartus required deeper upfront literature review</a:t>
              </a:r>
              <a:r>
                <a:rPr lang="en" sz="1150">
                  <a:solidFill>
                    <a:schemeClr val="dk1"/>
                  </a:solidFill>
                  <a:latin typeface="Lato"/>
                  <a:ea typeface="Lato"/>
                  <a:cs typeface="Lato"/>
                  <a:sym typeface="Lato"/>
                </a:rPr>
                <a:t>.</a:t>
              </a:r>
              <a:endParaRPr sz="115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5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5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5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3F3"/>
        </a:solidFill>
      </p:bgPr>
    </p:bg>
    <p:spTree>
      <p:nvGrpSpPr>
        <p:cNvPr id="3853" name="Shape 38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4" name="Google Shape;3854;p136"/>
          <p:cNvSpPr/>
          <p:nvPr/>
        </p:nvSpPr>
        <p:spPr>
          <a:xfrm rot="5551935">
            <a:off x="-3186987" y="4266571"/>
            <a:ext cx="1853710" cy="1180200"/>
          </a:xfrm>
          <a:custGeom>
            <a:rect b="b" l="l" r="r" t="t"/>
            <a:pathLst>
              <a:path extrusionOk="0" h="120000" w="120000">
                <a:moveTo>
                  <a:pt x="80534" y="109637"/>
                </a:moveTo>
                <a:cubicBezTo>
                  <a:pt x="79424" y="70315"/>
                  <a:pt x="65118" y="24407"/>
                  <a:pt x="40452" y="7264"/>
                </a:cubicBezTo>
                <a:cubicBezTo>
                  <a:pt x="34286" y="3002"/>
                  <a:pt x="26578" y="0"/>
                  <a:pt x="20411" y="6780"/>
                </a:cubicBezTo>
                <a:cubicBezTo>
                  <a:pt x="0" y="28378"/>
                  <a:pt x="1912" y="80000"/>
                  <a:pt x="16711" y="100339"/>
                </a:cubicBezTo>
                <a:lnTo>
                  <a:pt x="45940" y="120000"/>
                </a:lnTo>
                <a:lnTo>
                  <a:pt x="56793" y="120000"/>
                </a:lnTo>
                <a:cubicBezTo>
                  <a:pt x="63762" y="120000"/>
                  <a:pt x="71470" y="117869"/>
                  <a:pt x="79979" y="113511"/>
                </a:cubicBezTo>
                <a:lnTo>
                  <a:pt x="120000" y="76416"/>
                </a:lnTo>
                <a:lnTo>
                  <a:pt x="80596" y="22470"/>
                </a:lnTo>
                <a:close/>
              </a:path>
            </a:pathLst>
          </a:custGeom>
          <a:solidFill>
            <a:srgbClr val="E2E2E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5" name="Google Shape;3855;p136"/>
          <p:cNvSpPr txBox="1"/>
          <p:nvPr/>
        </p:nvSpPr>
        <p:spPr>
          <a:xfrm>
            <a:off x="714375" y="438150"/>
            <a:ext cx="77154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0475" lIns="90475" spcFirstLastPara="1" rIns="90475" wrap="square" tIns="904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50">
                <a:solidFill>
                  <a:srgbClr val="35363B"/>
                </a:solidFill>
                <a:latin typeface="Epilogue"/>
                <a:ea typeface="Epilogue"/>
                <a:cs typeface="Epilogue"/>
                <a:sym typeface="Epilogue"/>
              </a:rPr>
              <a:t>Knowledge &amp; Skills Acquired</a:t>
            </a:r>
            <a:endParaRPr b="1" sz="2550">
              <a:solidFill>
                <a:srgbClr val="35363B"/>
              </a:solidFill>
              <a:latin typeface="Epilogue"/>
              <a:ea typeface="Epilogue"/>
              <a:cs typeface="Epilogue"/>
              <a:sym typeface="Epilogue"/>
            </a:endParaRPr>
          </a:p>
        </p:txBody>
      </p:sp>
      <p:sp>
        <p:nvSpPr>
          <p:cNvPr id="3856" name="Google Shape;3856;p136"/>
          <p:cNvSpPr/>
          <p:nvPr/>
        </p:nvSpPr>
        <p:spPr>
          <a:xfrm rot="5552187">
            <a:off x="-721607" y="4084626"/>
            <a:ext cx="2054012" cy="1765200"/>
          </a:xfrm>
          <a:custGeom>
            <a:rect b="b" l="l" r="r" t="t"/>
            <a:pathLst>
              <a:path extrusionOk="0" h="120000" w="120000">
                <a:moveTo>
                  <a:pt x="75012" y="0"/>
                </a:moveTo>
                <a:cubicBezTo>
                  <a:pt x="72786" y="0"/>
                  <a:pt x="70430" y="318"/>
                  <a:pt x="67976" y="1072"/>
                </a:cubicBezTo>
                <a:cubicBezTo>
                  <a:pt x="52187" y="5911"/>
                  <a:pt x="45155" y="22861"/>
                  <a:pt x="35846" y="34307"/>
                </a:cubicBezTo>
                <a:cubicBezTo>
                  <a:pt x="30971" y="40301"/>
                  <a:pt x="23976" y="42271"/>
                  <a:pt x="18265" y="46790"/>
                </a:cubicBezTo>
                <a:cubicBezTo>
                  <a:pt x="0" y="61251"/>
                  <a:pt x="1663" y="95736"/>
                  <a:pt x="15048" y="109354"/>
                </a:cubicBezTo>
                <a:cubicBezTo>
                  <a:pt x="22074" y="116499"/>
                  <a:pt x="30302" y="120000"/>
                  <a:pt x="40061" y="120000"/>
                </a:cubicBezTo>
                <a:cubicBezTo>
                  <a:pt x="46386" y="120000"/>
                  <a:pt x="53354" y="118528"/>
                  <a:pt x="61060" y="115629"/>
                </a:cubicBezTo>
                <a:cubicBezTo>
                  <a:pt x="80649" y="108249"/>
                  <a:pt x="94645" y="103929"/>
                  <a:pt x="107323" y="80760"/>
                </a:cubicBezTo>
                <a:cubicBezTo>
                  <a:pt x="120000" y="57599"/>
                  <a:pt x="109735" y="27138"/>
                  <a:pt x="95419" y="9370"/>
                </a:cubicBezTo>
                <a:cubicBezTo>
                  <a:pt x="95419" y="9370"/>
                  <a:pt x="87108" y="0"/>
                  <a:pt x="75012" y="0"/>
                </a:cubicBezTo>
                <a:close/>
              </a:path>
            </a:pathLst>
          </a:custGeom>
          <a:solidFill>
            <a:srgbClr val="E2E2E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857" name="Google Shape;3857;p136"/>
          <p:cNvGrpSpPr/>
          <p:nvPr/>
        </p:nvGrpSpPr>
        <p:grpSpPr>
          <a:xfrm>
            <a:off x="476250" y="1238250"/>
            <a:ext cx="1905000" cy="3143400"/>
            <a:chOff x="0" y="0"/>
            <a:chExt cx="1905000" cy="3143400"/>
          </a:xfrm>
        </p:grpSpPr>
        <p:sp>
          <p:nvSpPr>
            <p:cNvPr id="3858" name="Google Shape;3858;p136"/>
            <p:cNvSpPr/>
            <p:nvPr/>
          </p:nvSpPr>
          <p:spPr>
            <a:xfrm>
              <a:off x="0" y="0"/>
              <a:ext cx="1905000" cy="3143400"/>
            </a:xfrm>
            <a:prstGeom prst="roundRect">
              <a:avLst>
                <a:gd fmla="val 6000" name="adj"/>
              </a:avLst>
            </a:prstGeom>
            <a:solidFill>
              <a:srgbClr val="FFFFFF"/>
            </a:solidFill>
            <a:ln cap="flat" cmpd="sng" w="9525">
              <a:solidFill>
                <a:srgbClr val="D9DDE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59" name="Google Shape;3859;p136"/>
            <p:cNvSpPr txBox="1"/>
            <p:nvPr/>
          </p:nvSpPr>
          <p:spPr>
            <a:xfrm>
              <a:off x="190500" y="275336"/>
              <a:ext cx="15240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200">
                  <a:solidFill>
                    <a:srgbClr val="10B981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memory</a:t>
              </a:r>
              <a:endParaRPr sz="3200">
                <a:solidFill>
                  <a:srgbClr val="10B981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3860" name="Google Shape;3860;p136"/>
            <p:cNvSpPr txBox="1"/>
            <p:nvPr/>
          </p:nvSpPr>
          <p:spPr>
            <a:xfrm>
              <a:off x="190500" y="857250"/>
              <a:ext cx="1524000" cy="209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35363B"/>
                  </a:solidFill>
                  <a:latin typeface="Epilogue"/>
                  <a:ea typeface="Epilogue"/>
                  <a:cs typeface="Epilogue"/>
                  <a:sym typeface="Epilogue"/>
                </a:rPr>
                <a:t>EDA Tools &amp; Hardware</a:t>
              </a:r>
              <a:endParaRPr b="1" sz="1200">
                <a:solidFill>
                  <a:srgbClr val="35363B"/>
                </a:solidFill>
                <a:latin typeface="Epilogue"/>
                <a:ea typeface="Epilogue"/>
                <a:cs typeface="Epilogue"/>
                <a:sym typeface="Epilogue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" sz="1000"/>
                <a:t>- Gained </a:t>
              </a:r>
              <a:r>
                <a:rPr lang="en" sz="1000"/>
                <a:t>proficiency</a:t>
              </a:r>
              <a:r>
                <a:rPr lang="en" sz="1000"/>
                <a:t> in Intel Quartus</a:t>
              </a:r>
              <a:endParaRPr sz="1000"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/>
                <a:t>- Use cases for De1-SoC boards and the De-10 Agilex board</a:t>
              </a:r>
              <a:endParaRPr sz="1000"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/>
                <a:t>- FPGA Industry</a:t>
              </a:r>
              <a:endParaRPr sz="1000"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00"/>
            </a:p>
          </p:txBody>
        </p:sp>
      </p:grpSp>
      <p:grpSp>
        <p:nvGrpSpPr>
          <p:cNvPr id="3861" name="Google Shape;3861;p136"/>
          <p:cNvGrpSpPr/>
          <p:nvPr/>
        </p:nvGrpSpPr>
        <p:grpSpPr>
          <a:xfrm>
            <a:off x="2571750" y="1238250"/>
            <a:ext cx="1905000" cy="3143400"/>
            <a:chOff x="0" y="0"/>
            <a:chExt cx="1905000" cy="3143400"/>
          </a:xfrm>
        </p:grpSpPr>
        <p:sp>
          <p:nvSpPr>
            <p:cNvPr id="3862" name="Google Shape;3862;p136"/>
            <p:cNvSpPr/>
            <p:nvPr/>
          </p:nvSpPr>
          <p:spPr>
            <a:xfrm>
              <a:off x="0" y="0"/>
              <a:ext cx="1905000" cy="3143400"/>
            </a:xfrm>
            <a:prstGeom prst="roundRect">
              <a:avLst>
                <a:gd fmla="val 6000" name="adj"/>
              </a:avLst>
            </a:prstGeom>
            <a:solidFill>
              <a:srgbClr val="FFFFFF"/>
            </a:solidFill>
            <a:ln cap="flat" cmpd="sng" w="9525">
              <a:solidFill>
                <a:srgbClr val="D9DDE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63" name="Google Shape;3863;p136"/>
            <p:cNvSpPr txBox="1"/>
            <p:nvPr/>
          </p:nvSpPr>
          <p:spPr>
            <a:xfrm>
              <a:off x="190500" y="275336"/>
              <a:ext cx="15240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200">
                  <a:solidFill>
                    <a:srgbClr val="10B981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psychology</a:t>
              </a:r>
              <a:endParaRPr sz="3200">
                <a:solidFill>
                  <a:srgbClr val="10B981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3864" name="Google Shape;3864;p136"/>
            <p:cNvSpPr txBox="1"/>
            <p:nvPr/>
          </p:nvSpPr>
          <p:spPr>
            <a:xfrm>
              <a:off x="190500" y="857250"/>
              <a:ext cx="1524000" cy="209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35363B"/>
                  </a:solidFill>
                  <a:latin typeface="Epilogue"/>
                  <a:ea typeface="Epilogue"/>
                  <a:cs typeface="Epilogue"/>
                  <a:sym typeface="Epilogue"/>
                </a:rPr>
                <a:t>AI &amp; Prompt Engineering</a:t>
              </a:r>
              <a:endParaRPr b="1" sz="1200">
                <a:solidFill>
                  <a:srgbClr val="35363B"/>
                </a:solidFill>
                <a:latin typeface="Epilogue"/>
                <a:ea typeface="Epilogue"/>
                <a:cs typeface="Epilogue"/>
                <a:sym typeface="Epilogue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" sz="1000"/>
                <a:t>- Optimization of an AI with limited resources</a:t>
              </a:r>
              <a:endParaRPr b="0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/>
                <a:t>- Engineered strict system prompts to provide Deterministic Output</a:t>
              </a:r>
              <a:endParaRPr sz="1000"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/>
                <a:t>- Designed algorithmic safety guardrails to ensure Edge Case Management</a:t>
              </a:r>
              <a:endParaRPr sz="1000"/>
            </a:p>
          </p:txBody>
        </p:sp>
      </p:grpSp>
      <p:grpSp>
        <p:nvGrpSpPr>
          <p:cNvPr id="3865" name="Google Shape;3865;p136"/>
          <p:cNvGrpSpPr/>
          <p:nvPr/>
        </p:nvGrpSpPr>
        <p:grpSpPr>
          <a:xfrm>
            <a:off x="4667250" y="1238250"/>
            <a:ext cx="1905000" cy="3143400"/>
            <a:chOff x="0" y="0"/>
            <a:chExt cx="1905000" cy="3143400"/>
          </a:xfrm>
        </p:grpSpPr>
        <p:sp>
          <p:nvSpPr>
            <p:cNvPr id="3866" name="Google Shape;3866;p136"/>
            <p:cNvSpPr/>
            <p:nvPr/>
          </p:nvSpPr>
          <p:spPr>
            <a:xfrm>
              <a:off x="0" y="0"/>
              <a:ext cx="1905000" cy="3143400"/>
            </a:xfrm>
            <a:prstGeom prst="roundRect">
              <a:avLst>
                <a:gd fmla="val 6000" name="adj"/>
              </a:avLst>
            </a:prstGeom>
            <a:solidFill>
              <a:srgbClr val="FFFFFF"/>
            </a:solidFill>
            <a:ln cap="flat" cmpd="sng" w="9525">
              <a:solidFill>
                <a:srgbClr val="D9DDE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67" name="Google Shape;3867;p136"/>
            <p:cNvSpPr txBox="1"/>
            <p:nvPr/>
          </p:nvSpPr>
          <p:spPr>
            <a:xfrm>
              <a:off x="190500" y="275336"/>
              <a:ext cx="15240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200">
                  <a:solidFill>
                    <a:srgbClr val="10B981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dns</a:t>
              </a:r>
              <a:endParaRPr sz="3200">
                <a:solidFill>
                  <a:srgbClr val="10B981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3868" name="Google Shape;3868;p136"/>
            <p:cNvSpPr txBox="1"/>
            <p:nvPr/>
          </p:nvSpPr>
          <p:spPr>
            <a:xfrm>
              <a:off x="190500" y="857250"/>
              <a:ext cx="1524000" cy="209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35363B"/>
                  </a:solidFill>
                  <a:latin typeface="Epilogue"/>
                  <a:ea typeface="Epilogue"/>
                  <a:cs typeface="Epilogue"/>
                  <a:sym typeface="Epilogue"/>
                </a:rPr>
                <a:t>API &amp; Backend Architecture</a:t>
              </a:r>
              <a:endParaRPr b="1" sz="1200">
                <a:solidFill>
                  <a:srgbClr val="35363B"/>
                </a:solidFill>
                <a:latin typeface="Epilogue"/>
                <a:ea typeface="Epilogue"/>
                <a:cs typeface="Epilogue"/>
                <a:sym typeface="Epilogue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" sz="1000"/>
                <a:t>- Built a functional API on a live server</a:t>
              </a:r>
              <a:endParaRPr sz="1000"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/>
                <a:t>- Designed an automated waitlist system that tracks and manages FPGA boards in real-time</a:t>
              </a:r>
              <a:endParaRPr sz="1000"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/>
                <a:t>- Built a security layer for the FPGAs on the farm</a:t>
              </a:r>
              <a:endParaRPr sz="1000"/>
            </a:p>
          </p:txBody>
        </p:sp>
      </p:grpSp>
      <p:sp>
        <p:nvSpPr>
          <p:cNvPr id="3869" name="Google Shape;3869;p136"/>
          <p:cNvSpPr/>
          <p:nvPr/>
        </p:nvSpPr>
        <p:spPr>
          <a:xfrm rot="3259944">
            <a:off x="7063022" y="-804493"/>
            <a:ext cx="3168338" cy="2562082"/>
          </a:xfrm>
          <a:custGeom>
            <a:rect b="b" l="l" r="r" t="t"/>
            <a:pathLst>
              <a:path extrusionOk="0" h="120000" w="120000">
                <a:moveTo>
                  <a:pt x="65228" y="0"/>
                </a:moveTo>
                <a:cubicBezTo>
                  <a:pt x="58742" y="0"/>
                  <a:pt x="50697" y="1586"/>
                  <a:pt x="42715" y="7281"/>
                </a:cubicBezTo>
                <a:cubicBezTo>
                  <a:pt x="24706" y="20127"/>
                  <a:pt x="15628" y="45624"/>
                  <a:pt x="7817" y="66053"/>
                </a:cubicBezTo>
                <a:cubicBezTo>
                  <a:pt x="0" y="86490"/>
                  <a:pt x="4499" y="107244"/>
                  <a:pt x="18250" y="116719"/>
                </a:cubicBezTo>
                <a:cubicBezTo>
                  <a:pt x="21711" y="119102"/>
                  <a:pt x="24892" y="120000"/>
                  <a:pt x="28024" y="120000"/>
                </a:cubicBezTo>
                <a:cubicBezTo>
                  <a:pt x="37337" y="120000"/>
                  <a:pt x="46197" y="112050"/>
                  <a:pt x="60628" y="111540"/>
                </a:cubicBezTo>
                <a:cubicBezTo>
                  <a:pt x="62970" y="111458"/>
                  <a:pt x="65103" y="111434"/>
                  <a:pt x="67076" y="111434"/>
                </a:cubicBezTo>
                <a:cubicBezTo>
                  <a:pt x="69490" y="111434"/>
                  <a:pt x="71660" y="111468"/>
                  <a:pt x="73665" y="111468"/>
                </a:cubicBezTo>
                <a:cubicBezTo>
                  <a:pt x="83509" y="111468"/>
                  <a:pt x="89425" y="110634"/>
                  <a:pt x="101103" y="100797"/>
                </a:cubicBezTo>
                <a:cubicBezTo>
                  <a:pt x="117106" y="87313"/>
                  <a:pt x="120000" y="55506"/>
                  <a:pt x="107378" y="31973"/>
                </a:cubicBezTo>
                <a:cubicBezTo>
                  <a:pt x="94748" y="8441"/>
                  <a:pt x="79065" y="2502"/>
                  <a:pt x="79065" y="2502"/>
                </a:cubicBezTo>
                <a:cubicBezTo>
                  <a:pt x="79065" y="2502"/>
                  <a:pt x="73378" y="0"/>
                  <a:pt x="65228" y="0"/>
                </a:cubicBezTo>
                <a:close/>
              </a:path>
            </a:pathLst>
          </a:custGeom>
          <a:solidFill>
            <a:srgbClr val="E2E2E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870" name="Google Shape;3870;p136"/>
          <p:cNvGrpSpPr/>
          <p:nvPr/>
        </p:nvGrpSpPr>
        <p:grpSpPr>
          <a:xfrm>
            <a:off x="6762750" y="1238250"/>
            <a:ext cx="1905000" cy="3143400"/>
            <a:chOff x="0" y="0"/>
            <a:chExt cx="1905000" cy="3143400"/>
          </a:xfrm>
        </p:grpSpPr>
        <p:sp>
          <p:nvSpPr>
            <p:cNvPr id="3871" name="Google Shape;3871;p136"/>
            <p:cNvSpPr/>
            <p:nvPr/>
          </p:nvSpPr>
          <p:spPr>
            <a:xfrm>
              <a:off x="0" y="0"/>
              <a:ext cx="1905000" cy="3143400"/>
            </a:xfrm>
            <a:prstGeom prst="roundRect">
              <a:avLst>
                <a:gd fmla="val 6000" name="adj"/>
              </a:avLst>
            </a:prstGeom>
            <a:solidFill>
              <a:srgbClr val="FFFFFF"/>
            </a:solidFill>
            <a:ln cap="flat" cmpd="sng" w="9525">
              <a:solidFill>
                <a:srgbClr val="D9DDE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72" name="Google Shape;3872;p136"/>
            <p:cNvSpPr txBox="1"/>
            <p:nvPr/>
          </p:nvSpPr>
          <p:spPr>
            <a:xfrm>
              <a:off x="190500" y="275336"/>
              <a:ext cx="15240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200">
                  <a:solidFill>
                    <a:srgbClr val="10B981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security</a:t>
              </a:r>
              <a:endParaRPr sz="3200">
                <a:solidFill>
                  <a:srgbClr val="10B981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3873" name="Google Shape;3873;p136"/>
            <p:cNvSpPr txBox="1"/>
            <p:nvPr/>
          </p:nvSpPr>
          <p:spPr>
            <a:xfrm>
              <a:off x="190500" y="857250"/>
              <a:ext cx="1524000" cy="209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35363B"/>
                  </a:solidFill>
                  <a:latin typeface="Epilogue"/>
                  <a:ea typeface="Epilogue"/>
                  <a:cs typeface="Epilogue"/>
                  <a:sym typeface="Epilogue"/>
                </a:rPr>
                <a:t>Secure Protocols</a:t>
              </a:r>
              <a:endParaRPr b="1" sz="1200">
                <a:solidFill>
                  <a:srgbClr val="35363B"/>
                </a:solidFill>
                <a:latin typeface="Epilogue"/>
                <a:ea typeface="Epilogue"/>
                <a:cs typeface="Epilogue"/>
                <a:sym typeface="Epilogue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" sz="1000"/>
                <a:t>- Worked with remote data transfers utilizing OpenSSH, NetBird VPN, and SFTP.</a:t>
              </a:r>
              <a:endParaRPr sz="1000"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/>
                <a:t>- Built a system design to protect against dangerous IP usage on the Agilex 7</a:t>
              </a:r>
              <a:endParaRPr sz="1000"/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77" name="Shape 38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8" name="Google Shape;3878;p13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Future Work</a:t>
            </a:r>
            <a:endParaRPr/>
          </a:p>
        </p:txBody>
      </p:sp>
      <p:pic>
        <p:nvPicPr>
          <p:cNvPr descr="image.png" id="3879" name="Google Shape;3879;p1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38529" y="1662775"/>
            <a:ext cx="2706325" cy="2794575"/>
          </a:xfrm>
          <a:prstGeom prst="rect">
            <a:avLst/>
          </a:prstGeom>
          <a:noFill/>
          <a:ln>
            <a:noFill/>
          </a:ln>
        </p:spPr>
      </p:pic>
      <p:sp>
        <p:nvSpPr>
          <p:cNvPr id="3880" name="Google Shape;3880;p137"/>
          <p:cNvSpPr txBox="1"/>
          <p:nvPr/>
        </p:nvSpPr>
        <p:spPr>
          <a:xfrm>
            <a:off x="3429003" y="2596750"/>
            <a:ext cx="2157000" cy="28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53">
                <a:solidFill>
                  <a:srgbClr val="FFF2CC"/>
                </a:solidFill>
                <a:latin typeface="Urbanist"/>
                <a:ea typeface="Urbanist"/>
                <a:cs typeface="Urbanist"/>
                <a:sym typeface="Urbanist"/>
              </a:rPr>
              <a:t>Auto Configuration</a:t>
            </a:r>
            <a:endParaRPr sz="1081">
              <a:solidFill>
                <a:srgbClr val="FFF2CC"/>
              </a:solidFill>
            </a:endParaRPr>
          </a:p>
        </p:txBody>
      </p:sp>
      <p:sp>
        <p:nvSpPr>
          <p:cNvPr id="3881" name="Google Shape;3881;p137"/>
          <p:cNvSpPr txBox="1"/>
          <p:nvPr/>
        </p:nvSpPr>
        <p:spPr>
          <a:xfrm>
            <a:off x="3138525" y="2986525"/>
            <a:ext cx="2691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Upon hardware selection, the system automatically generates target-specific Quartus assignments (.qsf)</a:t>
            </a:r>
            <a:endParaRPr sz="135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pic>
        <p:nvPicPr>
          <p:cNvPr descr="image.png" id="3882" name="Google Shape;3882;p1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39187" y="1662775"/>
            <a:ext cx="2691616" cy="27945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883" name="Google Shape;3883;p13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275450" y="2016013"/>
            <a:ext cx="41910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84" name="Google Shape;3884;p13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124762" y="1899801"/>
            <a:ext cx="748575" cy="696950"/>
          </a:xfrm>
          <a:prstGeom prst="rect">
            <a:avLst/>
          </a:prstGeom>
          <a:noFill/>
          <a:ln>
            <a:noFill/>
          </a:ln>
        </p:spPr>
      </p:pic>
      <p:sp>
        <p:nvSpPr>
          <p:cNvPr id="3885" name="Google Shape;3885;p137"/>
          <p:cNvSpPr txBox="1"/>
          <p:nvPr/>
        </p:nvSpPr>
        <p:spPr>
          <a:xfrm>
            <a:off x="6139200" y="2986525"/>
            <a:ext cx="2676900" cy="132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Scrape Top level file to detect all IPs that are being used in order to analyze signals and malicious intent </a:t>
            </a:r>
            <a:endParaRPr sz="1350"/>
          </a:p>
        </p:txBody>
      </p:sp>
      <p:sp>
        <p:nvSpPr>
          <p:cNvPr id="3886" name="Google Shape;3886;p137"/>
          <p:cNvSpPr txBox="1"/>
          <p:nvPr/>
        </p:nvSpPr>
        <p:spPr>
          <a:xfrm>
            <a:off x="7004989" y="2596750"/>
            <a:ext cx="960000" cy="28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53">
                <a:solidFill>
                  <a:srgbClr val="FFF2CC"/>
                </a:solidFill>
                <a:latin typeface="Urbanist"/>
                <a:ea typeface="Urbanist"/>
                <a:cs typeface="Urbanist"/>
                <a:sym typeface="Urbanist"/>
              </a:rPr>
              <a:t>Security</a:t>
            </a:r>
            <a:endParaRPr sz="1081">
              <a:solidFill>
                <a:srgbClr val="FFF2CC"/>
              </a:solidFill>
            </a:endParaRPr>
          </a:p>
        </p:txBody>
      </p:sp>
      <p:pic>
        <p:nvPicPr>
          <p:cNvPr descr="image.png" id="3887" name="Google Shape;3887;p1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7038" y="1662775"/>
            <a:ext cx="2691616" cy="2794575"/>
          </a:xfrm>
          <a:prstGeom prst="rect">
            <a:avLst/>
          </a:prstGeom>
          <a:noFill/>
          <a:ln>
            <a:noFill/>
          </a:ln>
        </p:spPr>
      </p:pic>
      <p:sp>
        <p:nvSpPr>
          <p:cNvPr id="3888" name="Google Shape;3888;p137"/>
          <p:cNvSpPr txBox="1"/>
          <p:nvPr/>
        </p:nvSpPr>
        <p:spPr>
          <a:xfrm>
            <a:off x="510275" y="2596750"/>
            <a:ext cx="2245200" cy="28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53">
                <a:solidFill>
                  <a:srgbClr val="FFF2CC"/>
                </a:solidFill>
                <a:latin typeface="Urbanist"/>
                <a:ea typeface="Urbanist"/>
                <a:cs typeface="Urbanist"/>
                <a:sym typeface="Urbanist"/>
              </a:rPr>
              <a:t>Profile Matching</a:t>
            </a:r>
            <a:endParaRPr sz="1081">
              <a:solidFill>
                <a:srgbClr val="FFF2CC"/>
              </a:solidFill>
            </a:endParaRPr>
          </a:p>
        </p:txBody>
      </p:sp>
      <p:sp>
        <p:nvSpPr>
          <p:cNvPr id="3889" name="Google Shape;3889;p137"/>
          <p:cNvSpPr txBox="1"/>
          <p:nvPr/>
        </p:nvSpPr>
        <p:spPr>
          <a:xfrm>
            <a:off x="267050" y="2922925"/>
            <a:ext cx="2676900" cy="145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Extracted data (e.g., PCIe Gen4 x16, DDR4) is queried against a database of available development kits (iWAVE, Arrow) </a:t>
            </a:r>
            <a:endParaRPr b="1" sz="135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5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pic>
        <p:nvPicPr>
          <p:cNvPr descr="image.png" id="3890" name="Google Shape;3890;p13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428996" y="1993712"/>
            <a:ext cx="367707" cy="3677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94" name="Shape 38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5" name="Google Shape;3895;p13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Basic Security Workflow</a:t>
            </a:r>
            <a:endParaRPr/>
          </a:p>
        </p:txBody>
      </p:sp>
      <p:sp>
        <p:nvSpPr>
          <p:cNvPr id="3896" name="Google Shape;3896;p138"/>
          <p:cNvSpPr txBox="1"/>
          <p:nvPr/>
        </p:nvSpPr>
        <p:spPr>
          <a:xfrm>
            <a:off x="2580925" y="1154050"/>
            <a:ext cx="2880000" cy="2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Top Level Source - Verilog </a:t>
            </a:r>
            <a:endParaRPr b="1" sz="12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897" name="Google Shape;3897;p138"/>
          <p:cNvSpPr/>
          <p:nvPr/>
        </p:nvSpPr>
        <p:spPr>
          <a:xfrm>
            <a:off x="2547075" y="2712113"/>
            <a:ext cx="2880000" cy="684300"/>
          </a:xfrm>
          <a:prstGeom prst="roundRect">
            <a:avLst>
              <a:gd fmla="val 16667" name="adj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Stage 2: IP Detection</a:t>
            </a:r>
            <a:endParaRPr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allow/deny policy</a:t>
            </a:r>
            <a:endParaRPr sz="12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898" name="Google Shape;3898;p138"/>
          <p:cNvSpPr/>
          <p:nvPr/>
        </p:nvSpPr>
        <p:spPr>
          <a:xfrm>
            <a:off x="2547075" y="1724050"/>
            <a:ext cx="2880000" cy="684300"/>
          </a:xfrm>
          <a:prstGeom prst="roundRect">
            <a:avLst>
              <a:gd fmla="val 16667" name="adj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Stage 1: Structural Analysis</a:t>
            </a:r>
            <a:endParaRPr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AST </a:t>
            </a:r>
            <a:r>
              <a:rPr lang="en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Analysis (deterministic)</a:t>
            </a:r>
            <a:endParaRPr sz="12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899" name="Google Shape;3899;p138"/>
          <p:cNvSpPr/>
          <p:nvPr/>
        </p:nvSpPr>
        <p:spPr>
          <a:xfrm>
            <a:off x="2547075" y="3700175"/>
            <a:ext cx="2880000" cy="684300"/>
          </a:xfrm>
          <a:prstGeom prst="roundRect">
            <a:avLst>
              <a:gd fmla="val 16667" name="adj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Stage 3: LLM Review</a:t>
            </a:r>
            <a:endParaRPr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Receives</a:t>
            </a:r>
            <a:r>
              <a:rPr lang="en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 structured data to make decisions</a:t>
            </a:r>
            <a:endParaRPr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900" name="Google Shape;3900;p138"/>
          <p:cNvSpPr/>
          <p:nvPr/>
        </p:nvSpPr>
        <p:spPr>
          <a:xfrm>
            <a:off x="3908675" y="1438975"/>
            <a:ext cx="112200" cy="2757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901" name="Google Shape;3901;p138"/>
          <p:cNvSpPr/>
          <p:nvPr/>
        </p:nvSpPr>
        <p:spPr>
          <a:xfrm>
            <a:off x="3908675" y="2422388"/>
            <a:ext cx="112200" cy="2757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902" name="Google Shape;3902;p138"/>
          <p:cNvSpPr/>
          <p:nvPr/>
        </p:nvSpPr>
        <p:spPr>
          <a:xfrm>
            <a:off x="3908675" y="3405825"/>
            <a:ext cx="112200" cy="2757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903" name="Google Shape;3903;p138"/>
          <p:cNvSpPr txBox="1"/>
          <p:nvPr/>
        </p:nvSpPr>
        <p:spPr>
          <a:xfrm>
            <a:off x="4102550" y="2416412"/>
            <a:ext cx="867600" cy="28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pass</a:t>
            </a:r>
            <a:endParaRPr sz="12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904" name="Google Shape;3904;p138"/>
          <p:cNvSpPr txBox="1"/>
          <p:nvPr/>
        </p:nvSpPr>
        <p:spPr>
          <a:xfrm>
            <a:off x="4163100" y="3399837"/>
            <a:ext cx="867600" cy="28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pass</a:t>
            </a:r>
            <a:endParaRPr sz="12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905" name="Google Shape;3905;p138"/>
          <p:cNvSpPr/>
          <p:nvPr/>
        </p:nvSpPr>
        <p:spPr>
          <a:xfrm>
            <a:off x="6836925" y="1848525"/>
            <a:ext cx="1398300" cy="4185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Blocked</a:t>
            </a:r>
            <a:endParaRPr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906" name="Google Shape;3906;p138"/>
          <p:cNvSpPr/>
          <p:nvPr/>
        </p:nvSpPr>
        <p:spPr>
          <a:xfrm>
            <a:off x="6836925" y="2591850"/>
            <a:ext cx="1398300" cy="4185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Blocked</a:t>
            </a:r>
            <a:endParaRPr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907" name="Google Shape;3907;p138"/>
          <p:cNvSpPr/>
          <p:nvPr/>
        </p:nvSpPr>
        <p:spPr>
          <a:xfrm>
            <a:off x="6836925" y="3098200"/>
            <a:ext cx="1398300" cy="418500"/>
          </a:xfrm>
          <a:prstGeom prst="roundRect">
            <a:avLst>
              <a:gd fmla="val 16667" name="adj"/>
            </a:avLst>
          </a:prstGeom>
          <a:solidFill>
            <a:srgbClr val="E76A2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Review Required</a:t>
            </a:r>
            <a:endParaRPr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908" name="Google Shape;3908;p138"/>
          <p:cNvSpPr/>
          <p:nvPr/>
        </p:nvSpPr>
        <p:spPr>
          <a:xfrm>
            <a:off x="5500700" y="2020650"/>
            <a:ext cx="1269000" cy="1122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909" name="Google Shape;3909;p138"/>
          <p:cNvSpPr/>
          <p:nvPr/>
        </p:nvSpPr>
        <p:spPr>
          <a:xfrm rot="-446355">
            <a:off x="5537960" y="2827073"/>
            <a:ext cx="1228037" cy="114685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910" name="Google Shape;3910;p138"/>
          <p:cNvSpPr/>
          <p:nvPr/>
        </p:nvSpPr>
        <p:spPr>
          <a:xfrm rot="618817">
            <a:off x="5517872" y="3129799"/>
            <a:ext cx="1228245" cy="11463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911" name="Google Shape;3911;p138"/>
          <p:cNvSpPr txBox="1"/>
          <p:nvPr/>
        </p:nvSpPr>
        <p:spPr>
          <a:xfrm>
            <a:off x="5592525" y="1683875"/>
            <a:ext cx="1092000" cy="24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Failed Parse</a:t>
            </a:r>
            <a:endParaRPr b="1" sz="12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912" name="Google Shape;3912;p138"/>
          <p:cNvSpPr txBox="1"/>
          <p:nvPr/>
        </p:nvSpPr>
        <p:spPr>
          <a:xfrm rot="-562615">
            <a:off x="5585963" y="2525692"/>
            <a:ext cx="1091890" cy="24507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Hits Blocklist</a:t>
            </a:r>
            <a:endParaRPr b="1" sz="12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913" name="Google Shape;3913;p138"/>
          <p:cNvSpPr txBox="1"/>
          <p:nvPr/>
        </p:nvSpPr>
        <p:spPr>
          <a:xfrm rot="661552">
            <a:off x="5514164" y="3237892"/>
            <a:ext cx="1091753" cy="245461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Ambiguous</a:t>
            </a:r>
            <a:r>
              <a:rPr b="1" lang="en"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endParaRPr b="1" sz="12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914" name="Google Shape;3914;p138"/>
          <p:cNvSpPr/>
          <p:nvPr/>
        </p:nvSpPr>
        <p:spPr>
          <a:xfrm>
            <a:off x="3908675" y="4466525"/>
            <a:ext cx="112200" cy="2757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915" name="Google Shape;3915;p138"/>
          <p:cNvSpPr txBox="1"/>
          <p:nvPr/>
        </p:nvSpPr>
        <p:spPr>
          <a:xfrm>
            <a:off x="2524775" y="4824275"/>
            <a:ext cx="2880000" cy="2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route_task()</a:t>
            </a:r>
            <a:endParaRPr b="1" sz="12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916" name="Google Shape;3916;p138"/>
          <p:cNvSpPr txBox="1"/>
          <p:nvPr/>
        </p:nvSpPr>
        <p:spPr>
          <a:xfrm>
            <a:off x="4138200" y="4460537"/>
            <a:ext cx="867600" cy="28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Decision made</a:t>
            </a:r>
            <a:endParaRPr sz="12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3F3"/>
        </a:solidFill>
      </p:bgPr>
    </p:bg>
    <p:spTree>
      <p:nvGrpSpPr>
        <p:cNvPr id="3920" name="Shape 39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1" name="Google Shape;3921;p139"/>
          <p:cNvSpPr/>
          <p:nvPr/>
        </p:nvSpPr>
        <p:spPr>
          <a:xfrm>
            <a:off x="-1432150" y="-16002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5000" y="6667"/>
                </a:moveTo>
                <a:cubicBezTo>
                  <a:pt x="50000" y="50000"/>
                  <a:pt x="70000" y="0"/>
                  <a:pt x="95000" y="20000"/>
                </a:cubicBezTo>
                <a:cubicBezTo>
                  <a:pt x="120000" y="40000"/>
                  <a:pt x="100000" y="93333"/>
                  <a:pt x="70000" y="106667"/>
                </a:cubicBezTo>
                <a:cubicBezTo>
                  <a:pt x="40000" y="120000"/>
                  <a:pt x="0" y="73333"/>
                  <a:pt x="5000" y="6667"/>
                </a:cubicBezTo>
                <a:close/>
              </a:path>
            </a:pathLst>
          </a:custGeom>
          <a:solidFill>
            <a:srgbClr val="EAEAEA">
              <a:alpha val="6000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22" name="Google Shape;3922;p139"/>
          <p:cNvSpPr/>
          <p:nvPr/>
        </p:nvSpPr>
        <p:spPr>
          <a:xfrm>
            <a:off x="6442975" y="3438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115000" y="113333"/>
                </a:moveTo>
                <a:cubicBezTo>
                  <a:pt x="70000" y="70000"/>
                  <a:pt x="50000" y="120000"/>
                  <a:pt x="25000" y="100000"/>
                </a:cubicBezTo>
                <a:cubicBezTo>
                  <a:pt x="0" y="80000"/>
                  <a:pt x="20000" y="26667"/>
                  <a:pt x="50000" y="13333"/>
                </a:cubicBezTo>
                <a:cubicBezTo>
                  <a:pt x="80000" y="0"/>
                  <a:pt x="120000" y="46667"/>
                  <a:pt x="115000" y="113333"/>
                </a:cubicBezTo>
                <a:close/>
              </a:path>
            </a:pathLst>
          </a:custGeom>
          <a:solidFill>
            <a:srgbClr val="EAEAEA">
              <a:alpha val="6000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23" name="Google Shape;3923;p139"/>
          <p:cNvSpPr txBox="1"/>
          <p:nvPr/>
        </p:nvSpPr>
        <p:spPr>
          <a:xfrm>
            <a:off x="457200" y="428625"/>
            <a:ext cx="82296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35363B"/>
                </a:solidFill>
                <a:latin typeface="Epilogue"/>
                <a:ea typeface="Epilogue"/>
                <a:cs typeface="Epilogue"/>
                <a:sym typeface="Epilogue"/>
              </a:rPr>
              <a:t>Conclusions &amp; Project Significance</a:t>
            </a:r>
            <a:endParaRPr b="1" sz="2400">
              <a:solidFill>
                <a:srgbClr val="35363B"/>
              </a:solidFill>
              <a:latin typeface="Epilogue"/>
              <a:ea typeface="Epilogue"/>
              <a:cs typeface="Epilogue"/>
              <a:sym typeface="Epilogue"/>
            </a:endParaRPr>
          </a:p>
        </p:txBody>
      </p:sp>
      <p:pic>
        <p:nvPicPr>
          <p:cNvPr id="3924" name="Google Shape;3924;p1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27270" y="2224442"/>
            <a:ext cx="6647400" cy="8847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925" name="Google Shape;3925;p139"/>
          <p:cNvGrpSpPr/>
          <p:nvPr/>
        </p:nvGrpSpPr>
        <p:grpSpPr>
          <a:xfrm>
            <a:off x="181224" y="2099848"/>
            <a:ext cx="2547207" cy="2491685"/>
            <a:chOff x="-1323975" y="-266700"/>
            <a:chExt cx="2648100" cy="2762400"/>
          </a:xfrm>
        </p:grpSpPr>
        <p:sp>
          <p:nvSpPr>
            <p:cNvPr id="3926" name="Google Shape;3926;p139"/>
            <p:cNvSpPr/>
            <p:nvPr/>
          </p:nvSpPr>
          <p:spPr>
            <a:xfrm>
              <a:off x="-266700" y="-266700"/>
              <a:ext cx="533400" cy="533400"/>
            </a:xfrm>
            <a:prstGeom prst="ellipse">
              <a:avLst/>
            </a:prstGeom>
            <a:solidFill>
              <a:srgbClr val="07169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27" name="Google Shape;3927;p139"/>
            <p:cNvSpPr txBox="1"/>
            <p:nvPr/>
          </p:nvSpPr>
          <p:spPr>
            <a:xfrm>
              <a:off x="-190500" y="-190500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268">
                  <a:solidFill>
                    <a:srgbClr val="FFFFFF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done</a:t>
              </a:r>
              <a:endParaRPr sz="1134"/>
            </a:p>
          </p:txBody>
        </p:sp>
        <p:pic>
          <p:nvPicPr>
            <p:cNvPr id="3928" name="Google Shape;3928;p13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-1323975" y="228600"/>
              <a:ext cx="2648100" cy="22671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29" name="Google Shape;3929;p139"/>
            <p:cNvSpPr txBox="1"/>
            <p:nvPr/>
          </p:nvSpPr>
          <p:spPr>
            <a:xfrm>
              <a:off x="-904875" y="571500"/>
              <a:ext cx="1809600" cy="14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53">
                  <a:solidFill>
                    <a:srgbClr val="071699"/>
                  </a:solidFill>
                  <a:latin typeface="Epilogue"/>
                  <a:ea typeface="Epilogue"/>
                  <a:cs typeface="Epilogue"/>
                  <a:sym typeface="Epilogue"/>
                </a:rPr>
                <a:t>01 / Foundation</a:t>
              </a:r>
              <a:endParaRPr b="1" sz="1053">
                <a:solidFill>
                  <a:srgbClr val="071699"/>
                </a:solidFill>
                <a:latin typeface="Epilogue"/>
                <a:ea typeface="Epilogue"/>
                <a:cs typeface="Epilogue"/>
                <a:sym typeface="Epilogue"/>
              </a:endParaRPr>
            </a:p>
            <a:p>
              <a:pPr indent="0" lvl="0" marL="0" rtl="0" algn="l">
                <a:spcBef>
                  <a:spcPts val="365"/>
                </a:spcBef>
                <a:spcAft>
                  <a:spcPts val="0"/>
                </a:spcAft>
                <a:buNone/>
              </a:pPr>
              <a:r>
                <a:rPr b="1" lang="en" sz="851">
                  <a:solidFill>
                    <a:srgbClr val="555555"/>
                  </a:solidFill>
                  <a:latin typeface="Lato"/>
                  <a:ea typeface="Lato"/>
                  <a:cs typeface="Lato"/>
                  <a:sym typeface="Lato"/>
                </a:rPr>
                <a:t>Objectives Achieved:</a:t>
              </a:r>
              <a:r>
                <a:rPr b="0" lang="en" sz="851">
                  <a:solidFill>
                    <a:srgbClr val="555555"/>
                  </a:solidFill>
                  <a:latin typeface="Lato"/>
                  <a:ea typeface="Lato"/>
                  <a:cs typeface="Lato"/>
                  <a:sym typeface="Lato"/>
                </a:rPr>
                <a:t> Successfully integrated the Agilex 7 and deployed a reliable, live control plane to eliminate hardware collisions and resource waste.</a:t>
              </a:r>
              <a:endParaRPr b="0" sz="851">
                <a:solidFill>
                  <a:srgbClr val="555555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3930" name="Google Shape;3930;p139"/>
          <p:cNvGrpSpPr/>
          <p:nvPr/>
        </p:nvGrpSpPr>
        <p:grpSpPr>
          <a:xfrm>
            <a:off x="3479571" y="1000030"/>
            <a:ext cx="2547207" cy="2268169"/>
            <a:chOff x="-1323975" y="-2247900"/>
            <a:chExt cx="2648100" cy="2514600"/>
          </a:xfrm>
        </p:grpSpPr>
        <p:sp>
          <p:nvSpPr>
            <p:cNvPr id="3931" name="Google Shape;3931;p139"/>
            <p:cNvSpPr/>
            <p:nvPr/>
          </p:nvSpPr>
          <p:spPr>
            <a:xfrm>
              <a:off x="-266700" y="-266700"/>
              <a:ext cx="533400" cy="533400"/>
            </a:xfrm>
            <a:prstGeom prst="ellipse">
              <a:avLst/>
            </a:prstGeom>
            <a:solidFill>
              <a:srgbClr val="4F46E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32" name="Google Shape;3932;p139"/>
            <p:cNvSpPr txBox="1"/>
            <p:nvPr/>
          </p:nvSpPr>
          <p:spPr>
            <a:xfrm>
              <a:off x="-190500" y="-190500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268">
                  <a:solidFill>
                    <a:srgbClr val="FFFFFF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psychology</a:t>
              </a:r>
              <a:endParaRPr sz="1134"/>
            </a:p>
          </p:txBody>
        </p:sp>
        <p:pic>
          <p:nvPicPr>
            <p:cNvPr id="3933" name="Google Shape;3933;p139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-1323975" y="-2247900"/>
              <a:ext cx="2648100" cy="22194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34" name="Google Shape;3934;p139"/>
            <p:cNvSpPr txBox="1"/>
            <p:nvPr/>
          </p:nvSpPr>
          <p:spPr>
            <a:xfrm>
              <a:off x="-904875" y="-1905000"/>
              <a:ext cx="1809600" cy="1381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53">
                  <a:solidFill>
                    <a:srgbClr val="4F46E5"/>
                  </a:solidFill>
                  <a:latin typeface="Epilogue"/>
                  <a:ea typeface="Epilogue"/>
                  <a:cs typeface="Epilogue"/>
                  <a:sym typeface="Epilogue"/>
                </a:rPr>
                <a:t>02 / LLM Usage</a:t>
              </a:r>
              <a:endParaRPr b="1" sz="1053">
                <a:solidFill>
                  <a:srgbClr val="4F46E5"/>
                </a:solidFill>
                <a:latin typeface="Epilogue"/>
                <a:ea typeface="Epilogue"/>
                <a:cs typeface="Epilogue"/>
                <a:sym typeface="Epilogue"/>
              </a:endParaRPr>
            </a:p>
            <a:p>
              <a:pPr indent="0" lvl="0" marL="0" rtl="0" algn="l">
                <a:spcBef>
                  <a:spcPts val="365"/>
                </a:spcBef>
                <a:spcAft>
                  <a:spcPts val="0"/>
                </a:spcAft>
                <a:buNone/>
              </a:pPr>
              <a:r>
                <a:rPr b="1" lang="en" sz="851">
                  <a:solidFill>
                    <a:srgbClr val="555555"/>
                  </a:solidFill>
                  <a:latin typeface="Lato"/>
                  <a:ea typeface="Lato"/>
                  <a:cs typeface="Lato"/>
                  <a:sym typeface="Lato"/>
                </a:rPr>
                <a:t>AI Optimization Realized:</a:t>
              </a:r>
              <a:r>
                <a:rPr b="0" lang="en" sz="851">
                  <a:solidFill>
                    <a:srgbClr val="555555"/>
                  </a:solidFill>
                  <a:latin typeface="Lato"/>
                  <a:ea typeface="Lato"/>
                  <a:cs typeface="Lato"/>
                  <a:sym typeface="Lato"/>
                </a:rPr>
                <a:t> Proved that strict prompt engineering on limited-resource edge devices drastically improves routing accuracy (98%) and system safety.</a:t>
              </a:r>
              <a:endParaRPr b="0" sz="851">
                <a:solidFill>
                  <a:srgbClr val="555555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3935" name="Google Shape;3935;p139"/>
          <p:cNvGrpSpPr/>
          <p:nvPr/>
        </p:nvGrpSpPr>
        <p:grpSpPr>
          <a:xfrm>
            <a:off x="6777918" y="2099848"/>
            <a:ext cx="2547207" cy="2491685"/>
            <a:chOff x="-1323975" y="-266700"/>
            <a:chExt cx="2648100" cy="2762400"/>
          </a:xfrm>
        </p:grpSpPr>
        <p:sp>
          <p:nvSpPr>
            <p:cNvPr id="3936" name="Google Shape;3936;p139"/>
            <p:cNvSpPr/>
            <p:nvPr/>
          </p:nvSpPr>
          <p:spPr>
            <a:xfrm>
              <a:off x="-266700" y="-266700"/>
              <a:ext cx="533400" cy="533400"/>
            </a:xfrm>
            <a:prstGeom prst="ellipse">
              <a:avLst/>
            </a:prstGeom>
            <a:solidFill>
              <a:srgbClr val="10B98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37" name="Google Shape;3937;p139"/>
            <p:cNvSpPr txBox="1"/>
            <p:nvPr/>
          </p:nvSpPr>
          <p:spPr>
            <a:xfrm>
              <a:off x="-190500" y="-190500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268">
                  <a:solidFill>
                    <a:srgbClr val="FFFFFF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explore</a:t>
              </a:r>
              <a:endParaRPr sz="1134"/>
            </a:p>
          </p:txBody>
        </p:sp>
        <p:pic>
          <p:nvPicPr>
            <p:cNvPr id="3938" name="Google Shape;3938;p13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-1323975" y="228600"/>
              <a:ext cx="2648100" cy="22671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39" name="Google Shape;3939;p139"/>
            <p:cNvSpPr txBox="1"/>
            <p:nvPr/>
          </p:nvSpPr>
          <p:spPr>
            <a:xfrm>
              <a:off x="-904875" y="571500"/>
              <a:ext cx="1809600" cy="14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53">
                  <a:solidFill>
                    <a:srgbClr val="10B981"/>
                  </a:solidFill>
                  <a:latin typeface="Epilogue"/>
                  <a:ea typeface="Epilogue"/>
                  <a:cs typeface="Epilogue"/>
                  <a:sym typeface="Epilogue"/>
                </a:rPr>
                <a:t>03 / Direction</a:t>
              </a:r>
              <a:endParaRPr b="1" sz="1053">
                <a:solidFill>
                  <a:srgbClr val="10B981"/>
                </a:solidFill>
                <a:latin typeface="Epilogue"/>
                <a:ea typeface="Epilogue"/>
                <a:cs typeface="Epilogue"/>
                <a:sym typeface="Epilogue"/>
              </a:endParaRPr>
            </a:p>
            <a:p>
              <a:pPr indent="0" lvl="0" marL="0" rtl="0" algn="l">
                <a:spcBef>
                  <a:spcPts val="365"/>
                </a:spcBef>
                <a:spcAft>
                  <a:spcPts val="0"/>
                </a:spcAft>
                <a:buNone/>
              </a:pPr>
              <a:r>
                <a:rPr b="1" lang="en" sz="851">
                  <a:solidFill>
                    <a:srgbClr val="555555"/>
                  </a:solidFill>
                  <a:latin typeface="Lato"/>
                  <a:ea typeface="Lato"/>
                  <a:cs typeface="Lato"/>
                  <a:sym typeface="Lato"/>
                </a:rPr>
                <a:t>The Future Roadmap:</a:t>
              </a:r>
              <a:r>
                <a:rPr b="0" lang="en" sz="851">
                  <a:solidFill>
                    <a:srgbClr val="555555"/>
                  </a:solidFill>
                  <a:latin typeface="Lato"/>
                  <a:ea typeface="Lato"/>
                  <a:cs typeface="Lato"/>
                  <a:sym typeface="Lato"/>
                </a:rPr>
                <a:t> The infrastructure is now validated</a:t>
              </a:r>
              <a:r>
                <a:rPr lang="en" sz="851">
                  <a:solidFill>
                    <a:srgbClr val="555555"/>
                  </a:solidFill>
                  <a:latin typeface="Lato"/>
                  <a:ea typeface="Lato"/>
                  <a:cs typeface="Lato"/>
                  <a:sym typeface="Lato"/>
                </a:rPr>
                <a:t>. The next steps are to integrate strict security protocols into the program to ensure safe usage of the FPGA Farm.</a:t>
              </a:r>
              <a:endParaRPr sz="851">
                <a:solidFill>
                  <a:srgbClr val="555555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43" name="Shape 39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4" name="Google Shape;3944;p140"/>
          <p:cNvSpPr txBox="1"/>
          <p:nvPr/>
        </p:nvSpPr>
        <p:spPr>
          <a:xfrm>
            <a:off x="720000" y="1301138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rgbClr val="35363B"/>
                </a:solidFill>
                <a:latin typeface="Epilogue"/>
                <a:ea typeface="Epilogue"/>
                <a:cs typeface="Epilogue"/>
                <a:sym typeface="Epilogue"/>
              </a:rPr>
              <a:t>Thank You!</a:t>
            </a:r>
            <a:endParaRPr b="1" sz="3000">
              <a:solidFill>
                <a:srgbClr val="35363B"/>
              </a:solidFill>
              <a:latin typeface="Epilogue"/>
              <a:ea typeface="Epilogue"/>
              <a:cs typeface="Epilogue"/>
              <a:sym typeface="Epilogue"/>
            </a:endParaRPr>
          </a:p>
        </p:txBody>
      </p:sp>
      <p:cxnSp>
        <p:nvCxnSpPr>
          <p:cNvPr id="3945" name="Google Shape;3945;p140"/>
          <p:cNvCxnSpPr/>
          <p:nvPr/>
        </p:nvCxnSpPr>
        <p:spPr>
          <a:xfrm>
            <a:off x="-30750" y="1284575"/>
            <a:ext cx="9205500" cy="0"/>
          </a:xfrm>
          <a:prstGeom prst="straightConnector1">
            <a:avLst/>
          </a:prstGeom>
          <a:noFill/>
          <a:ln cap="flat" cmpd="sng" w="28575">
            <a:solidFill>
              <a:srgbClr val="D9DDE3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3946" name="Google Shape;3946;p1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93625" y="139001"/>
            <a:ext cx="1146435" cy="939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47" name="Google Shape;3947;p14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1825" y="139000"/>
            <a:ext cx="1659145" cy="939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48" name="Google Shape;3948;p14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12800" y="2096075"/>
            <a:ext cx="1715050" cy="228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49" name="Google Shape;3949;p140"/>
          <p:cNvPicPr preferRelativeResize="0"/>
          <p:nvPr/>
        </p:nvPicPr>
        <p:blipFill rotWithShape="1">
          <a:blip r:embed="rId6">
            <a:alphaModFix/>
          </a:blip>
          <a:srcRect b="10096" l="10419" r="7479" t="0"/>
          <a:stretch/>
        </p:blipFill>
        <p:spPr>
          <a:xfrm>
            <a:off x="5739275" y="2071225"/>
            <a:ext cx="1659150" cy="2222651"/>
          </a:xfrm>
          <a:prstGeom prst="rect">
            <a:avLst/>
          </a:prstGeom>
          <a:noFill/>
          <a:ln>
            <a:noFill/>
          </a:ln>
        </p:spPr>
      </p:pic>
      <p:sp>
        <p:nvSpPr>
          <p:cNvPr id="3950" name="Google Shape;3950;p140"/>
          <p:cNvSpPr txBox="1"/>
          <p:nvPr/>
        </p:nvSpPr>
        <p:spPr>
          <a:xfrm>
            <a:off x="1112425" y="4491250"/>
            <a:ext cx="2515800" cy="4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9900"/>
                </a:solidFill>
                <a:latin typeface="Lato"/>
                <a:ea typeface="Lato"/>
                <a:cs typeface="Lato"/>
                <a:sym typeface="Lato"/>
              </a:rPr>
              <a:t>Pedro Antonio Casanova Martin</a:t>
            </a:r>
            <a:endParaRPr sz="1200">
              <a:solidFill>
                <a:srgbClr val="FF99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951" name="Google Shape;3951;p140"/>
          <p:cNvSpPr txBox="1"/>
          <p:nvPr/>
        </p:nvSpPr>
        <p:spPr>
          <a:xfrm>
            <a:off x="5326350" y="4491250"/>
            <a:ext cx="2515800" cy="4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9900"/>
                </a:solidFill>
                <a:latin typeface="Lato"/>
                <a:ea typeface="Lato"/>
                <a:cs typeface="Lato"/>
                <a:sym typeface="Lato"/>
              </a:rPr>
              <a:t>Samip Bhattarai</a:t>
            </a:r>
            <a:endParaRPr sz="1200">
              <a:solidFill>
                <a:srgbClr val="FF9900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3952" name="Google Shape;3952;p14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516662" y="2026238"/>
            <a:ext cx="1949201" cy="23126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3956" name="Shape 39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7" name="Google Shape;3957;p141"/>
          <p:cNvSpPr txBox="1"/>
          <p:nvPr>
            <p:ph type="title"/>
          </p:nvPr>
        </p:nvSpPr>
        <p:spPr>
          <a:xfrm>
            <a:off x="565900" y="8587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FPGA Farm </a:t>
            </a:r>
            <a:r>
              <a:rPr lang="en"/>
              <a:t>Infrastructure</a:t>
            </a:r>
            <a:endParaRPr/>
          </a:p>
        </p:txBody>
      </p:sp>
      <p:sp>
        <p:nvSpPr>
          <p:cNvPr id="3958" name="Google Shape;3958;p141"/>
          <p:cNvSpPr txBox="1"/>
          <p:nvPr>
            <p:ph idx="4" type="subTitle"/>
          </p:nvPr>
        </p:nvSpPr>
        <p:spPr>
          <a:xfrm>
            <a:off x="290725" y="553600"/>
            <a:ext cx="2880300" cy="573600"/>
          </a:xfrm>
          <a:prstGeom prst="rect">
            <a:avLst/>
          </a:prstGeom>
        </p:spPr>
        <p:txBody>
          <a:bodyPr anchorCtr="0" anchor="b" bIns="91550" lIns="91550" spcFirstLastPara="1" rIns="91550" wrap="square" tIns="915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3"/>
              <a:t>Potential Problems</a:t>
            </a:r>
            <a:endParaRPr sz="1803"/>
          </a:p>
        </p:txBody>
      </p:sp>
      <p:sp>
        <p:nvSpPr>
          <p:cNvPr id="3959" name="Google Shape;3959;p141"/>
          <p:cNvSpPr txBox="1"/>
          <p:nvPr>
            <p:ph idx="1" type="subTitle"/>
          </p:nvPr>
        </p:nvSpPr>
        <p:spPr>
          <a:xfrm>
            <a:off x="290725" y="1071925"/>
            <a:ext cx="5261100" cy="3372900"/>
          </a:xfrm>
          <a:prstGeom prst="rect">
            <a:avLst/>
          </a:prstGeom>
        </p:spPr>
        <p:txBody>
          <a:bodyPr anchorCtr="0" anchor="t" bIns="91550" lIns="91550" spcFirstLastPara="1" rIns="91550" wrap="square" tIns="91550">
            <a:noAutofit/>
          </a:bodyPr>
          <a:lstStyle/>
          <a:p>
            <a:pPr indent="-317965" lvl="0" marL="457871" rtl="0" algn="l">
              <a:spcBef>
                <a:spcPts val="0"/>
              </a:spcBef>
              <a:spcAft>
                <a:spcPts val="0"/>
              </a:spcAft>
              <a:buSzPts val="1402"/>
              <a:buChar char="-"/>
            </a:pPr>
            <a:r>
              <a:rPr b="1" lang="en" sz="1402"/>
              <a:t>HPC Hardware Bottleneck: </a:t>
            </a:r>
            <a:r>
              <a:rPr lang="en" sz="1402"/>
              <a:t>Unoptimized job routing restricted overall high-performance computing capabilities.</a:t>
            </a:r>
            <a:endParaRPr sz="1402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2"/>
          </a:p>
          <a:p>
            <a:pPr indent="-317965" lvl="0" marL="457871" rtl="0" algn="l">
              <a:spcBef>
                <a:spcPts val="0"/>
              </a:spcBef>
              <a:spcAft>
                <a:spcPts val="0"/>
              </a:spcAft>
              <a:buSzPts val="1402"/>
              <a:buChar char="-"/>
            </a:pPr>
            <a:r>
              <a:rPr b="1" lang="en" sz="1402"/>
              <a:t>Remote Control</a:t>
            </a:r>
            <a:r>
              <a:rPr b="1" lang="en" sz="1402"/>
              <a:t>: </a:t>
            </a:r>
            <a:r>
              <a:rPr lang="en" sz="1402"/>
              <a:t>No method of controlling FPGA Board remotely</a:t>
            </a:r>
            <a:endParaRPr sz="1402"/>
          </a:p>
          <a:p>
            <a:pPr indent="0" lvl="0" marL="457871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2"/>
          </a:p>
          <a:p>
            <a:pPr indent="-317965" lvl="0" marL="457871" rtl="0" algn="l">
              <a:spcBef>
                <a:spcPts val="0"/>
              </a:spcBef>
              <a:spcAft>
                <a:spcPts val="0"/>
              </a:spcAft>
              <a:buSzPts val="1402"/>
              <a:buChar char="-"/>
            </a:pPr>
            <a:r>
              <a:rPr b="1" lang="en" sz="1402"/>
              <a:t>Lacked centralized traffic </a:t>
            </a:r>
            <a:r>
              <a:rPr b="1" lang="en" sz="1402"/>
              <a:t>control: </a:t>
            </a:r>
            <a:r>
              <a:rPr lang="en" sz="1402"/>
              <a:t>Job routing and hardware status tracking were decentralized.</a:t>
            </a:r>
            <a:endParaRPr sz="1402"/>
          </a:p>
          <a:p>
            <a:pPr indent="0" lvl="0" marL="457871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2"/>
          </a:p>
          <a:p>
            <a:pPr indent="-317965" lvl="0" marL="457871" rtl="0" algn="l">
              <a:spcBef>
                <a:spcPts val="0"/>
              </a:spcBef>
              <a:spcAft>
                <a:spcPts val="0"/>
              </a:spcAft>
              <a:buSzPts val="1402"/>
              <a:buChar char="-"/>
            </a:pPr>
            <a:r>
              <a:rPr b="1" lang="en" sz="1402"/>
              <a:t>Inefficient Manual Allocation: </a:t>
            </a:r>
            <a:r>
              <a:rPr lang="en" sz="1402"/>
              <a:t>Manually </a:t>
            </a:r>
            <a:r>
              <a:rPr lang="en" sz="1402"/>
              <a:t>identifying</a:t>
            </a:r>
            <a:r>
              <a:rPr lang="en" sz="1402"/>
              <a:t> and selecting  boards resulted in boards being overridden.</a:t>
            </a:r>
            <a:endParaRPr sz="1402"/>
          </a:p>
          <a:p>
            <a:pPr indent="0" lvl="0" marL="457871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2"/>
          </a:p>
          <a:p>
            <a:pPr indent="-317965" lvl="0" marL="457871" rtl="0" algn="l">
              <a:spcBef>
                <a:spcPts val="0"/>
              </a:spcBef>
              <a:spcAft>
                <a:spcPts val="0"/>
              </a:spcAft>
              <a:buSzPts val="1402"/>
              <a:buChar char="-"/>
            </a:pPr>
            <a:r>
              <a:rPr b="1" lang="en" sz="1402"/>
              <a:t>Concurrency Failures</a:t>
            </a:r>
            <a:r>
              <a:rPr b="1" lang="en" sz="1402"/>
              <a:t>: </a:t>
            </a:r>
            <a:r>
              <a:rPr lang="en" sz="1402"/>
              <a:t>Simultaneous job submissions to the same hardware targets resulted in bitstream corruption and crashes.</a:t>
            </a:r>
            <a:endParaRPr sz="1402"/>
          </a:p>
          <a:p>
            <a:pPr indent="0" lvl="0" marL="457871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2"/>
          </a:p>
          <a:p>
            <a:pPr indent="-317965" lvl="0" marL="457871" rtl="0" algn="l">
              <a:spcBef>
                <a:spcPts val="0"/>
              </a:spcBef>
              <a:spcAft>
                <a:spcPts val="0"/>
              </a:spcAft>
              <a:buSzPts val="1402"/>
              <a:buChar char="-"/>
            </a:pPr>
            <a:r>
              <a:rPr b="1" lang="en" sz="1402"/>
              <a:t>Restricted Scalability:  </a:t>
            </a:r>
            <a:r>
              <a:rPr lang="en" sz="1402"/>
              <a:t>The integration of different FPGA board architectures were not supported.</a:t>
            </a:r>
            <a:endParaRPr sz="1402"/>
          </a:p>
          <a:p>
            <a:pPr indent="0" lvl="0" marL="457871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2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2"/>
          </a:p>
        </p:txBody>
      </p:sp>
      <p:pic>
        <p:nvPicPr>
          <p:cNvPr id="3960" name="Google Shape;3960;p1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93225" y="624475"/>
            <a:ext cx="1950525" cy="42677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3964" name="Shape 39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5" name="Google Shape;3965;p142"/>
          <p:cNvSpPr txBox="1"/>
          <p:nvPr>
            <p:ph idx="4" type="subTitle"/>
          </p:nvPr>
        </p:nvSpPr>
        <p:spPr>
          <a:xfrm>
            <a:off x="159725" y="1017725"/>
            <a:ext cx="2880300" cy="573600"/>
          </a:xfrm>
          <a:prstGeom prst="rect">
            <a:avLst/>
          </a:prstGeom>
        </p:spPr>
        <p:txBody>
          <a:bodyPr anchorCtr="0" anchor="b" bIns="91550" lIns="91550" spcFirstLastPara="1" rIns="91550" wrap="square" tIns="915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3"/>
              <a:t>Pipeline</a:t>
            </a:r>
            <a:endParaRPr sz="1803"/>
          </a:p>
        </p:txBody>
      </p:sp>
      <p:sp>
        <p:nvSpPr>
          <p:cNvPr id="3966" name="Google Shape;3966;p142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FPGA Farm Infrastructure</a:t>
            </a:r>
            <a:endParaRPr/>
          </a:p>
        </p:txBody>
      </p:sp>
      <p:sp>
        <p:nvSpPr>
          <p:cNvPr id="3967" name="Google Shape;3967;p142"/>
          <p:cNvSpPr txBox="1"/>
          <p:nvPr>
            <p:ph idx="1" type="subTitle"/>
          </p:nvPr>
        </p:nvSpPr>
        <p:spPr>
          <a:xfrm>
            <a:off x="159735" y="1591332"/>
            <a:ext cx="2880300" cy="2349600"/>
          </a:xfrm>
          <a:prstGeom prst="rect">
            <a:avLst/>
          </a:prstGeom>
        </p:spPr>
        <p:txBody>
          <a:bodyPr anchorCtr="0" anchor="t" bIns="91550" lIns="91550" spcFirstLastPara="1" rIns="91550" wrap="square" tIns="91550">
            <a:noAutofit/>
          </a:bodyPr>
          <a:lstStyle/>
          <a:p>
            <a:pPr indent="-317965" lvl="0" marL="457871" rtl="0" algn="l">
              <a:spcBef>
                <a:spcPts val="0"/>
              </a:spcBef>
              <a:spcAft>
                <a:spcPts val="0"/>
              </a:spcAft>
              <a:buSzPts val="1402"/>
              <a:buChar char="-"/>
            </a:pPr>
            <a:r>
              <a:rPr lang="en" sz="1402"/>
              <a:t>Host Operating System: Ubuntu PC as a node</a:t>
            </a:r>
            <a:endParaRPr sz="1402"/>
          </a:p>
          <a:p>
            <a:pPr indent="0" lvl="0" marL="457871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2"/>
          </a:p>
          <a:p>
            <a:pPr indent="-317965" lvl="0" marL="457871" rtl="0" algn="l">
              <a:spcBef>
                <a:spcPts val="0"/>
              </a:spcBef>
              <a:spcAft>
                <a:spcPts val="0"/>
              </a:spcAft>
              <a:buSzPts val="1402"/>
              <a:buChar char="-"/>
            </a:pPr>
            <a:r>
              <a:rPr lang="en" sz="1402"/>
              <a:t>Network Access: NetBird VPN and OpenSSH </a:t>
            </a:r>
            <a:endParaRPr sz="1402"/>
          </a:p>
          <a:p>
            <a:pPr indent="0" lvl="0" marL="457871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2"/>
          </a:p>
          <a:p>
            <a:pPr indent="-317965" lvl="0" marL="457871" rtl="0" algn="l">
              <a:spcBef>
                <a:spcPts val="0"/>
              </a:spcBef>
              <a:spcAft>
                <a:spcPts val="0"/>
              </a:spcAft>
              <a:buSzPts val="1402"/>
              <a:buChar char="-"/>
            </a:pPr>
            <a:r>
              <a:rPr lang="en" sz="1402"/>
              <a:t>FPGA Programming: Utilizes Paramiko to execute remote Quartus commands</a:t>
            </a:r>
            <a:endParaRPr sz="1402"/>
          </a:p>
          <a:p>
            <a:pPr indent="0" lvl="0" marL="457871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2"/>
          </a:p>
          <a:p>
            <a:pPr indent="-317965" lvl="0" marL="457871" rtl="0" algn="l">
              <a:spcBef>
                <a:spcPts val="0"/>
              </a:spcBef>
              <a:spcAft>
                <a:spcPts val="0"/>
              </a:spcAft>
              <a:buSzPts val="1402"/>
              <a:buChar char="-"/>
            </a:pPr>
            <a:r>
              <a:rPr lang="en" sz="1402"/>
              <a:t>File Transfer: Compiled bitstream files scraped through Users directory and uploaded via SFTP protocol</a:t>
            </a:r>
            <a:endParaRPr sz="1402"/>
          </a:p>
        </p:txBody>
      </p:sp>
      <p:pic>
        <p:nvPicPr>
          <p:cNvPr id="3968" name="Google Shape;3968;p142"/>
          <p:cNvPicPr preferRelativeResize="0"/>
          <p:nvPr/>
        </p:nvPicPr>
        <p:blipFill rotWithShape="1">
          <a:blip r:embed="rId3">
            <a:alphaModFix/>
          </a:blip>
          <a:srcRect b="6535" l="0" r="0" t="6682"/>
          <a:stretch/>
        </p:blipFill>
        <p:spPr>
          <a:xfrm>
            <a:off x="3486699" y="1175650"/>
            <a:ext cx="1898863" cy="3582500"/>
          </a:xfrm>
          <a:prstGeom prst="rect">
            <a:avLst/>
          </a:prstGeom>
          <a:noFill/>
          <a:ln>
            <a:noFill/>
          </a:ln>
        </p:spPr>
      </p:pic>
      <p:sp>
        <p:nvSpPr>
          <p:cNvPr id="3969" name="Google Shape;3969;p142"/>
          <p:cNvSpPr txBox="1"/>
          <p:nvPr>
            <p:ph idx="4" type="subTitle"/>
          </p:nvPr>
        </p:nvSpPr>
        <p:spPr>
          <a:xfrm>
            <a:off x="5556675" y="1017725"/>
            <a:ext cx="2880300" cy="573600"/>
          </a:xfrm>
          <a:prstGeom prst="rect">
            <a:avLst/>
          </a:prstGeom>
        </p:spPr>
        <p:txBody>
          <a:bodyPr anchorCtr="0" anchor="b" bIns="91550" lIns="91550" spcFirstLastPara="1" rIns="91550" wrap="square" tIns="915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3"/>
              <a:t>Potential Problems</a:t>
            </a:r>
            <a:endParaRPr sz="1803"/>
          </a:p>
        </p:txBody>
      </p:sp>
      <p:sp>
        <p:nvSpPr>
          <p:cNvPr id="3970" name="Google Shape;3970;p142"/>
          <p:cNvSpPr txBox="1"/>
          <p:nvPr>
            <p:ph idx="1" type="subTitle"/>
          </p:nvPr>
        </p:nvSpPr>
        <p:spPr>
          <a:xfrm>
            <a:off x="5556675" y="1591325"/>
            <a:ext cx="2880300" cy="2971200"/>
          </a:xfrm>
          <a:prstGeom prst="rect">
            <a:avLst/>
          </a:prstGeom>
        </p:spPr>
        <p:txBody>
          <a:bodyPr anchorCtr="0" anchor="t" bIns="91550" lIns="91550" spcFirstLastPara="1" rIns="91550" wrap="square" tIns="91550">
            <a:noAutofit/>
          </a:bodyPr>
          <a:lstStyle/>
          <a:p>
            <a:pPr indent="-317965" lvl="0" marL="457871" rtl="0" algn="l">
              <a:spcBef>
                <a:spcPts val="0"/>
              </a:spcBef>
              <a:spcAft>
                <a:spcPts val="0"/>
              </a:spcAft>
              <a:buSzPts val="1402"/>
              <a:buChar char="-"/>
            </a:pPr>
            <a:r>
              <a:rPr lang="en" sz="1402"/>
              <a:t>HPC Hardware Bottleneck</a:t>
            </a:r>
            <a:endParaRPr sz="1402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2"/>
          </a:p>
          <a:p>
            <a:pPr indent="-317965" lvl="0" marL="457871" rtl="0" algn="l">
              <a:spcBef>
                <a:spcPts val="0"/>
              </a:spcBef>
              <a:spcAft>
                <a:spcPts val="0"/>
              </a:spcAft>
              <a:buSzPts val="1402"/>
              <a:buChar char="-"/>
            </a:pPr>
            <a:r>
              <a:rPr lang="en" sz="1402"/>
              <a:t>Lacked centralized traffic control.</a:t>
            </a:r>
            <a:endParaRPr sz="1402"/>
          </a:p>
          <a:p>
            <a:pPr indent="0" lvl="0" marL="457871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2"/>
          </a:p>
          <a:p>
            <a:pPr indent="-317965" lvl="0" marL="457871" rtl="0" algn="l">
              <a:spcBef>
                <a:spcPts val="0"/>
              </a:spcBef>
              <a:spcAft>
                <a:spcPts val="0"/>
              </a:spcAft>
              <a:buSzPts val="1402"/>
              <a:buChar char="-"/>
            </a:pPr>
            <a:r>
              <a:rPr lang="en" sz="1402"/>
              <a:t>Users must manually choose for boards.</a:t>
            </a:r>
            <a:endParaRPr sz="1402"/>
          </a:p>
          <a:p>
            <a:pPr indent="0" lvl="0" marL="457871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2"/>
          </a:p>
          <a:p>
            <a:pPr indent="-317965" lvl="0" marL="457871" rtl="0" algn="l">
              <a:spcBef>
                <a:spcPts val="0"/>
              </a:spcBef>
              <a:spcAft>
                <a:spcPts val="0"/>
              </a:spcAft>
              <a:buSzPts val="1402"/>
              <a:buChar char="-"/>
            </a:pPr>
            <a:r>
              <a:rPr lang="en" sz="1402"/>
              <a:t>Simultaneous job deployments to the same board cause crashes and corrupted deployments.</a:t>
            </a:r>
            <a:endParaRPr sz="1402"/>
          </a:p>
          <a:p>
            <a:pPr indent="0" lvl="0" marL="457871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2"/>
          </a:p>
          <a:p>
            <a:pPr indent="-317965" lvl="0" marL="457871" rtl="0" algn="l">
              <a:spcBef>
                <a:spcPts val="0"/>
              </a:spcBef>
              <a:spcAft>
                <a:spcPts val="0"/>
              </a:spcAft>
              <a:buSzPts val="1402"/>
              <a:buChar char="-"/>
            </a:pPr>
            <a:r>
              <a:rPr lang="en" sz="1402"/>
              <a:t>No room for Scalability.</a:t>
            </a:r>
            <a:endParaRPr sz="1402"/>
          </a:p>
          <a:p>
            <a:pPr indent="0" lvl="0" marL="457871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2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2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3974" name="Shape 39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5" name="Google Shape;3975;p143"/>
          <p:cNvSpPr txBox="1"/>
          <p:nvPr>
            <p:ph type="title"/>
          </p:nvPr>
        </p:nvSpPr>
        <p:spPr>
          <a:xfrm>
            <a:off x="449550" y="198075"/>
            <a:ext cx="7678500" cy="55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FPGA Boards on the farm</a:t>
            </a:r>
            <a:endParaRPr/>
          </a:p>
        </p:txBody>
      </p:sp>
      <p:graphicFrame>
        <p:nvGraphicFramePr>
          <p:cNvPr id="3976" name="Google Shape;3976;p143"/>
          <p:cNvGraphicFramePr/>
          <p:nvPr/>
        </p:nvGraphicFramePr>
        <p:xfrm>
          <a:off x="340038" y="10322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{260053BB-8ECE-46CB-995A-7D944D0DFEF2}</a:tableStyleId>
              </a:tblPr>
              <a:tblGrid>
                <a:gridCol w="1459500"/>
                <a:gridCol w="1405775"/>
                <a:gridCol w="1602775"/>
                <a:gridCol w="3760675"/>
              </a:tblGrid>
              <a:tr h="4514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chemeClr val="dk1"/>
                          </a:solidFill>
                        </a:rPr>
                        <a:t>Specification</a:t>
                      </a:r>
                      <a:endParaRPr b="1" sz="1100">
                        <a:solidFill>
                          <a:schemeClr val="dk1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chemeClr val="dk1"/>
                          </a:solidFill>
                        </a:rPr>
                        <a:t>DE1-SoC (Cyclone V)</a:t>
                      </a:r>
                      <a:endParaRPr b="1" sz="1100">
                        <a:solidFill>
                          <a:schemeClr val="dk1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chemeClr val="dk1"/>
                          </a:solidFill>
                        </a:rPr>
                        <a:t>Agilex 10 (HPC Node)</a:t>
                      </a:r>
                      <a:endParaRPr b="1" sz="1100">
                        <a:solidFill>
                          <a:schemeClr val="dk1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chemeClr val="dk1"/>
                          </a:solidFill>
                        </a:rPr>
                        <a:t>The System Impact</a:t>
                      </a:r>
                      <a:endParaRPr b="1" sz="1100">
                        <a:solidFill>
                          <a:schemeClr val="dk1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</a:tr>
              <a:tr h="4514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chemeClr val="dk1"/>
                          </a:solidFill>
                        </a:rPr>
                        <a:t>Logic Capacity</a:t>
                      </a:r>
                      <a:endParaRPr b="1" sz="1100">
                        <a:solidFill>
                          <a:schemeClr val="dk1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</a:rPr>
                        <a:t>~32,000 ALMs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</a:rPr>
                        <a:t>1,000,000+ ALMs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chemeClr val="dk1"/>
                          </a:solidFill>
                        </a:rPr>
                        <a:t>Static Power:</a:t>
                      </a:r>
                      <a:r>
                        <a:rPr lang="en" sz="1100">
                          <a:solidFill>
                            <a:schemeClr val="dk1"/>
                          </a:solidFill>
                        </a:rPr>
                        <a:t> Massive baseline static power leakage if Agilex is powered on for simple logic.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</a:tr>
              <a:tr h="4514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chemeClr val="dk1"/>
                          </a:solidFill>
                        </a:rPr>
                        <a:t>DSP BLOCKS</a:t>
                      </a:r>
                      <a:endParaRPr b="1" sz="1100">
                        <a:solidFill>
                          <a:schemeClr val="dk1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87 DSP blocks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4,510 DSP blocks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Resource Mismatch:</a:t>
                      </a:r>
                      <a:r>
                        <a:rPr lang="en" sz="1100"/>
                        <a:t> Routing a task with modest DSP needs (&lt;87) to the Agilex wastes over 4,400 unused multiplier blocks silicon and power committed for no computational gain. </a:t>
                      </a:r>
                      <a:endParaRPr b="1" sz="1100">
                        <a:solidFill>
                          <a:schemeClr val="dk1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</a:tr>
              <a:tr h="3358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chemeClr val="dk1"/>
                          </a:solidFill>
                        </a:rPr>
                        <a:t>On-Board Memory</a:t>
                      </a:r>
                      <a:endParaRPr b="1" sz="1100">
                        <a:solidFill>
                          <a:schemeClr val="dk1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</a:rPr>
                        <a:t>64MB SDRAM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</a:rPr>
                        <a:t>32GB DDR4 (680 Gbps)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chemeClr val="dk1"/>
                          </a:solidFill>
                        </a:rPr>
                        <a:t>Dynamic Power:</a:t>
                      </a:r>
                      <a:r>
                        <a:rPr lang="en" sz="1100">
                          <a:solidFill>
                            <a:schemeClr val="dk1"/>
                          </a:solidFill>
                        </a:rPr>
                        <a:t> Wasted dynamic power keeping a massive 680 Gbps memory bus awake for tiny workloads.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</a:tr>
              <a:tr h="5884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chemeClr val="dk1"/>
                          </a:solidFill>
                        </a:rPr>
                        <a:t>Configuration Overhead</a:t>
                      </a:r>
                      <a:endParaRPr b="1" sz="1100">
                        <a:solidFill>
                          <a:schemeClr val="dk1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</a:rPr>
                        <a:t>Tiny </a:t>
                      </a:r>
                      <a:r>
                        <a:rPr lang="en" sz="1150">
                          <a:solidFill>
                            <a:schemeClr val="dk1"/>
                          </a:solidFill>
                        </a:rPr>
                        <a:t>.sof</a:t>
                      </a:r>
                      <a:r>
                        <a:rPr lang="en" sz="1100">
                          <a:solidFill>
                            <a:schemeClr val="dk1"/>
                          </a:solidFill>
                        </a:rPr>
                        <a:t> file (1-2s JTAG flash)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</a:rPr>
                        <a:t>Massive </a:t>
                      </a:r>
                      <a:r>
                        <a:rPr lang="en" sz="1150">
                          <a:solidFill>
                            <a:schemeClr val="dk1"/>
                          </a:solidFill>
                        </a:rPr>
                        <a:t>.sof</a:t>
                      </a:r>
                      <a:r>
                        <a:rPr lang="en" sz="1100">
                          <a:solidFill>
                            <a:schemeClr val="dk1"/>
                          </a:solidFill>
                        </a:rPr>
                        <a:t> file (Long JTAG flash)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chemeClr val="dk1"/>
                          </a:solidFill>
                        </a:rPr>
                        <a:t>Queue Saturation:</a:t>
                      </a:r>
                      <a:r>
                        <a:rPr lang="en" sz="1100">
                          <a:solidFill>
                            <a:schemeClr val="dk1"/>
                          </a:solidFill>
                        </a:rPr>
                        <a:t> Forcing the server to flash a massive Agilex bitstream for a tiny task instantly backs up the waitlist.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</a:tr>
            </a:tbl>
          </a:graphicData>
        </a:graphic>
      </p:graphicFrame>
      <p:sp>
        <p:nvSpPr>
          <p:cNvPr id="3977" name="Google Shape;3977;p143"/>
          <p:cNvSpPr txBox="1"/>
          <p:nvPr/>
        </p:nvSpPr>
        <p:spPr>
          <a:xfrm>
            <a:off x="161100" y="4512750"/>
            <a:ext cx="8821800" cy="51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[1] Terasic Technologies, “DE-Agilex 10 User Manual,” 2023. [Online]. Available: https://www.terasic.com</a:t>
            </a:r>
            <a:endParaRPr sz="1000"/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[2] Terasic Technologies, “DE1-SoC User Manual,” 2023. [Online]. Available: https://www.terasic.com</a:t>
            </a:r>
            <a:endParaRPr sz="10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3981" name="Shape 39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2" name="Google Shape;3982;p14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FPGA AGILEX</a:t>
            </a:r>
            <a:endParaRPr/>
          </a:p>
        </p:txBody>
      </p:sp>
      <p:sp>
        <p:nvSpPr>
          <p:cNvPr id="3983" name="Google Shape;3983;p144"/>
          <p:cNvSpPr txBox="1"/>
          <p:nvPr>
            <p:ph idx="3" type="subTitle"/>
          </p:nvPr>
        </p:nvSpPr>
        <p:spPr>
          <a:xfrm>
            <a:off x="720011" y="970675"/>
            <a:ext cx="33843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Agilex 7 Setup </a:t>
            </a:r>
            <a:r>
              <a:rPr lang="en"/>
              <a:t>Challenge</a:t>
            </a:r>
            <a:endParaRPr/>
          </a:p>
        </p:txBody>
      </p:sp>
      <p:pic>
        <p:nvPicPr>
          <p:cNvPr descr="image.png" id="3984" name="Google Shape;3984;p1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53238" y="1662775"/>
            <a:ext cx="2691616" cy="2794575"/>
          </a:xfrm>
          <a:prstGeom prst="rect">
            <a:avLst/>
          </a:prstGeom>
          <a:noFill/>
          <a:ln>
            <a:noFill/>
          </a:ln>
        </p:spPr>
      </p:pic>
      <p:sp>
        <p:nvSpPr>
          <p:cNvPr id="3985" name="Google Shape;3985;p144"/>
          <p:cNvSpPr txBox="1"/>
          <p:nvPr/>
        </p:nvSpPr>
        <p:spPr>
          <a:xfrm>
            <a:off x="4197104" y="2596750"/>
            <a:ext cx="603900" cy="28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53">
                <a:solidFill>
                  <a:srgbClr val="FFF2CC"/>
                </a:solidFill>
                <a:latin typeface="Urbanist"/>
                <a:ea typeface="Urbanist"/>
                <a:cs typeface="Urbanist"/>
                <a:sym typeface="Urbanist"/>
              </a:rPr>
              <a:t>SDM</a:t>
            </a:r>
            <a:endParaRPr sz="1081">
              <a:solidFill>
                <a:srgbClr val="FFF2CC"/>
              </a:solidFill>
            </a:endParaRPr>
          </a:p>
        </p:txBody>
      </p:sp>
      <p:sp>
        <p:nvSpPr>
          <p:cNvPr id="3986" name="Google Shape;3986;p144"/>
          <p:cNvSpPr txBox="1"/>
          <p:nvPr/>
        </p:nvSpPr>
        <p:spPr>
          <a:xfrm>
            <a:off x="3053502" y="2986525"/>
            <a:ext cx="2891100" cy="145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5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System controller</a:t>
            </a:r>
            <a:r>
              <a:rPr lang="en" sz="135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 that mandates explicit Voltage Identification (VID) and security handshakes to initialize the FPGA and ensure operational integrity. </a:t>
            </a:r>
            <a:endParaRPr sz="135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pic>
        <p:nvPicPr>
          <p:cNvPr descr="image.png" id="3987" name="Google Shape;3987;p14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89463" y="1939438"/>
            <a:ext cx="41910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988" name="Google Shape;3988;p1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39187" y="1662775"/>
            <a:ext cx="2691616" cy="2794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989" name="Google Shape;3989;p14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110724" y="1939451"/>
            <a:ext cx="748575" cy="696950"/>
          </a:xfrm>
          <a:prstGeom prst="rect">
            <a:avLst/>
          </a:prstGeom>
          <a:noFill/>
          <a:ln>
            <a:noFill/>
          </a:ln>
        </p:spPr>
      </p:pic>
      <p:sp>
        <p:nvSpPr>
          <p:cNvPr id="3990" name="Google Shape;3990;p144"/>
          <p:cNvSpPr txBox="1"/>
          <p:nvPr/>
        </p:nvSpPr>
        <p:spPr>
          <a:xfrm>
            <a:off x="6039450" y="2986525"/>
            <a:ext cx="2891100" cy="132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Altera’s SystemBuilder auto-generates necessary VID assignments to satisfy SDM requirements</a:t>
            </a:r>
            <a:endParaRPr sz="1350"/>
          </a:p>
        </p:txBody>
      </p:sp>
      <p:sp>
        <p:nvSpPr>
          <p:cNvPr id="3991" name="Google Shape;3991;p144"/>
          <p:cNvSpPr txBox="1"/>
          <p:nvPr/>
        </p:nvSpPr>
        <p:spPr>
          <a:xfrm>
            <a:off x="7004989" y="2596750"/>
            <a:ext cx="960000" cy="28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53">
                <a:solidFill>
                  <a:srgbClr val="FFF2CC"/>
                </a:solidFill>
                <a:latin typeface="Urbanist"/>
                <a:ea typeface="Urbanist"/>
                <a:cs typeface="Urbanist"/>
                <a:sym typeface="Urbanist"/>
              </a:rPr>
              <a:t>Solution</a:t>
            </a:r>
            <a:endParaRPr sz="1081">
              <a:solidFill>
                <a:srgbClr val="FFF2CC"/>
              </a:solidFill>
            </a:endParaRPr>
          </a:p>
        </p:txBody>
      </p:sp>
      <p:pic>
        <p:nvPicPr>
          <p:cNvPr descr="image.png" id="3992" name="Google Shape;3992;p1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7038" y="1662775"/>
            <a:ext cx="2691616" cy="2794575"/>
          </a:xfrm>
          <a:prstGeom prst="rect">
            <a:avLst/>
          </a:prstGeom>
          <a:noFill/>
          <a:ln>
            <a:noFill/>
          </a:ln>
        </p:spPr>
      </p:pic>
      <p:sp>
        <p:nvSpPr>
          <p:cNvPr id="3993" name="Google Shape;3993;p144"/>
          <p:cNvSpPr txBox="1"/>
          <p:nvPr/>
        </p:nvSpPr>
        <p:spPr>
          <a:xfrm>
            <a:off x="1209653" y="2596750"/>
            <a:ext cx="806400" cy="28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53">
                <a:solidFill>
                  <a:srgbClr val="FFF2CC"/>
                </a:solidFill>
                <a:latin typeface="Urbanist"/>
                <a:ea typeface="Urbanist"/>
                <a:cs typeface="Urbanist"/>
                <a:sym typeface="Urbanist"/>
              </a:rPr>
              <a:t>PMBus</a:t>
            </a:r>
            <a:endParaRPr sz="1081">
              <a:solidFill>
                <a:srgbClr val="FFF2CC"/>
              </a:solidFill>
            </a:endParaRPr>
          </a:p>
        </p:txBody>
      </p:sp>
      <p:sp>
        <p:nvSpPr>
          <p:cNvPr id="3994" name="Google Shape;3994;p144"/>
          <p:cNvSpPr txBox="1"/>
          <p:nvPr/>
        </p:nvSpPr>
        <p:spPr>
          <a:xfrm>
            <a:off x="281150" y="2922925"/>
            <a:ext cx="2663400" cy="145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5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Communication language</a:t>
            </a:r>
            <a:r>
              <a:rPr lang="en" sz="135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 for digital power regulation; enables precise Voltage Identification (VID) and stabilization of the power network.</a:t>
            </a:r>
            <a:r>
              <a:rPr i="0" lang="en" sz="135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 sz="1350">
              <a:solidFill>
                <a:srgbClr val="FFFFFF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pic>
        <p:nvPicPr>
          <p:cNvPr descr="image.png" id="3995" name="Google Shape;3995;p14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428996" y="1993712"/>
            <a:ext cx="367707" cy="3677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3999" name="Shape 39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0" name="Google Shape;4000;p14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AI Models</a:t>
            </a:r>
            <a:endParaRPr/>
          </a:p>
        </p:txBody>
      </p:sp>
      <p:pic>
        <p:nvPicPr>
          <p:cNvPr id="4001" name="Google Shape;4001;p145"/>
          <p:cNvPicPr preferRelativeResize="0"/>
          <p:nvPr/>
        </p:nvPicPr>
        <p:blipFill rotWithShape="1">
          <a:blip r:embed="rId3">
            <a:alphaModFix/>
          </a:blip>
          <a:srcRect b="30340" l="0" r="63929" t="30123"/>
          <a:stretch/>
        </p:blipFill>
        <p:spPr>
          <a:xfrm>
            <a:off x="312475" y="1220525"/>
            <a:ext cx="848050" cy="929501"/>
          </a:xfrm>
          <a:prstGeom prst="rect">
            <a:avLst/>
          </a:prstGeom>
          <a:noFill/>
          <a:ln>
            <a:noFill/>
          </a:ln>
        </p:spPr>
      </p:pic>
      <p:sp>
        <p:nvSpPr>
          <p:cNvPr id="4002" name="Google Shape;4002;p145"/>
          <p:cNvSpPr txBox="1"/>
          <p:nvPr/>
        </p:nvSpPr>
        <p:spPr>
          <a:xfrm>
            <a:off x="1370600" y="1250550"/>
            <a:ext cx="3341400" cy="82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Qwen 2.5 (7B Parameters)</a:t>
            </a:r>
            <a:endParaRPr b="1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Chose an open sourced general purpose model for its speed and accuracy.</a:t>
            </a:r>
            <a:endParaRPr sz="12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4003" name="Google Shape;4003;p14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4725" y="2265675"/>
            <a:ext cx="1003550" cy="1148650"/>
          </a:xfrm>
          <a:prstGeom prst="rect">
            <a:avLst/>
          </a:prstGeom>
          <a:noFill/>
          <a:ln>
            <a:noFill/>
          </a:ln>
        </p:spPr>
      </p:pic>
      <p:sp>
        <p:nvSpPr>
          <p:cNvPr id="4004" name="Google Shape;4004;p145"/>
          <p:cNvSpPr txBox="1"/>
          <p:nvPr/>
        </p:nvSpPr>
        <p:spPr>
          <a:xfrm>
            <a:off x="1370600" y="2308675"/>
            <a:ext cx="3341400" cy="11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Routing Accuracy (98%)</a:t>
            </a:r>
            <a:endParaRPr b="1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Mix of synthetic and real .flow.rpt files were tested on the model to correctly </a:t>
            </a:r>
            <a:r>
              <a:rPr lang="en"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categorize hardware limits, route tasks, and run safety and efficiency evaluations.</a:t>
            </a:r>
            <a:endParaRPr sz="12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4005" name="Google Shape;4005;p14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12475" y="3529975"/>
            <a:ext cx="848050" cy="1023057"/>
          </a:xfrm>
          <a:prstGeom prst="rect">
            <a:avLst/>
          </a:prstGeom>
          <a:noFill/>
          <a:ln>
            <a:noFill/>
          </a:ln>
        </p:spPr>
      </p:pic>
      <p:sp>
        <p:nvSpPr>
          <p:cNvPr id="4006" name="Google Shape;4006;p145"/>
          <p:cNvSpPr txBox="1"/>
          <p:nvPr/>
        </p:nvSpPr>
        <p:spPr>
          <a:xfrm>
            <a:off x="1351250" y="3690200"/>
            <a:ext cx="3380100" cy="97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Average Response Time (708 ms)</a:t>
            </a:r>
            <a:endParaRPr b="1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A general purpose model was quicker in response compared to a deep reasoning model.</a:t>
            </a:r>
            <a:endParaRPr sz="12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007" name="Google Shape;4007;p145"/>
          <p:cNvSpPr txBox="1"/>
          <p:nvPr/>
        </p:nvSpPr>
        <p:spPr>
          <a:xfrm>
            <a:off x="5354750" y="1074625"/>
            <a:ext cx="30693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Prompt </a:t>
            </a:r>
            <a:r>
              <a:rPr b="1" lang="en" sz="1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Engineering</a:t>
            </a:r>
            <a:endParaRPr b="1" sz="16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008" name="Google Shape;4008;p145"/>
          <p:cNvSpPr txBox="1"/>
          <p:nvPr/>
        </p:nvSpPr>
        <p:spPr>
          <a:xfrm>
            <a:off x="5354750" y="1647325"/>
            <a:ext cx="2865600" cy="29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System Prompting: </a:t>
            </a:r>
            <a:r>
              <a:rPr lang="en"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The model needs a  highly engineered "System Prompt" that acts as a strict rulebook for the AI to follow on every request.</a:t>
            </a:r>
            <a:endParaRPr sz="12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Defining Constraints:</a:t>
            </a:r>
            <a:r>
              <a:rPr lang="en"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The prompt explicitly defines the physical boundaries of the lab (e.g., DE-SoC maximums: 32,000 ALMs, 80 DSPs).</a:t>
            </a:r>
            <a:endParaRPr sz="12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Edge Cases:</a:t>
            </a:r>
            <a:r>
              <a:rPr lang="en"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Common edge cases are defined and the model is forced to output JSON format to catch any edge case errors.</a:t>
            </a:r>
            <a:endParaRPr sz="12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4012" name="Shape 40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13" name="Google Shape;4013;p146"/>
          <p:cNvPicPr preferRelativeResize="0"/>
          <p:nvPr/>
        </p:nvPicPr>
        <p:blipFill rotWithShape="1">
          <a:blip r:embed="rId3">
            <a:alphaModFix/>
          </a:blip>
          <a:srcRect b="2443" l="2245" r="2245" t="1394"/>
          <a:stretch/>
        </p:blipFill>
        <p:spPr>
          <a:xfrm>
            <a:off x="0" y="0"/>
            <a:ext cx="9144000" cy="51423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4017" name="Shape 40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8" name="Google Shape;4018;p147"/>
          <p:cNvSpPr txBox="1"/>
          <p:nvPr>
            <p:ph type="title"/>
          </p:nvPr>
        </p:nvSpPr>
        <p:spPr>
          <a:xfrm>
            <a:off x="110725" y="336200"/>
            <a:ext cx="2369400" cy="67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Results</a:t>
            </a:r>
            <a:endParaRPr/>
          </a:p>
        </p:txBody>
      </p:sp>
      <p:pic>
        <p:nvPicPr>
          <p:cNvPr id="4019" name="Google Shape;4019;p1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013" y="1691360"/>
            <a:ext cx="2663475" cy="2013329"/>
          </a:xfrm>
          <a:prstGeom prst="rect">
            <a:avLst/>
          </a:prstGeom>
          <a:noFill/>
          <a:ln>
            <a:noFill/>
          </a:ln>
        </p:spPr>
      </p:pic>
      <p:pic>
        <p:nvPicPr>
          <p:cNvPr id="4020" name="Google Shape;4020;p14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08625" y="1706213"/>
            <a:ext cx="2663487" cy="19755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021" name="Google Shape;4021;p147"/>
          <p:cNvCxnSpPr>
            <a:stCxn id="4019" idx="3"/>
            <a:endCxn id="4020" idx="1"/>
          </p:cNvCxnSpPr>
          <p:nvPr/>
        </p:nvCxnSpPr>
        <p:spPr>
          <a:xfrm flipH="1" rot="10800000">
            <a:off x="2709488" y="2694125"/>
            <a:ext cx="299100" cy="3900"/>
          </a:xfrm>
          <a:prstGeom prst="straightConnector1">
            <a:avLst/>
          </a:prstGeom>
          <a:noFill/>
          <a:ln cap="flat" cmpd="sng" w="28575">
            <a:solidFill>
              <a:schemeClr val="lt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4022" name="Google Shape;4022;p14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835600" y="1702250"/>
            <a:ext cx="3439750" cy="1096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23" name="Google Shape;4023;p14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835600" y="2798908"/>
            <a:ext cx="3439749" cy="9137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ultimedia Software Pitch Deck by Slidesgo">
  <a:themeElements>
    <a:clrScheme name="Simple Light">
      <a:dk1>
        <a:srgbClr val="35363B"/>
      </a:dk1>
      <a:lt1>
        <a:srgbClr val="F3F3F3"/>
      </a:lt1>
      <a:dk2>
        <a:srgbClr val="D9DDE3"/>
      </a:dk2>
      <a:lt2>
        <a:srgbClr val="BA0034"/>
      </a:lt2>
      <a:accent1>
        <a:srgbClr val="F8B85E"/>
      </a:accent1>
      <a:accent2>
        <a:srgbClr val="34909D"/>
      </a:accent2>
      <a:accent3>
        <a:srgbClr val="55C0ED"/>
      </a:accent3>
      <a:accent4>
        <a:srgbClr val="6F7082"/>
      </a:accent4>
      <a:accent5>
        <a:srgbClr val="CED0D6"/>
      </a:accent5>
      <a:accent6>
        <a:srgbClr val="42444F"/>
      </a:accent6>
      <a:hlink>
        <a:srgbClr val="35363B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Multimedia Software Pitch Deck by Slidesgo">
  <a:themeElements>
    <a:clrScheme name="Simple Light">
      <a:dk1>
        <a:srgbClr val="35363B"/>
      </a:dk1>
      <a:lt1>
        <a:srgbClr val="F3F3F3"/>
      </a:lt1>
      <a:dk2>
        <a:srgbClr val="D9DDE3"/>
      </a:dk2>
      <a:lt2>
        <a:srgbClr val="BA0034"/>
      </a:lt2>
      <a:accent1>
        <a:srgbClr val="F8B85E"/>
      </a:accent1>
      <a:accent2>
        <a:srgbClr val="34909D"/>
      </a:accent2>
      <a:accent3>
        <a:srgbClr val="55C0ED"/>
      </a:accent3>
      <a:accent4>
        <a:srgbClr val="6F7082"/>
      </a:accent4>
      <a:accent5>
        <a:srgbClr val="CED0D6"/>
      </a:accent5>
      <a:accent6>
        <a:srgbClr val="42444F"/>
      </a:accent6>
      <a:hlink>
        <a:srgbClr val="35363B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Multimedia Software Pitch Deck by Slidesgo">
  <a:themeElements>
    <a:clrScheme name="Simple Light">
      <a:dk1>
        <a:srgbClr val="35363B"/>
      </a:dk1>
      <a:lt1>
        <a:srgbClr val="F3F3F3"/>
      </a:lt1>
      <a:dk2>
        <a:srgbClr val="D9DDE3"/>
      </a:dk2>
      <a:lt2>
        <a:srgbClr val="BA0034"/>
      </a:lt2>
      <a:accent1>
        <a:srgbClr val="F8B85E"/>
      </a:accent1>
      <a:accent2>
        <a:srgbClr val="34909D"/>
      </a:accent2>
      <a:accent3>
        <a:srgbClr val="55C0ED"/>
      </a:accent3>
      <a:accent4>
        <a:srgbClr val="6F7082"/>
      </a:accent4>
      <a:accent5>
        <a:srgbClr val="CED0D6"/>
      </a:accent5>
      <a:accent6>
        <a:srgbClr val="42444F"/>
      </a:accent6>
      <a:hlink>
        <a:srgbClr val="35363B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Multimedia Software Pitch Deck by Slidesgo">
  <a:themeElements>
    <a:clrScheme name="Simple Light">
      <a:dk1>
        <a:srgbClr val="35363B"/>
      </a:dk1>
      <a:lt1>
        <a:srgbClr val="F3F3F3"/>
      </a:lt1>
      <a:dk2>
        <a:srgbClr val="D9DDE3"/>
      </a:dk2>
      <a:lt2>
        <a:srgbClr val="BA0034"/>
      </a:lt2>
      <a:accent1>
        <a:srgbClr val="F8B85E"/>
      </a:accent1>
      <a:accent2>
        <a:srgbClr val="34909D"/>
      </a:accent2>
      <a:accent3>
        <a:srgbClr val="55C0ED"/>
      </a:accent3>
      <a:accent4>
        <a:srgbClr val="6F7082"/>
      </a:accent4>
      <a:accent5>
        <a:srgbClr val="CED0D6"/>
      </a:accent5>
      <a:accent6>
        <a:srgbClr val="42444F"/>
      </a:accent6>
      <a:hlink>
        <a:srgbClr val="35363B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Multimedia Software Pitch Deck by Slidesgo">
  <a:themeElements>
    <a:clrScheme name="Simple Light">
      <a:dk1>
        <a:srgbClr val="35363B"/>
      </a:dk1>
      <a:lt1>
        <a:srgbClr val="F3F3F3"/>
      </a:lt1>
      <a:dk2>
        <a:srgbClr val="D9DDE3"/>
      </a:dk2>
      <a:lt2>
        <a:srgbClr val="BA0034"/>
      </a:lt2>
      <a:accent1>
        <a:srgbClr val="F8B85E"/>
      </a:accent1>
      <a:accent2>
        <a:srgbClr val="34909D"/>
      </a:accent2>
      <a:accent3>
        <a:srgbClr val="55C0ED"/>
      </a:accent3>
      <a:accent4>
        <a:srgbClr val="6F7082"/>
      </a:accent4>
      <a:accent5>
        <a:srgbClr val="CED0D6"/>
      </a:accent5>
      <a:accent6>
        <a:srgbClr val="42444F"/>
      </a:accent6>
      <a:hlink>
        <a:srgbClr val="35363B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